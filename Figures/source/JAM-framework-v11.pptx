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2"/>
    <p:sldId id="257" r:id="rId3"/>
  </p:sldIdLst>
  <p:sldSz cx="15849600" cy="6477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0D05"/>
    <a:srgbClr val="97170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76"/>
    <p:restoredTop sz="94664"/>
  </p:normalViewPr>
  <p:slideViewPr>
    <p:cSldViewPr snapToGrid="0">
      <p:cViewPr>
        <p:scale>
          <a:sx n="116" d="100"/>
          <a:sy n="116" d="100"/>
        </p:scale>
        <p:origin x="-496" y="5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JAM framework. Input-side revision: camera views occupy fixed slots in a spatial canvas before the frozen VAE. Robot and human sources share a training stage while each </a:t>
            </a:r>
            <a:r>
              <a:rPr dirty="0" err="1"/>
              <a:t>microbatch</a:t>
            </a:r>
            <a:r>
              <a:rPr dirty="0"/>
              <a:t> uses one source. The availability table shows illustrative label patterns, not a claim that every robot dataset contains consequence labels. The human motor-action slot is absent. The human consequence route in the active adapter projects supplied hand poses through camera calibration, while trackers are another label source. The motor diagram groups pose, gripper and joint coordinates, followed by source-specific normalization and separate learned projections. Missing coordinate slots remain masked. Consequences use observation-anchor displacements in normalized image coordinates plus visibility, and enter their own projection. The view-slot and coordinate diagrams are schematic and do not specify the exact number of cameras or action dimensions. Sources: local paper Sections/3_JointModeling.tex and Sections/4_Pretraining.tex, remote JAM model/</a:t>
            </a:r>
            <a:r>
              <a:rPr dirty="0" err="1"/>
              <a:t>jam.py</a:t>
            </a:r>
            <a:r>
              <a:rPr dirty="0"/>
              <a:t>, </a:t>
            </a:r>
            <a:r>
              <a:rPr dirty="0" err="1"/>
              <a:t>action_stream.py</a:t>
            </a:r>
            <a:r>
              <a:rPr dirty="0"/>
              <a:t>, </a:t>
            </a:r>
            <a:r>
              <a:rPr dirty="0" err="1"/>
              <a:t>objective.py</a:t>
            </a:r>
            <a:r>
              <a:rPr dirty="0"/>
              <a:t> and infer/</a:t>
            </a:r>
            <a:r>
              <a:rPr dirty="0" err="1"/>
              <a:t>sampler.py</a:t>
            </a:r>
            <a:r>
              <a:rPr dirty="0"/>
              <a:t> at commit 27a9703. Distinct </a:t>
            </a:r>
            <a:r>
              <a:rPr dirty="0" err="1"/>
              <a:t>AdaLN</a:t>
            </a:r>
            <a:r>
              <a:rPr dirty="0"/>
              <a:t> and QKV projections operate sequentially in each stream. Queries attend to concatenated video and action-stream keys and values. The clean observation prefix attends only to itself. A clean state token is excluded from the generation objective. Cream language-token motifs beside ell enter both text-attention modules. Action and consequence tokens share the Action stream and have separate output projections, shown as two readouts in a common slab. Training predicts u=epsilon-x separately for world </a:t>
            </a:r>
            <a:r>
              <a:rPr dirty="0" err="1"/>
              <a:t>latents</a:t>
            </a:r>
            <a:r>
              <a:rPr dirty="0"/>
              <a:t>, motor commands and visual consequences. Each loss is a mean over valid coordinates and supervised examples, with noise weighting omega and modality weighting lambda. Filled mask cells contribute; struck pale cells represent missing targets and contribute zero. Their illustrated pattern is schematic. The two gradient lanes show weighted action loss reaching video keys and values and then video parameters, and weighted world loss reaching action-stream keys and values and then action parameters. Both memories remain attached to </a:t>
            </a:r>
            <a:r>
              <a:rPr dirty="0" err="1"/>
              <a:t>autograd</a:t>
            </a:r>
            <a:r>
              <a:rPr dirty="0"/>
              <a:t>. The separate K and V rails are a visual concatenation of existing tokens, not new learned memory modules. Gray-green tokens represent clean observation or state, blue tokens represent video or action, and sage tokens represent consequences according to each source rail. The prefix visibility inset shows that clean observation queries read observation keys only. The main matrix depicts generated-query connectivity. Raised off-diagonal cells depict cross-stream token reads followed by mixed updates; their colors are schematic modality identities, not measured attention strengths. Gamma, beta and g summarize </a:t>
            </a:r>
            <a:r>
              <a:rPr dirty="0" err="1"/>
              <a:t>AdaLN</a:t>
            </a:r>
            <a:r>
              <a:rPr dirty="0"/>
              <a:t> scale, shift and residual gates. Distinct projections share attention head geometry but not projection weights. Training loss acts on predicted velocities before Euler integration; short upward branches from the head output paths indicate this. During policy sampling all heads use the same decreasing integration schedule, and the world VAE decoder is frozen. The Euler boxes show one parallel update, repeated along the shared schedule. Execution applies a prefix of the action chunk. Consequence targets contain scaled image-normalized displacement and visibility. The figure writes the fixed displacement gain g and the normalized visibility component explicitly. Missing target validity and low visibility are distinct. Conceptual images in assets/robot-human-</a:t>
            </a:r>
            <a:r>
              <a:rPr dirty="0" err="1"/>
              <a:t>demonstrations.png</a:t>
            </a:r>
            <a:r>
              <a:rPr dirty="0"/>
              <a:t>, future-video-v8.png, point-tracks-v5.png and visual-consequence-v5.png were generated with </a:t>
            </a:r>
            <a:r>
              <a:rPr dirty="0" err="1"/>
              <a:t>image_gen</a:t>
            </a:r>
            <a:r>
              <a:rPr dirty="0"/>
              <a:t> as explanatory illustrations. They are neither dataset examples nor measured JAM outputs. The action coordinate grid and attention grid are schematic. LaTeX symbols are vector SVG images with source in assets/latex-v11/</a:t>
            </a:r>
            <a:r>
              <a:rPr dirty="0" err="1"/>
              <a:t>symbols.tex</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JAM teaser v9. Main hero and all sample progressions are conceptual illustrations made with built-in image_gen, not measured rollouts or empirical denoising traces. Asset prompts are in teaser/assets-v7 and teaser/assets-v9. Sources: paper repository https://github.com/lixuan27/World-Action-Model-Pretraining and server snapshots in teaser/evidence-v8, read 2026-09-08. sampler.py defines the default diagonal inference policy with 10 Euler steps and shift=5. Uniform u=1-k/10 maps to tau=5u/(1+4u); bottom grid places the 11 values on a decreasing-noise coordinate, not a wall-time axis. Image columns show selected conceptual states and are not exact step indices or quantitative quality. Future-video latent, action, and consequence samples start as independent Gaussian noise. Each model call performs reciprocal layerwise K/V reads between the Video stream and Action stream, which jointly contains actions and consequences with separate projection/output heads. Predicted velocities update all generated coordinates with negative delta tau. Clean observation prefix is restored after each update, while language and state stay fixed. No backpropagation occurs in sampling. Arrow pairs depict forward information exchange. Training differs from sampling: independently sampled modality noise levels, flow targets epsilon-x_clean, and available-coordinate masked losses train both streams through attached K/V. Missing modalities use pure noise and masked losses. These implementation details are retained in notes instead of displayed equations. Left visibility matrices compare controlled architectures conceptually, not measured rankings. Shared K/V access does not imply tied projections. Prefix visibility is omitted from the 2x2 generated-stream comparison. Right main-hero evaluation scenes represent planned held-out settings, as labeled. All labels use Toppan Bunkyu Mincho, all math labels are LaTeX-derived SVG. Labels, brackets, arrows and schedule dots are native editable PowerPoint objects. Raster illustrations are separately saved assets.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6" Type="http://schemas.openxmlformats.org/officeDocument/2006/relationships/image" Target="../media/image24.svg"/><Relationship Id="rId21" Type="http://schemas.openxmlformats.org/officeDocument/2006/relationships/image" Target="../media/image19.png"/><Relationship Id="rId42" Type="http://schemas.openxmlformats.org/officeDocument/2006/relationships/image" Target="../media/image40.svg"/><Relationship Id="rId47" Type="http://schemas.openxmlformats.org/officeDocument/2006/relationships/image" Target="../media/image45.png"/><Relationship Id="rId63" Type="http://schemas.openxmlformats.org/officeDocument/2006/relationships/image" Target="../media/image61.png"/><Relationship Id="rId68" Type="http://schemas.openxmlformats.org/officeDocument/2006/relationships/image" Target="../media/image66.svg"/><Relationship Id="rId84" Type="http://schemas.openxmlformats.org/officeDocument/2006/relationships/image" Target="../media/image82.png"/><Relationship Id="rId89" Type="http://schemas.openxmlformats.org/officeDocument/2006/relationships/image" Target="../media/image87.png"/><Relationship Id="rId16" Type="http://schemas.openxmlformats.org/officeDocument/2006/relationships/image" Target="../media/image14.png"/><Relationship Id="rId11" Type="http://schemas.openxmlformats.org/officeDocument/2006/relationships/image" Target="../media/image9.png"/><Relationship Id="rId32" Type="http://schemas.openxmlformats.org/officeDocument/2006/relationships/image" Target="../media/image30.svg"/><Relationship Id="rId37" Type="http://schemas.openxmlformats.org/officeDocument/2006/relationships/image" Target="../media/image35.png"/><Relationship Id="rId53" Type="http://schemas.openxmlformats.org/officeDocument/2006/relationships/image" Target="../media/image51.png"/><Relationship Id="rId58" Type="http://schemas.openxmlformats.org/officeDocument/2006/relationships/image" Target="../media/image56.svg"/><Relationship Id="rId74" Type="http://schemas.openxmlformats.org/officeDocument/2006/relationships/image" Target="../media/image72.png"/><Relationship Id="rId79" Type="http://schemas.openxmlformats.org/officeDocument/2006/relationships/image" Target="../media/image77.svg"/><Relationship Id="rId5" Type="http://schemas.openxmlformats.org/officeDocument/2006/relationships/image" Target="../media/image3.png"/><Relationship Id="rId90" Type="http://schemas.microsoft.com/office/2007/relationships/hdphoto" Target="../media/hdphoto1.wdp"/><Relationship Id="rId14" Type="http://schemas.openxmlformats.org/officeDocument/2006/relationships/image" Target="../media/image12.png"/><Relationship Id="rId22" Type="http://schemas.openxmlformats.org/officeDocument/2006/relationships/image" Target="../media/image20.svg"/><Relationship Id="rId27" Type="http://schemas.openxmlformats.org/officeDocument/2006/relationships/image" Target="../media/image25.png"/><Relationship Id="rId30" Type="http://schemas.openxmlformats.org/officeDocument/2006/relationships/image" Target="../media/image28.svg"/><Relationship Id="rId35" Type="http://schemas.openxmlformats.org/officeDocument/2006/relationships/image" Target="../media/image33.png"/><Relationship Id="rId43" Type="http://schemas.openxmlformats.org/officeDocument/2006/relationships/image" Target="../media/image41.png"/><Relationship Id="rId48" Type="http://schemas.openxmlformats.org/officeDocument/2006/relationships/image" Target="../media/image46.svg"/><Relationship Id="rId56" Type="http://schemas.openxmlformats.org/officeDocument/2006/relationships/image" Target="../media/image54.svg"/><Relationship Id="rId64" Type="http://schemas.openxmlformats.org/officeDocument/2006/relationships/image" Target="../media/image62.svg"/><Relationship Id="rId69" Type="http://schemas.openxmlformats.org/officeDocument/2006/relationships/image" Target="../media/image67.png"/><Relationship Id="rId77" Type="http://schemas.openxmlformats.org/officeDocument/2006/relationships/image" Target="../media/image75.svg"/><Relationship Id="rId8" Type="http://schemas.openxmlformats.org/officeDocument/2006/relationships/image" Target="../media/image6.svg"/><Relationship Id="rId51" Type="http://schemas.openxmlformats.org/officeDocument/2006/relationships/image" Target="../media/image49.png"/><Relationship Id="rId72" Type="http://schemas.openxmlformats.org/officeDocument/2006/relationships/image" Target="../media/image70.png"/><Relationship Id="rId80" Type="http://schemas.openxmlformats.org/officeDocument/2006/relationships/image" Target="../media/image78.png"/><Relationship Id="rId85" Type="http://schemas.openxmlformats.org/officeDocument/2006/relationships/image" Target="../media/image83.svg"/><Relationship Id="rId3" Type="http://schemas.openxmlformats.org/officeDocument/2006/relationships/image" Target="../media/image1.png"/><Relationship Id="rId12" Type="http://schemas.openxmlformats.org/officeDocument/2006/relationships/image" Target="../media/image10.png"/><Relationship Id="rId17" Type="http://schemas.openxmlformats.org/officeDocument/2006/relationships/image" Target="../media/image15.svg"/><Relationship Id="rId25" Type="http://schemas.openxmlformats.org/officeDocument/2006/relationships/image" Target="../media/image23.png"/><Relationship Id="rId33" Type="http://schemas.openxmlformats.org/officeDocument/2006/relationships/image" Target="../media/image31.png"/><Relationship Id="rId38" Type="http://schemas.openxmlformats.org/officeDocument/2006/relationships/image" Target="../media/image36.svg"/><Relationship Id="rId46" Type="http://schemas.openxmlformats.org/officeDocument/2006/relationships/image" Target="../media/image44.svg"/><Relationship Id="rId59" Type="http://schemas.openxmlformats.org/officeDocument/2006/relationships/image" Target="../media/image57.png"/><Relationship Id="rId67" Type="http://schemas.openxmlformats.org/officeDocument/2006/relationships/image" Target="../media/image65.png"/><Relationship Id="rId20" Type="http://schemas.openxmlformats.org/officeDocument/2006/relationships/image" Target="../media/image18.png"/><Relationship Id="rId41" Type="http://schemas.openxmlformats.org/officeDocument/2006/relationships/image" Target="../media/image39.png"/><Relationship Id="rId54" Type="http://schemas.openxmlformats.org/officeDocument/2006/relationships/image" Target="../media/image52.svg"/><Relationship Id="rId62" Type="http://schemas.openxmlformats.org/officeDocument/2006/relationships/image" Target="../media/image60.svg"/><Relationship Id="rId70" Type="http://schemas.openxmlformats.org/officeDocument/2006/relationships/image" Target="../media/image68.png"/><Relationship Id="rId75" Type="http://schemas.openxmlformats.org/officeDocument/2006/relationships/image" Target="../media/image73.svg"/><Relationship Id="rId83" Type="http://schemas.openxmlformats.org/officeDocument/2006/relationships/image" Target="../media/image81.svg"/><Relationship Id="rId88" Type="http://schemas.openxmlformats.org/officeDocument/2006/relationships/image" Target="../media/image86.svg"/><Relationship Id="rId1" Type="http://schemas.openxmlformats.org/officeDocument/2006/relationships/slideLayout" Target="../slideLayouts/slideLayout1.xml"/><Relationship Id="rId6" Type="http://schemas.openxmlformats.org/officeDocument/2006/relationships/image" Target="../media/image4.svg"/><Relationship Id="rId15" Type="http://schemas.openxmlformats.org/officeDocument/2006/relationships/image" Target="../media/image13.svg"/><Relationship Id="rId23" Type="http://schemas.openxmlformats.org/officeDocument/2006/relationships/image" Target="../media/image21.png"/><Relationship Id="rId28" Type="http://schemas.openxmlformats.org/officeDocument/2006/relationships/image" Target="../media/image26.svg"/><Relationship Id="rId36" Type="http://schemas.openxmlformats.org/officeDocument/2006/relationships/image" Target="../media/image34.svg"/><Relationship Id="rId49" Type="http://schemas.openxmlformats.org/officeDocument/2006/relationships/image" Target="../media/image47.png"/><Relationship Id="rId57" Type="http://schemas.openxmlformats.org/officeDocument/2006/relationships/image" Target="../media/image55.png"/><Relationship Id="rId10" Type="http://schemas.openxmlformats.org/officeDocument/2006/relationships/image" Target="../media/image8.svg"/><Relationship Id="rId31" Type="http://schemas.openxmlformats.org/officeDocument/2006/relationships/image" Target="../media/image29.png"/><Relationship Id="rId44" Type="http://schemas.openxmlformats.org/officeDocument/2006/relationships/image" Target="../media/image42.svg"/><Relationship Id="rId52" Type="http://schemas.openxmlformats.org/officeDocument/2006/relationships/image" Target="../media/image50.svg"/><Relationship Id="rId60" Type="http://schemas.openxmlformats.org/officeDocument/2006/relationships/image" Target="../media/image58.svg"/><Relationship Id="rId65" Type="http://schemas.openxmlformats.org/officeDocument/2006/relationships/image" Target="../media/image63.png"/><Relationship Id="rId73" Type="http://schemas.openxmlformats.org/officeDocument/2006/relationships/image" Target="../media/image71.svg"/><Relationship Id="rId78" Type="http://schemas.openxmlformats.org/officeDocument/2006/relationships/image" Target="../media/image76.png"/><Relationship Id="rId81" Type="http://schemas.openxmlformats.org/officeDocument/2006/relationships/image" Target="../media/image79.svg"/><Relationship Id="rId86" Type="http://schemas.openxmlformats.org/officeDocument/2006/relationships/image" Target="../media/image84.png"/><Relationship Id="rId4" Type="http://schemas.openxmlformats.org/officeDocument/2006/relationships/image" Target="../media/image2.svg"/><Relationship Id="rId9" Type="http://schemas.openxmlformats.org/officeDocument/2006/relationships/image" Target="../media/image7.png"/><Relationship Id="rId13" Type="http://schemas.openxmlformats.org/officeDocument/2006/relationships/image" Target="../media/image11.svg"/><Relationship Id="rId18" Type="http://schemas.openxmlformats.org/officeDocument/2006/relationships/image" Target="../media/image16.png"/><Relationship Id="rId39" Type="http://schemas.openxmlformats.org/officeDocument/2006/relationships/image" Target="../media/image37.png"/><Relationship Id="rId34" Type="http://schemas.openxmlformats.org/officeDocument/2006/relationships/image" Target="../media/image32.svg"/><Relationship Id="rId50" Type="http://schemas.openxmlformats.org/officeDocument/2006/relationships/image" Target="../media/image48.svg"/><Relationship Id="rId55" Type="http://schemas.openxmlformats.org/officeDocument/2006/relationships/image" Target="../media/image53.png"/><Relationship Id="rId76" Type="http://schemas.openxmlformats.org/officeDocument/2006/relationships/image" Target="../media/image74.png"/><Relationship Id="rId7" Type="http://schemas.openxmlformats.org/officeDocument/2006/relationships/image" Target="../media/image5.png"/><Relationship Id="rId71" Type="http://schemas.openxmlformats.org/officeDocument/2006/relationships/image" Target="../media/image69.svg"/><Relationship Id="rId2" Type="http://schemas.openxmlformats.org/officeDocument/2006/relationships/notesSlide" Target="../notesSlides/notesSlide1.xml"/><Relationship Id="rId29" Type="http://schemas.openxmlformats.org/officeDocument/2006/relationships/image" Target="../media/image27.png"/><Relationship Id="rId24" Type="http://schemas.openxmlformats.org/officeDocument/2006/relationships/image" Target="../media/image22.svg"/><Relationship Id="rId40" Type="http://schemas.openxmlformats.org/officeDocument/2006/relationships/image" Target="../media/image38.svg"/><Relationship Id="rId45" Type="http://schemas.openxmlformats.org/officeDocument/2006/relationships/image" Target="../media/image43.png"/><Relationship Id="rId66" Type="http://schemas.openxmlformats.org/officeDocument/2006/relationships/image" Target="../media/image64.svg"/><Relationship Id="rId87" Type="http://schemas.openxmlformats.org/officeDocument/2006/relationships/image" Target="../media/image85.png"/><Relationship Id="rId61" Type="http://schemas.openxmlformats.org/officeDocument/2006/relationships/image" Target="../media/image59.png"/><Relationship Id="rId82" Type="http://schemas.openxmlformats.org/officeDocument/2006/relationships/image" Target="../media/image80.png"/><Relationship Id="rId19" Type="http://schemas.openxmlformats.org/officeDocument/2006/relationships/image" Target="../media/image17.svg"/></Relationships>
</file>

<file path=ppt/slides/_rels/slide2.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image" Target="../media/image98.svg"/><Relationship Id="rId3" Type="http://schemas.openxmlformats.org/officeDocument/2006/relationships/image" Target="../media/image88.png"/><Relationship Id="rId7" Type="http://schemas.openxmlformats.org/officeDocument/2006/relationships/image" Target="../media/image92.svg"/><Relationship Id="rId12" Type="http://schemas.openxmlformats.org/officeDocument/2006/relationships/image" Target="../media/image9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91.png"/><Relationship Id="rId11" Type="http://schemas.openxmlformats.org/officeDocument/2006/relationships/image" Target="../media/image96.svg"/><Relationship Id="rId5" Type="http://schemas.openxmlformats.org/officeDocument/2006/relationships/image" Target="../media/image90.svg"/><Relationship Id="rId10" Type="http://schemas.openxmlformats.org/officeDocument/2006/relationships/image" Target="../media/image95.png"/><Relationship Id="rId4" Type="http://schemas.openxmlformats.org/officeDocument/2006/relationships/image" Target="../media/image89.png"/><Relationship Id="rId9" Type="http://schemas.openxmlformats.org/officeDocument/2006/relationships/image" Target="../media/image94.svg"/><Relationship Id="rId14" Type="http://schemas.openxmlformats.org/officeDocument/2006/relationships/image" Target="../media/image9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peat-layer-2">
            <a:extLst>
              <a:ext uri="{FF2B5EF4-FFF2-40B4-BE49-F238E27FC236}">
                <a16:creationId xmlns:a16="http://schemas.microsoft.com/office/drawing/2014/main" id="{FEDAD35D-4EAE-4B9D-831A-3F266571794C}"/>
              </a:ext>
            </a:extLst>
          </p:cNvPr>
          <p:cNvSpPr>
            <a:spLocks noGrp="1"/>
          </p:cNvSpPr>
          <p:nvPr/>
        </p:nvSpPr>
        <p:spPr>
          <a:xfrm>
            <a:off x="4069080" y="963930"/>
            <a:ext cx="7101840" cy="4648200"/>
          </a:xfrm>
          <a:prstGeom prst="roundRect">
            <a:avLst>
              <a:gd name="adj" fmla="val 1475"/>
            </a:avLst>
          </a:prstGeom>
          <a:solidFill>
            <a:srgbClr val="E8EEF2"/>
          </a:solidFill>
          <a:ln w="7620">
            <a:solidFill>
              <a:srgbClr val="CCD6DE"/>
            </a:solidFill>
          </a:ln>
        </p:spPr>
        <p:txBody>
          <a:bodyPr/>
          <a:lstStyle/>
          <a:p>
            <a:endParaRPr lang="zh-CN" altLang="en-US" sz="2000"/>
          </a:p>
        </p:txBody>
      </p:sp>
      <p:sp>
        <p:nvSpPr>
          <p:cNvPr id="3" name="repeat-layer-1">
            <a:extLst>
              <a:ext uri="{FF2B5EF4-FFF2-40B4-BE49-F238E27FC236}">
                <a16:creationId xmlns:a16="http://schemas.microsoft.com/office/drawing/2014/main" id="{1A3A4BFC-9EB6-42EE-B238-45E320A99247}"/>
              </a:ext>
            </a:extLst>
          </p:cNvPr>
          <p:cNvSpPr>
            <a:spLocks noGrp="1"/>
          </p:cNvSpPr>
          <p:nvPr/>
        </p:nvSpPr>
        <p:spPr>
          <a:xfrm>
            <a:off x="3992880" y="1047750"/>
            <a:ext cx="7101840" cy="4648200"/>
          </a:xfrm>
          <a:prstGeom prst="roundRect">
            <a:avLst>
              <a:gd name="adj" fmla="val 1475"/>
            </a:avLst>
          </a:prstGeom>
          <a:solidFill>
            <a:srgbClr val="EDF2F5"/>
          </a:solidFill>
          <a:ln w="7620">
            <a:solidFill>
              <a:srgbClr val="BBC9D3"/>
            </a:solidFill>
          </a:ln>
        </p:spPr>
        <p:txBody>
          <a:bodyPr/>
          <a:lstStyle/>
          <a:p>
            <a:endParaRPr lang="zh-CN" altLang="en-US" sz="2000"/>
          </a:p>
        </p:txBody>
      </p:sp>
      <p:sp>
        <p:nvSpPr>
          <p:cNvPr id="4" name="paired-layer">
            <a:extLst>
              <a:ext uri="{FF2B5EF4-FFF2-40B4-BE49-F238E27FC236}">
                <a16:creationId xmlns:a16="http://schemas.microsoft.com/office/drawing/2014/main" id="{33E3A6B6-8B86-4920-9820-6C79F78C07EA}"/>
              </a:ext>
            </a:extLst>
          </p:cNvPr>
          <p:cNvSpPr>
            <a:spLocks noGrp="1"/>
          </p:cNvSpPr>
          <p:nvPr/>
        </p:nvSpPr>
        <p:spPr>
          <a:xfrm>
            <a:off x="3916680" y="1131570"/>
            <a:ext cx="7101840" cy="4648200"/>
          </a:xfrm>
          <a:prstGeom prst="roundRect">
            <a:avLst>
              <a:gd name="adj" fmla="val 1475"/>
            </a:avLst>
          </a:prstGeom>
          <a:solidFill>
            <a:srgbClr val="F5F7F9"/>
          </a:solidFill>
          <a:ln w="10287">
            <a:solidFill>
              <a:srgbClr val="6C8192"/>
            </a:solidFill>
          </a:ln>
        </p:spPr>
        <p:style>
          <a:lnRef idx="0">
            <a:scrgbClr r="0" g="0" b="0"/>
          </a:lnRef>
          <a:fillRef idx="0">
            <a:scrgbClr r="0" g="0" b="0"/>
          </a:fillRef>
          <a:effectRef idx="10">
            <a:scrgbClr r="0" g="0" b="0"/>
          </a:effectRef>
          <a:fontRef idx="major"/>
        </p:style>
        <p:txBody>
          <a:bodyPr/>
          <a:lstStyle/>
          <a:p>
            <a:endParaRPr lang="zh-CN" altLang="en-US" sz="2000"/>
          </a:p>
        </p:txBody>
      </p:sp>
      <p:sp>
        <p:nvSpPr>
          <p:cNvPr id="5" name="paired-layer-title">
            <a:extLst>
              <a:ext uri="{FF2B5EF4-FFF2-40B4-BE49-F238E27FC236}">
                <a16:creationId xmlns:a16="http://schemas.microsoft.com/office/drawing/2014/main" id="{29A3C975-045B-4D0C-ABDC-F9DED0E59568}"/>
              </a:ext>
            </a:extLst>
          </p:cNvPr>
          <p:cNvSpPr>
            <a:spLocks noGrp="1"/>
          </p:cNvSpPr>
          <p:nvPr/>
        </p:nvSpPr>
        <p:spPr>
          <a:xfrm>
            <a:off x="5372100" y="1208044"/>
            <a:ext cx="3657600" cy="335280"/>
          </a:xfrm>
          <a:prstGeom prst="rect">
            <a:avLst/>
          </a:prstGeom>
          <a:noFill/>
          <a:ln w="0">
            <a:noFill/>
          </a:ln>
        </p:spPr>
        <p:txBody>
          <a:bodyPr wrap="none" lIns="0" tIns="0" rIns="0" bIns="0" anchor="ctr">
            <a:noAutofit/>
          </a:bodyPr>
          <a:lstStyle/>
          <a:p>
            <a:pPr algn="ctr">
              <a:defRPr sz="1740" i="0">
                <a:solidFill>
                  <a:srgbClr val="202B33"/>
                </a:solidFill>
                <a:latin typeface="Toppan Bunkyu Mincho Regular"/>
                <a:ea typeface="Toppan Bunkyu Mincho Regular"/>
                <a:cs typeface="Toppan Bunkyu Mincho Regular"/>
              </a:defRPr>
            </a:pPr>
            <a:r>
              <a:rPr b="1" i="0" dirty="0">
                <a:solidFill>
                  <a:srgbClr val="202B33"/>
                </a:solidFill>
                <a:latin typeface="Toppan Bunkyu Mincho Regular"/>
                <a:ea typeface="Toppan Bunkyu Mincho Regular"/>
                <a:cs typeface="Toppan Bunkyu Mincho Regular"/>
              </a:rPr>
              <a:t>Coupled transformer layers</a:t>
            </a:r>
          </a:p>
        </p:txBody>
      </p:sp>
      <p:pic>
        <p:nvPicPr>
          <p:cNvPr id="481" name="图形 480"/>
          <p:cNvPicPr>
            <a:picLocks noChangeAspect="1"/>
          </p:cNvPicPr>
          <p:nvPr/>
        </p:nvPicPr>
        <p:blipFill>
          <a:blip r:embed="rId3">
            <a:extLst>
              <a:ext uri="{96DAC541-7B7A-43D3-8B79-37D633B846F1}">
                <asvg:svgBlip xmlns:asvg="http://schemas.microsoft.com/office/drawing/2016/SVG/main" r:embed="rId4"/>
              </a:ext>
            </a:extLst>
          </a:blip>
          <a:stretch/>
        </p:blipFill>
        <p:spPr>
          <a:xfrm>
            <a:off x="8700854" y="1288515"/>
            <a:ext cx="405045" cy="189613"/>
          </a:xfrm>
          <a:prstGeom prst="rect">
            <a:avLst/>
          </a:prstGeom>
        </p:spPr>
      </p:pic>
      <p:sp>
        <p:nvSpPr>
          <p:cNvPr id="7" name="prefix-visibility-title">
            <a:extLst>
              <a:ext uri="{FF2B5EF4-FFF2-40B4-BE49-F238E27FC236}">
                <a16:creationId xmlns:a16="http://schemas.microsoft.com/office/drawing/2014/main" id="{97649284-DA4C-483E-BD28-5E1D519BDDE2}"/>
              </a:ext>
            </a:extLst>
          </p:cNvPr>
          <p:cNvSpPr>
            <a:spLocks noGrp="1"/>
          </p:cNvSpPr>
          <p:nvPr/>
        </p:nvSpPr>
        <p:spPr>
          <a:xfrm>
            <a:off x="4084320" y="1604010"/>
            <a:ext cx="1935480" cy="213360"/>
          </a:xfrm>
          <a:prstGeom prst="rect">
            <a:avLst/>
          </a:prstGeom>
          <a:noFill/>
          <a:ln w="0">
            <a:noFill/>
          </a:ln>
        </p:spPr>
        <p:txBody>
          <a:bodyPr wrap="none" lIns="0" tIns="0" rIns="0" bIns="0" anchor="ctr">
            <a:noAutofit/>
          </a:bodyPr>
          <a:lstStyle/>
          <a:p>
            <a:pPr algn="l">
              <a:defRPr sz="126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Preserved observation</a:t>
            </a:r>
          </a:p>
        </p:txBody>
      </p:sp>
      <p:pic>
        <p:nvPicPr>
          <p:cNvPr id="483" name="图形 482"/>
          <p:cNvPicPr>
            <a:picLocks noChangeAspect="1"/>
          </p:cNvPicPr>
          <p:nvPr/>
        </p:nvPicPr>
        <p:blipFill>
          <a:blip r:embed="rId5">
            <a:extLst>
              <a:ext uri="{96DAC541-7B7A-43D3-8B79-37D633B846F1}">
                <asvg:svgBlip xmlns:asvg="http://schemas.microsoft.com/office/drawing/2016/SVG/main" r:embed="rId6"/>
              </a:ext>
            </a:extLst>
          </a:blip>
          <a:stretch/>
        </p:blipFill>
        <p:spPr>
          <a:xfrm>
            <a:off x="4142280" y="1892513"/>
            <a:ext cx="287941" cy="184995"/>
          </a:xfrm>
          <a:prstGeom prst="rect">
            <a:avLst/>
          </a:prstGeom>
        </p:spPr>
      </p:pic>
      <p:sp>
        <p:nvSpPr>
          <p:cNvPr id="9" name="Local block arrow 1">
            <a:extLst>
              <a:ext uri="{FF2B5EF4-FFF2-40B4-BE49-F238E27FC236}">
                <a16:creationId xmlns:a16="http://schemas.microsoft.com/office/drawing/2014/main" id="{DCD03DF7-E7AE-431C-9DD8-C0D479052715}"/>
              </a:ext>
            </a:extLst>
          </p:cNvPr>
          <p:cNvSpPr>
            <a:spLocks noGrp="1"/>
          </p:cNvSpPr>
          <p:nvPr/>
        </p:nvSpPr>
        <p:spPr>
          <a:xfrm>
            <a:off x="4488180" y="1931670"/>
            <a:ext cx="1676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0" name="prefix-visibility-cell-0">
            <a:extLst>
              <a:ext uri="{FF2B5EF4-FFF2-40B4-BE49-F238E27FC236}">
                <a16:creationId xmlns:a16="http://schemas.microsoft.com/office/drawing/2014/main" id="{0DEC2549-0423-4A86-A4D3-E574D8A61B99}"/>
              </a:ext>
            </a:extLst>
          </p:cNvPr>
          <p:cNvSpPr>
            <a:spLocks noGrp="1"/>
          </p:cNvSpPr>
          <p:nvPr/>
        </p:nvSpPr>
        <p:spPr>
          <a:xfrm>
            <a:off x="4716780" y="1908810"/>
            <a:ext cx="137160" cy="144780"/>
          </a:xfrm>
          <a:prstGeom prst="roundRect">
            <a:avLst>
              <a:gd name="adj" fmla="val 11111"/>
            </a:avLst>
          </a:prstGeom>
          <a:solidFill>
            <a:srgbClr val="BDCCC6"/>
          </a:solidFill>
          <a:ln w="6096">
            <a:solidFill>
              <a:srgbClr val="7F9990"/>
            </a:solidFill>
          </a:ln>
        </p:spPr>
        <p:txBody>
          <a:bodyPr/>
          <a:lstStyle/>
          <a:p>
            <a:endParaRPr lang="zh-CN" altLang="en-US" sz="2000"/>
          </a:p>
        </p:txBody>
      </p:sp>
      <p:sp>
        <p:nvSpPr>
          <p:cNvPr id="11" name="prefix-visibility-cell-1">
            <a:extLst>
              <a:ext uri="{FF2B5EF4-FFF2-40B4-BE49-F238E27FC236}">
                <a16:creationId xmlns:a16="http://schemas.microsoft.com/office/drawing/2014/main" id="{D2B1135A-2C67-4536-8B88-169EFDFF3F53}"/>
              </a:ext>
            </a:extLst>
          </p:cNvPr>
          <p:cNvSpPr>
            <a:spLocks noGrp="1"/>
          </p:cNvSpPr>
          <p:nvPr/>
        </p:nvSpPr>
        <p:spPr>
          <a:xfrm>
            <a:off x="489966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2" name="prefix-invisible-1">
            <a:extLst>
              <a:ext uri="{FF2B5EF4-FFF2-40B4-BE49-F238E27FC236}">
                <a16:creationId xmlns:a16="http://schemas.microsoft.com/office/drawing/2014/main" id="{F6C6FE2E-9BF4-4D3C-A348-99692A1E1342}"/>
              </a:ext>
            </a:extLst>
          </p:cNvPr>
          <p:cNvSpPr>
            <a:spLocks noGrp="1"/>
          </p:cNvSpPr>
          <p:nvPr/>
        </p:nvSpPr>
        <p:spPr>
          <a:xfrm flipV="1">
            <a:off x="4930140" y="1939290"/>
            <a:ext cx="76200" cy="76200"/>
          </a:xfrm>
          <a:prstGeom prst="line">
            <a:avLst/>
          </a:prstGeom>
          <a:noFill/>
          <a:ln w="7620">
            <a:solidFill>
              <a:srgbClr val="B5C2CB"/>
            </a:solidFill>
          </a:ln>
        </p:spPr>
        <p:txBody>
          <a:bodyPr/>
          <a:lstStyle/>
          <a:p>
            <a:endParaRPr lang="zh-CN" altLang="en-US" sz="2000"/>
          </a:p>
        </p:txBody>
      </p:sp>
      <p:sp>
        <p:nvSpPr>
          <p:cNvPr id="13" name="prefix-visibility-cell-2">
            <a:extLst>
              <a:ext uri="{FF2B5EF4-FFF2-40B4-BE49-F238E27FC236}">
                <a16:creationId xmlns:a16="http://schemas.microsoft.com/office/drawing/2014/main" id="{E6A57A68-CEEE-4BD1-BC34-F0242AD1CADF}"/>
              </a:ext>
            </a:extLst>
          </p:cNvPr>
          <p:cNvSpPr>
            <a:spLocks noGrp="1"/>
          </p:cNvSpPr>
          <p:nvPr/>
        </p:nvSpPr>
        <p:spPr>
          <a:xfrm>
            <a:off x="508254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4" name="prefix-invisible-2">
            <a:extLst>
              <a:ext uri="{FF2B5EF4-FFF2-40B4-BE49-F238E27FC236}">
                <a16:creationId xmlns:a16="http://schemas.microsoft.com/office/drawing/2014/main" id="{80B469E7-2BEE-4446-95F8-232819A58C4B}"/>
              </a:ext>
            </a:extLst>
          </p:cNvPr>
          <p:cNvSpPr>
            <a:spLocks noGrp="1"/>
          </p:cNvSpPr>
          <p:nvPr/>
        </p:nvSpPr>
        <p:spPr>
          <a:xfrm flipV="1">
            <a:off x="5113020" y="1939290"/>
            <a:ext cx="76200" cy="76200"/>
          </a:xfrm>
          <a:prstGeom prst="line">
            <a:avLst/>
          </a:prstGeom>
          <a:noFill/>
          <a:ln w="7620">
            <a:solidFill>
              <a:srgbClr val="B5C2CB"/>
            </a:solidFill>
          </a:ln>
        </p:spPr>
        <p:txBody>
          <a:bodyPr/>
          <a:lstStyle/>
          <a:p>
            <a:endParaRPr lang="zh-CN" altLang="en-US" sz="2000"/>
          </a:p>
        </p:txBody>
      </p:sp>
      <p:sp>
        <p:nvSpPr>
          <p:cNvPr id="15" name="prefix-visibility-cell-3">
            <a:extLst>
              <a:ext uri="{FF2B5EF4-FFF2-40B4-BE49-F238E27FC236}">
                <a16:creationId xmlns:a16="http://schemas.microsoft.com/office/drawing/2014/main" id="{4686A4C0-9675-4A59-B6CC-01D658CE0601}"/>
              </a:ext>
            </a:extLst>
          </p:cNvPr>
          <p:cNvSpPr>
            <a:spLocks noGrp="1"/>
          </p:cNvSpPr>
          <p:nvPr/>
        </p:nvSpPr>
        <p:spPr>
          <a:xfrm>
            <a:off x="526542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6" name="prefix-invisible-3">
            <a:extLst>
              <a:ext uri="{FF2B5EF4-FFF2-40B4-BE49-F238E27FC236}">
                <a16:creationId xmlns:a16="http://schemas.microsoft.com/office/drawing/2014/main" id="{A1ECD137-0F85-40D1-8037-C9C5D4DB69C3}"/>
              </a:ext>
            </a:extLst>
          </p:cNvPr>
          <p:cNvSpPr>
            <a:spLocks noGrp="1"/>
          </p:cNvSpPr>
          <p:nvPr/>
        </p:nvSpPr>
        <p:spPr>
          <a:xfrm flipV="1">
            <a:off x="5295900" y="1939290"/>
            <a:ext cx="76200" cy="76200"/>
          </a:xfrm>
          <a:prstGeom prst="line">
            <a:avLst/>
          </a:prstGeom>
          <a:noFill/>
          <a:ln w="7620">
            <a:solidFill>
              <a:srgbClr val="B5C2CB"/>
            </a:solidFill>
          </a:ln>
        </p:spPr>
        <p:txBody>
          <a:bodyPr/>
          <a:lstStyle/>
          <a:p>
            <a:endParaRPr lang="zh-CN" altLang="en-US" sz="2000"/>
          </a:p>
        </p:txBody>
      </p:sp>
      <p:sp>
        <p:nvSpPr>
          <p:cNvPr id="17" name="prefix-visibility-cell-4">
            <a:extLst>
              <a:ext uri="{FF2B5EF4-FFF2-40B4-BE49-F238E27FC236}">
                <a16:creationId xmlns:a16="http://schemas.microsoft.com/office/drawing/2014/main" id="{42B5CB1F-F034-4C0C-8F9C-7FD7855C5351}"/>
              </a:ext>
            </a:extLst>
          </p:cNvPr>
          <p:cNvSpPr>
            <a:spLocks noGrp="1"/>
          </p:cNvSpPr>
          <p:nvPr/>
        </p:nvSpPr>
        <p:spPr>
          <a:xfrm>
            <a:off x="544830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8" name="prefix-invisible-4">
            <a:extLst>
              <a:ext uri="{FF2B5EF4-FFF2-40B4-BE49-F238E27FC236}">
                <a16:creationId xmlns:a16="http://schemas.microsoft.com/office/drawing/2014/main" id="{4E681EE4-D388-448F-BCBF-FFF9B8F35757}"/>
              </a:ext>
            </a:extLst>
          </p:cNvPr>
          <p:cNvSpPr>
            <a:spLocks noGrp="1"/>
          </p:cNvSpPr>
          <p:nvPr/>
        </p:nvSpPr>
        <p:spPr>
          <a:xfrm flipV="1">
            <a:off x="5478780" y="1939290"/>
            <a:ext cx="76200" cy="76200"/>
          </a:xfrm>
          <a:prstGeom prst="line">
            <a:avLst/>
          </a:prstGeom>
          <a:noFill/>
          <a:ln w="7620">
            <a:solidFill>
              <a:srgbClr val="B5C2CB"/>
            </a:solidFill>
          </a:ln>
        </p:spPr>
        <p:txBody>
          <a:bodyPr/>
          <a:lstStyle/>
          <a:p>
            <a:endParaRPr lang="zh-CN" altLang="en-US" sz="2000"/>
          </a:p>
        </p:txBody>
      </p:sp>
      <p:sp>
        <p:nvSpPr>
          <p:cNvPr id="19" name="prefix-visibility-cell-5">
            <a:extLst>
              <a:ext uri="{FF2B5EF4-FFF2-40B4-BE49-F238E27FC236}">
                <a16:creationId xmlns:a16="http://schemas.microsoft.com/office/drawing/2014/main" id="{1D9B3906-4D5A-4ED5-ADF4-0168B3458DDB}"/>
              </a:ext>
            </a:extLst>
          </p:cNvPr>
          <p:cNvSpPr>
            <a:spLocks noGrp="1"/>
          </p:cNvSpPr>
          <p:nvPr/>
        </p:nvSpPr>
        <p:spPr>
          <a:xfrm>
            <a:off x="563118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20" name="prefix-invisible-5">
            <a:extLst>
              <a:ext uri="{FF2B5EF4-FFF2-40B4-BE49-F238E27FC236}">
                <a16:creationId xmlns:a16="http://schemas.microsoft.com/office/drawing/2014/main" id="{769AB533-434B-4EE0-BDBB-AF0D6B05BD62}"/>
              </a:ext>
            </a:extLst>
          </p:cNvPr>
          <p:cNvSpPr>
            <a:spLocks noGrp="1"/>
          </p:cNvSpPr>
          <p:nvPr/>
        </p:nvSpPr>
        <p:spPr>
          <a:xfrm flipV="1">
            <a:off x="5661660" y="1939290"/>
            <a:ext cx="76200" cy="76200"/>
          </a:xfrm>
          <a:prstGeom prst="line">
            <a:avLst/>
          </a:prstGeom>
          <a:noFill/>
          <a:ln w="7620">
            <a:solidFill>
              <a:srgbClr val="B5C2CB"/>
            </a:solidFill>
          </a:ln>
        </p:spPr>
        <p:txBody>
          <a:bodyPr/>
          <a:lstStyle/>
          <a:p>
            <a:endParaRPr lang="zh-CN" altLang="en-US" sz="2000"/>
          </a:p>
        </p:txBody>
      </p:sp>
      <p:sp>
        <p:nvSpPr>
          <p:cNvPr id="21" name="joint-memory-title">
            <a:extLst>
              <a:ext uri="{FF2B5EF4-FFF2-40B4-BE49-F238E27FC236}">
                <a16:creationId xmlns:a16="http://schemas.microsoft.com/office/drawing/2014/main" id="{B4AD35DC-AB67-4ADE-ADC2-BCEEDE5DB823}"/>
              </a:ext>
            </a:extLst>
          </p:cNvPr>
          <p:cNvSpPr>
            <a:spLocks noGrp="1"/>
          </p:cNvSpPr>
          <p:nvPr/>
        </p:nvSpPr>
        <p:spPr>
          <a:xfrm>
            <a:off x="6721423" y="1543324"/>
            <a:ext cx="2665833" cy="270784"/>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Joint attention</a:t>
            </a:r>
          </a:p>
        </p:txBody>
      </p:sp>
      <p:sp>
        <p:nvSpPr>
          <p:cNvPr id="22" name="world-memory-source">
            <a:extLst>
              <a:ext uri="{FF2B5EF4-FFF2-40B4-BE49-F238E27FC236}">
                <a16:creationId xmlns:a16="http://schemas.microsoft.com/office/drawing/2014/main" id="{EB30B6A7-2F7A-494F-83C4-49F624E395E9}"/>
              </a:ext>
            </a:extLst>
          </p:cNvPr>
          <p:cNvSpPr>
            <a:spLocks noGrp="1"/>
          </p:cNvSpPr>
          <p:nvPr/>
        </p:nvSpPr>
        <p:spPr>
          <a:xfrm>
            <a:off x="6554367" y="1824990"/>
            <a:ext cx="12954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Video</a:t>
            </a:r>
          </a:p>
        </p:txBody>
      </p:sp>
      <p:sp>
        <p:nvSpPr>
          <p:cNvPr id="23" name="action-memory-source">
            <a:extLst>
              <a:ext uri="{FF2B5EF4-FFF2-40B4-BE49-F238E27FC236}">
                <a16:creationId xmlns:a16="http://schemas.microsoft.com/office/drawing/2014/main" id="{E73D223B-F44C-415E-91FF-BC1356B5DC96}"/>
              </a:ext>
            </a:extLst>
          </p:cNvPr>
          <p:cNvSpPr>
            <a:spLocks noGrp="1"/>
          </p:cNvSpPr>
          <p:nvPr/>
        </p:nvSpPr>
        <p:spPr>
          <a:xfrm>
            <a:off x="7943850" y="1812824"/>
            <a:ext cx="162306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Action</a:t>
            </a:r>
          </a:p>
        </p:txBody>
      </p:sp>
      <p:pic>
        <p:nvPicPr>
          <p:cNvPr id="499" name="图形 498"/>
          <p:cNvPicPr>
            <a:picLocks noChangeAspect="1"/>
          </p:cNvPicPr>
          <p:nvPr/>
        </p:nvPicPr>
        <p:blipFill>
          <a:blip r:embed="rId7">
            <a:extLst>
              <a:ext uri="{96DAC541-7B7A-43D3-8B79-37D633B846F1}">
                <asvg:svgBlip xmlns:asvg="http://schemas.microsoft.com/office/drawing/2016/SVG/main" r:embed="rId8"/>
              </a:ext>
            </a:extLst>
          </a:blip>
          <a:stretch/>
        </p:blipFill>
        <p:spPr>
          <a:xfrm>
            <a:off x="6380893" y="2064734"/>
            <a:ext cx="169355" cy="130112"/>
          </a:xfrm>
          <a:prstGeom prst="rect">
            <a:avLst/>
          </a:prstGeom>
        </p:spPr>
      </p:pic>
      <p:sp>
        <p:nvSpPr>
          <p:cNvPr id="25" name="key-memory-world-top">
            <a:extLst>
              <a:ext uri="{FF2B5EF4-FFF2-40B4-BE49-F238E27FC236}">
                <a16:creationId xmlns:a16="http://schemas.microsoft.com/office/drawing/2014/main" id="{FFF80D57-41C4-4329-A303-96B9427F9B17}"/>
              </a:ext>
            </a:extLst>
          </p:cNvPr>
          <p:cNvSpPr>
            <a:spLocks noGrp="1"/>
          </p:cNvSpPr>
          <p:nvPr/>
        </p:nvSpPr>
        <p:spPr>
          <a:xfrm>
            <a:off x="6644640" y="2030730"/>
            <a:ext cx="1318260" cy="30480"/>
          </a:xfrm>
          <a:custGeom>
            <a:avLst/>
            <a:gdLst/>
            <a:ahLst/>
            <a:cxnLst/>
            <a:rect l="0" t="0" r="0" b="0"/>
            <a:pathLst>
              <a:path w="1647825" h="38100">
                <a:moveTo>
                  <a:pt x="0" y="38100"/>
                </a:moveTo>
                <a:lnTo>
                  <a:pt x="38100" y="0"/>
                </a:lnTo>
                <a:lnTo>
                  <a:pt x="1647825" y="0"/>
                </a:lnTo>
                <a:lnTo>
                  <a:pt x="1609725" y="38100"/>
                </a:lnTo>
                <a:close/>
              </a:path>
            </a:pathLst>
          </a:custGeom>
          <a:solidFill>
            <a:srgbClr val="F9FAFD"/>
          </a:solidFill>
          <a:ln w="11430">
            <a:solidFill>
              <a:srgbClr val="63788A"/>
            </a:solidFill>
          </a:ln>
        </p:spPr>
        <p:txBody>
          <a:bodyPr/>
          <a:lstStyle/>
          <a:p>
            <a:endParaRPr lang="zh-CN" altLang="en-US" sz="2000"/>
          </a:p>
        </p:txBody>
      </p:sp>
      <p:sp>
        <p:nvSpPr>
          <p:cNvPr id="26" name="key-memory-world-side">
            <a:extLst>
              <a:ext uri="{FF2B5EF4-FFF2-40B4-BE49-F238E27FC236}">
                <a16:creationId xmlns:a16="http://schemas.microsoft.com/office/drawing/2014/main" id="{BF57254A-4D1C-4169-90CE-3F3FBBDACBD6}"/>
              </a:ext>
            </a:extLst>
          </p:cNvPr>
          <p:cNvSpPr>
            <a:spLocks noGrp="1"/>
          </p:cNvSpPr>
          <p:nvPr/>
        </p:nvSpPr>
        <p:spPr>
          <a:xfrm>
            <a:off x="7932420" y="203073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5D1DD"/>
          </a:solidFill>
          <a:ln w="11430">
            <a:solidFill>
              <a:srgbClr val="63788A"/>
            </a:solidFill>
          </a:ln>
        </p:spPr>
        <p:txBody>
          <a:bodyPr/>
          <a:lstStyle/>
          <a:p>
            <a:endParaRPr lang="zh-CN" altLang="en-US" sz="2000"/>
          </a:p>
        </p:txBody>
      </p:sp>
      <p:sp>
        <p:nvSpPr>
          <p:cNvPr id="27" name="key-memory-world-front">
            <a:extLst>
              <a:ext uri="{FF2B5EF4-FFF2-40B4-BE49-F238E27FC236}">
                <a16:creationId xmlns:a16="http://schemas.microsoft.com/office/drawing/2014/main" id="{358EF497-A0C0-4C4B-9455-E94E7264145F}"/>
              </a:ext>
            </a:extLst>
          </p:cNvPr>
          <p:cNvSpPr>
            <a:spLocks noGrp="1"/>
          </p:cNvSpPr>
          <p:nvPr/>
        </p:nvSpPr>
        <p:spPr>
          <a:xfrm>
            <a:off x="6644640" y="2061210"/>
            <a:ext cx="1287780" cy="137160"/>
          </a:xfrm>
          <a:prstGeom prst="rect">
            <a:avLst/>
          </a:prstGeom>
          <a:solidFill>
            <a:srgbClr val="E4EB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8" name="key-memory-action-top">
            <a:extLst>
              <a:ext uri="{FF2B5EF4-FFF2-40B4-BE49-F238E27FC236}">
                <a16:creationId xmlns:a16="http://schemas.microsoft.com/office/drawing/2014/main" id="{A7846DCD-EA6C-472C-93D2-AD433A1A7144}"/>
              </a:ext>
            </a:extLst>
          </p:cNvPr>
          <p:cNvSpPr>
            <a:spLocks noGrp="1"/>
          </p:cNvSpPr>
          <p:nvPr/>
        </p:nvSpPr>
        <p:spPr>
          <a:xfrm>
            <a:off x="8016240" y="2030730"/>
            <a:ext cx="1493520" cy="30480"/>
          </a:xfrm>
          <a:custGeom>
            <a:avLst/>
            <a:gdLst/>
            <a:ahLst/>
            <a:cxnLst/>
            <a:rect l="0" t="0" r="0" b="0"/>
            <a:pathLst>
              <a:path w="1866900" h="38100">
                <a:moveTo>
                  <a:pt x="0" y="38100"/>
                </a:moveTo>
                <a:lnTo>
                  <a:pt x="38100" y="0"/>
                </a:lnTo>
                <a:lnTo>
                  <a:pt x="1866900" y="0"/>
                </a:lnTo>
                <a:lnTo>
                  <a:pt x="1828800" y="38100"/>
                </a:lnTo>
                <a:close/>
              </a:path>
            </a:pathLst>
          </a:custGeom>
          <a:solidFill>
            <a:srgbClr val="F9FAFD"/>
          </a:solidFill>
          <a:ln w="11430">
            <a:solidFill>
              <a:srgbClr val="63788A"/>
            </a:solidFill>
          </a:ln>
        </p:spPr>
        <p:txBody>
          <a:bodyPr/>
          <a:lstStyle/>
          <a:p>
            <a:endParaRPr lang="zh-CN" altLang="en-US" sz="2000"/>
          </a:p>
        </p:txBody>
      </p:sp>
      <p:sp>
        <p:nvSpPr>
          <p:cNvPr id="29" name="key-memory-action-side">
            <a:extLst>
              <a:ext uri="{FF2B5EF4-FFF2-40B4-BE49-F238E27FC236}">
                <a16:creationId xmlns:a16="http://schemas.microsoft.com/office/drawing/2014/main" id="{AF235666-0B9C-48CB-A5BF-14EE991360E9}"/>
              </a:ext>
            </a:extLst>
          </p:cNvPr>
          <p:cNvSpPr>
            <a:spLocks noGrp="1"/>
          </p:cNvSpPr>
          <p:nvPr/>
        </p:nvSpPr>
        <p:spPr>
          <a:xfrm>
            <a:off x="9479280" y="203073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2D2C9"/>
          </a:solidFill>
          <a:ln w="11430">
            <a:solidFill>
              <a:srgbClr val="63788A"/>
            </a:solidFill>
          </a:ln>
        </p:spPr>
        <p:txBody>
          <a:bodyPr/>
          <a:lstStyle/>
          <a:p>
            <a:endParaRPr lang="zh-CN" altLang="en-US" sz="2000"/>
          </a:p>
        </p:txBody>
      </p:sp>
      <p:sp>
        <p:nvSpPr>
          <p:cNvPr id="30" name="key-memory-action-front">
            <a:extLst>
              <a:ext uri="{FF2B5EF4-FFF2-40B4-BE49-F238E27FC236}">
                <a16:creationId xmlns:a16="http://schemas.microsoft.com/office/drawing/2014/main" id="{B9063A51-88E8-429C-9357-ECF82B88D4F2}"/>
              </a:ext>
            </a:extLst>
          </p:cNvPr>
          <p:cNvSpPr>
            <a:spLocks noGrp="1"/>
          </p:cNvSpPr>
          <p:nvPr/>
        </p:nvSpPr>
        <p:spPr>
          <a:xfrm>
            <a:off x="8016240" y="2061210"/>
            <a:ext cx="1463040" cy="137160"/>
          </a:xfrm>
          <a:prstGeom prst="rect">
            <a:avLst/>
          </a:prstGeom>
          <a:solidFill>
            <a:srgbClr val="E2EBE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1" name="key-memory-world-token-0">
            <a:extLst>
              <a:ext uri="{FF2B5EF4-FFF2-40B4-BE49-F238E27FC236}">
                <a16:creationId xmlns:a16="http://schemas.microsoft.com/office/drawing/2014/main" id="{570F14CD-FA52-4722-9E6B-9620572BB160}"/>
              </a:ext>
            </a:extLst>
          </p:cNvPr>
          <p:cNvSpPr>
            <a:spLocks noGrp="1"/>
          </p:cNvSpPr>
          <p:nvPr/>
        </p:nvSpPr>
        <p:spPr>
          <a:xfrm>
            <a:off x="6682740" y="2091690"/>
            <a:ext cx="137160" cy="76200"/>
          </a:xfrm>
          <a:prstGeom prst="roundRect">
            <a:avLst>
              <a:gd name="adj" fmla="val 10000"/>
            </a:avLst>
          </a:prstGeom>
          <a:solidFill>
            <a:srgbClr val="C0CFC7"/>
          </a:solidFill>
          <a:ln w="0">
            <a:noFill/>
          </a:ln>
        </p:spPr>
        <p:txBody>
          <a:bodyPr/>
          <a:lstStyle/>
          <a:p>
            <a:endParaRPr lang="zh-CN" altLang="en-US" sz="2000"/>
          </a:p>
        </p:txBody>
      </p:sp>
      <p:sp>
        <p:nvSpPr>
          <p:cNvPr id="32" name="key-memory-world-token-1">
            <a:extLst>
              <a:ext uri="{FF2B5EF4-FFF2-40B4-BE49-F238E27FC236}">
                <a16:creationId xmlns:a16="http://schemas.microsoft.com/office/drawing/2014/main" id="{3D3CAA28-A805-42E5-8A47-6E4127441EC9}"/>
              </a:ext>
            </a:extLst>
          </p:cNvPr>
          <p:cNvSpPr>
            <a:spLocks noGrp="1"/>
          </p:cNvSpPr>
          <p:nvPr/>
        </p:nvSpPr>
        <p:spPr>
          <a:xfrm>
            <a:off x="685800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3" name="key-memory-world-token-2">
            <a:extLst>
              <a:ext uri="{FF2B5EF4-FFF2-40B4-BE49-F238E27FC236}">
                <a16:creationId xmlns:a16="http://schemas.microsoft.com/office/drawing/2014/main" id="{ECD5FB85-774B-4D5F-ADEF-CD699FA7E04A}"/>
              </a:ext>
            </a:extLst>
          </p:cNvPr>
          <p:cNvSpPr>
            <a:spLocks noGrp="1"/>
          </p:cNvSpPr>
          <p:nvPr/>
        </p:nvSpPr>
        <p:spPr>
          <a:xfrm>
            <a:off x="703326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4" name="key-memory-world-token-3">
            <a:extLst>
              <a:ext uri="{FF2B5EF4-FFF2-40B4-BE49-F238E27FC236}">
                <a16:creationId xmlns:a16="http://schemas.microsoft.com/office/drawing/2014/main" id="{41A48469-3BB5-43A2-8678-AD63AAD1CC6F}"/>
              </a:ext>
            </a:extLst>
          </p:cNvPr>
          <p:cNvSpPr>
            <a:spLocks noGrp="1"/>
          </p:cNvSpPr>
          <p:nvPr/>
        </p:nvSpPr>
        <p:spPr>
          <a:xfrm>
            <a:off x="720852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5" name="key-memory-world-token-4">
            <a:extLst>
              <a:ext uri="{FF2B5EF4-FFF2-40B4-BE49-F238E27FC236}">
                <a16:creationId xmlns:a16="http://schemas.microsoft.com/office/drawing/2014/main" id="{1401FBAA-15CF-4E30-8F8F-AD1E8ECC763A}"/>
              </a:ext>
            </a:extLst>
          </p:cNvPr>
          <p:cNvSpPr>
            <a:spLocks noGrp="1"/>
          </p:cNvSpPr>
          <p:nvPr/>
        </p:nvSpPr>
        <p:spPr>
          <a:xfrm>
            <a:off x="738378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6" name="key-memory-world-token-5">
            <a:extLst>
              <a:ext uri="{FF2B5EF4-FFF2-40B4-BE49-F238E27FC236}">
                <a16:creationId xmlns:a16="http://schemas.microsoft.com/office/drawing/2014/main" id="{8721923C-CC93-463B-B5E2-915DF8ED0DB6}"/>
              </a:ext>
            </a:extLst>
          </p:cNvPr>
          <p:cNvSpPr>
            <a:spLocks noGrp="1"/>
          </p:cNvSpPr>
          <p:nvPr/>
        </p:nvSpPr>
        <p:spPr>
          <a:xfrm>
            <a:off x="755904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7" name="key-memory-world-token-6">
            <a:extLst>
              <a:ext uri="{FF2B5EF4-FFF2-40B4-BE49-F238E27FC236}">
                <a16:creationId xmlns:a16="http://schemas.microsoft.com/office/drawing/2014/main" id="{0C181A58-7D8E-498A-846E-8DC2D1F8209B}"/>
              </a:ext>
            </a:extLst>
          </p:cNvPr>
          <p:cNvSpPr>
            <a:spLocks noGrp="1"/>
          </p:cNvSpPr>
          <p:nvPr/>
        </p:nvSpPr>
        <p:spPr>
          <a:xfrm>
            <a:off x="773430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8" name="key-memory-action-token-0">
            <a:extLst>
              <a:ext uri="{FF2B5EF4-FFF2-40B4-BE49-F238E27FC236}">
                <a16:creationId xmlns:a16="http://schemas.microsoft.com/office/drawing/2014/main" id="{20892F55-B236-43F2-A00D-DAF5F0204090}"/>
              </a:ext>
            </a:extLst>
          </p:cNvPr>
          <p:cNvSpPr>
            <a:spLocks noGrp="1"/>
          </p:cNvSpPr>
          <p:nvPr/>
        </p:nvSpPr>
        <p:spPr>
          <a:xfrm>
            <a:off x="8054340" y="2091690"/>
            <a:ext cx="137160" cy="76200"/>
          </a:xfrm>
          <a:prstGeom prst="roundRect">
            <a:avLst>
              <a:gd name="adj" fmla="val 10000"/>
            </a:avLst>
          </a:prstGeom>
          <a:solidFill>
            <a:srgbClr val="C0CFC7"/>
          </a:solidFill>
          <a:ln w="0">
            <a:noFill/>
          </a:ln>
        </p:spPr>
        <p:txBody>
          <a:bodyPr/>
          <a:lstStyle/>
          <a:p>
            <a:endParaRPr lang="zh-CN" altLang="en-US" sz="2000"/>
          </a:p>
        </p:txBody>
      </p:sp>
      <p:sp>
        <p:nvSpPr>
          <p:cNvPr id="39" name="key-memory-action-token-1">
            <a:extLst>
              <a:ext uri="{FF2B5EF4-FFF2-40B4-BE49-F238E27FC236}">
                <a16:creationId xmlns:a16="http://schemas.microsoft.com/office/drawing/2014/main" id="{6495B9BA-BA18-4793-8BA8-3ACD247CBD09}"/>
              </a:ext>
            </a:extLst>
          </p:cNvPr>
          <p:cNvSpPr>
            <a:spLocks noGrp="1"/>
          </p:cNvSpPr>
          <p:nvPr/>
        </p:nvSpPr>
        <p:spPr>
          <a:xfrm>
            <a:off x="822960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0" name="key-memory-action-token-2">
            <a:extLst>
              <a:ext uri="{FF2B5EF4-FFF2-40B4-BE49-F238E27FC236}">
                <a16:creationId xmlns:a16="http://schemas.microsoft.com/office/drawing/2014/main" id="{2730173B-4D78-4FEB-8A7A-A9806B02F2E7}"/>
              </a:ext>
            </a:extLst>
          </p:cNvPr>
          <p:cNvSpPr>
            <a:spLocks noGrp="1"/>
          </p:cNvSpPr>
          <p:nvPr/>
        </p:nvSpPr>
        <p:spPr>
          <a:xfrm>
            <a:off x="840486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1" name="key-memory-action-token-3">
            <a:extLst>
              <a:ext uri="{FF2B5EF4-FFF2-40B4-BE49-F238E27FC236}">
                <a16:creationId xmlns:a16="http://schemas.microsoft.com/office/drawing/2014/main" id="{77BD0583-2C00-4D69-BC0D-C06FCC490F1E}"/>
              </a:ext>
            </a:extLst>
          </p:cNvPr>
          <p:cNvSpPr>
            <a:spLocks noGrp="1"/>
          </p:cNvSpPr>
          <p:nvPr/>
        </p:nvSpPr>
        <p:spPr>
          <a:xfrm>
            <a:off x="858012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2" name="key-memory-action-token-4">
            <a:extLst>
              <a:ext uri="{FF2B5EF4-FFF2-40B4-BE49-F238E27FC236}">
                <a16:creationId xmlns:a16="http://schemas.microsoft.com/office/drawing/2014/main" id="{101F48AA-B5D2-4979-A9FC-DBBFFF70C7F7}"/>
              </a:ext>
            </a:extLst>
          </p:cNvPr>
          <p:cNvSpPr>
            <a:spLocks noGrp="1"/>
          </p:cNvSpPr>
          <p:nvPr/>
        </p:nvSpPr>
        <p:spPr>
          <a:xfrm>
            <a:off x="875538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3" name="key-memory-action-token-5">
            <a:extLst>
              <a:ext uri="{FF2B5EF4-FFF2-40B4-BE49-F238E27FC236}">
                <a16:creationId xmlns:a16="http://schemas.microsoft.com/office/drawing/2014/main" id="{56AF946B-E749-485E-A91B-5F216BFB7F4C}"/>
              </a:ext>
            </a:extLst>
          </p:cNvPr>
          <p:cNvSpPr>
            <a:spLocks noGrp="1"/>
          </p:cNvSpPr>
          <p:nvPr/>
        </p:nvSpPr>
        <p:spPr>
          <a:xfrm>
            <a:off x="893064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4" name="key-memory-action-token-6">
            <a:extLst>
              <a:ext uri="{FF2B5EF4-FFF2-40B4-BE49-F238E27FC236}">
                <a16:creationId xmlns:a16="http://schemas.microsoft.com/office/drawing/2014/main" id="{A9CA87C8-BF88-4FED-A112-861B9DB05414}"/>
              </a:ext>
            </a:extLst>
          </p:cNvPr>
          <p:cNvSpPr>
            <a:spLocks noGrp="1"/>
          </p:cNvSpPr>
          <p:nvPr/>
        </p:nvSpPr>
        <p:spPr>
          <a:xfrm>
            <a:off x="910590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5" name="key-memory-action-token-7">
            <a:extLst>
              <a:ext uri="{FF2B5EF4-FFF2-40B4-BE49-F238E27FC236}">
                <a16:creationId xmlns:a16="http://schemas.microsoft.com/office/drawing/2014/main" id="{9C87E100-9150-4C23-9ACB-6EE2FBE555B1}"/>
              </a:ext>
            </a:extLst>
          </p:cNvPr>
          <p:cNvSpPr>
            <a:spLocks noGrp="1"/>
          </p:cNvSpPr>
          <p:nvPr/>
        </p:nvSpPr>
        <p:spPr>
          <a:xfrm>
            <a:off x="9281160" y="2091690"/>
            <a:ext cx="137160" cy="76200"/>
          </a:xfrm>
          <a:prstGeom prst="roundRect">
            <a:avLst>
              <a:gd name="adj" fmla="val 10000"/>
            </a:avLst>
          </a:prstGeom>
          <a:solidFill>
            <a:srgbClr val="93B4A6"/>
          </a:solidFill>
          <a:ln w="0">
            <a:noFill/>
          </a:ln>
        </p:spPr>
        <p:txBody>
          <a:bodyPr/>
          <a:lstStyle/>
          <a:p>
            <a:endParaRPr lang="zh-CN" altLang="en-US" sz="2000"/>
          </a:p>
        </p:txBody>
      </p:sp>
      <p:pic>
        <p:nvPicPr>
          <p:cNvPr id="521" name="图形 520"/>
          <p:cNvPicPr>
            <a:picLocks noChangeAspect="1"/>
          </p:cNvPicPr>
          <p:nvPr/>
        </p:nvPicPr>
        <p:blipFill>
          <a:blip r:embed="rId9">
            <a:extLst>
              <a:ext uri="{96DAC541-7B7A-43D3-8B79-37D633B846F1}">
                <asvg:svgBlip xmlns:asvg="http://schemas.microsoft.com/office/drawing/2016/SVG/main" r:embed="rId10"/>
              </a:ext>
            </a:extLst>
          </a:blip>
          <a:stretch/>
        </p:blipFill>
        <p:spPr>
          <a:xfrm>
            <a:off x="6392323" y="2275999"/>
            <a:ext cx="146495" cy="134303"/>
          </a:xfrm>
          <a:prstGeom prst="rect">
            <a:avLst/>
          </a:prstGeom>
        </p:spPr>
      </p:pic>
      <p:sp>
        <p:nvSpPr>
          <p:cNvPr id="47" name="value-memory-world-top">
            <a:extLst>
              <a:ext uri="{FF2B5EF4-FFF2-40B4-BE49-F238E27FC236}">
                <a16:creationId xmlns:a16="http://schemas.microsoft.com/office/drawing/2014/main" id="{6EF6DD28-613C-4C7D-B1F1-AB6A011F1B62}"/>
              </a:ext>
            </a:extLst>
          </p:cNvPr>
          <p:cNvSpPr>
            <a:spLocks noGrp="1"/>
          </p:cNvSpPr>
          <p:nvPr/>
        </p:nvSpPr>
        <p:spPr>
          <a:xfrm>
            <a:off x="6644640" y="2244090"/>
            <a:ext cx="1318260" cy="30480"/>
          </a:xfrm>
          <a:custGeom>
            <a:avLst/>
            <a:gdLst/>
            <a:ahLst/>
            <a:cxnLst/>
            <a:rect l="0" t="0" r="0" b="0"/>
            <a:pathLst>
              <a:path w="1647825" h="38100">
                <a:moveTo>
                  <a:pt x="0" y="38100"/>
                </a:moveTo>
                <a:lnTo>
                  <a:pt x="38100" y="0"/>
                </a:lnTo>
                <a:lnTo>
                  <a:pt x="1647825" y="0"/>
                </a:lnTo>
                <a:lnTo>
                  <a:pt x="1609725" y="38100"/>
                </a:lnTo>
                <a:close/>
              </a:path>
            </a:pathLst>
          </a:custGeom>
          <a:solidFill>
            <a:srgbClr val="F9FAFD"/>
          </a:solidFill>
          <a:ln w="11430">
            <a:solidFill>
              <a:srgbClr val="63788A"/>
            </a:solidFill>
          </a:ln>
        </p:spPr>
        <p:txBody>
          <a:bodyPr/>
          <a:lstStyle/>
          <a:p>
            <a:endParaRPr lang="zh-CN" altLang="en-US" sz="2000"/>
          </a:p>
        </p:txBody>
      </p:sp>
      <p:sp>
        <p:nvSpPr>
          <p:cNvPr id="48" name="value-memory-world-side">
            <a:extLst>
              <a:ext uri="{FF2B5EF4-FFF2-40B4-BE49-F238E27FC236}">
                <a16:creationId xmlns:a16="http://schemas.microsoft.com/office/drawing/2014/main" id="{06451043-7EF6-44BF-BFBD-7ABB38A28EC1}"/>
              </a:ext>
            </a:extLst>
          </p:cNvPr>
          <p:cNvSpPr>
            <a:spLocks noGrp="1"/>
          </p:cNvSpPr>
          <p:nvPr/>
        </p:nvSpPr>
        <p:spPr>
          <a:xfrm>
            <a:off x="7932420" y="224409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5D1DD"/>
          </a:solidFill>
          <a:ln w="11430">
            <a:solidFill>
              <a:srgbClr val="63788A"/>
            </a:solidFill>
          </a:ln>
        </p:spPr>
        <p:txBody>
          <a:bodyPr/>
          <a:lstStyle/>
          <a:p>
            <a:endParaRPr lang="zh-CN" altLang="en-US" sz="2000"/>
          </a:p>
        </p:txBody>
      </p:sp>
      <p:sp>
        <p:nvSpPr>
          <p:cNvPr id="49" name="value-memory-world-front">
            <a:extLst>
              <a:ext uri="{FF2B5EF4-FFF2-40B4-BE49-F238E27FC236}">
                <a16:creationId xmlns:a16="http://schemas.microsoft.com/office/drawing/2014/main" id="{276C933D-F082-42A4-8B72-99FE40668B2A}"/>
              </a:ext>
            </a:extLst>
          </p:cNvPr>
          <p:cNvSpPr>
            <a:spLocks noGrp="1"/>
          </p:cNvSpPr>
          <p:nvPr/>
        </p:nvSpPr>
        <p:spPr>
          <a:xfrm>
            <a:off x="6644640" y="2274570"/>
            <a:ext cx="1287780" cy="137160"/>
          </a:xfrm>
          <a:prstGeom prst="rect">
            <a:avLst/>
          </a:prstGeom>
          <a:solidFill>
            <a:srgbClr val="E4EB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50" name="value-memory-action-top">
            <a:extLst>
              <a:ext uri="{FF2B5EF4-FFF2-40B4-BE49-F238E27FC236}">
                <a16:creationId xmlns:a16="http://schemas.microsoft.com/office/drawing/2014/main" id="{D18EF014-2934-4818-A125-BA008317CCED}"/>
              </a:ext>
            </a:extLst>
          </p:cNvPr>
          <p:cNvSpPr>
            <a:spLocks noGrp="1"/>
          </p:cNvSpPr>
          <p:nvPr/>
        </p:nvSpPr>
        <p:spPr>
          <a:xfrm>
            <a:off x="8016240" y="2244090"/>
            <a:ext cx="1493520" cy="30480"/>
          </a:xfrm>
          <a:custGeom>
            <a:avLst/>
            <a:gdLst/>
            <a:ahLst/>
            <a:cxnLst/>
            <a:rect l="0" t="0" r="0" b="0"/>
            <a:pathLst>
              <a:path w="1866900" h="38100">
                <a:moveTo>
                  <a:pt x="0" y="38100"/>
                </a:moveTo>
                <a:lnTo>
                  <a:pt x="38100" y="0"/>
                </a:lnTo>
                <a:lnTo>
                  <a:pt x="1866900" y="0"/>
                </a:lnTo>
                <a:lnTo>
                  <a:pt x="1828800" y="38100"/>
                </a:lnTo>
                <a:close/>
              </a:path>
            </a:pathLst>
          </a:custGeom>
          <a:solidFill>
            <a:srgbClr val="F9FAFD"/>
          </a:solidFill>
          <a:ln w="11430">
            <a:solidFill>
              <a:srgbClr val="63788A"/>
            </a:solidFill>
          </a:ln>
        </p:spPr>
        <p:txBody>
          <a:bodyPr/>
          <a:lstStyle/>
          <a:p>
            <a:endParaRPr lang="zh-CN" altLang="en-US" sz="2000"/>
          </a:p>
        </p:txBody>
      </p:sp>
      <p:sp>
        <p:nvSpPr>
          <p:cNvPr id="51" name="value-memory-action-side">
            <a:extLst>
              <a:ext uri="{FF2B5EF4-FFF2-40B4-BE49-F238E27FC236}">
                <a16:creationId xmlns:a16="http://schemas.microsoft.com/office/drawing/2014/main" id="{84CA9B45-60A1-4B01-8269-FBF0F16A0D40}"/>
              </a:ext>
            </a:extLst>
          </p:cNvPr>
          <p:cNvSpPr>
            <a:spLocks noGrp="1"/>
          </p:cNvSpPr>
          <p:nvPr/>
        </p:nvSpPr>
        <p:spPr>
          <a:xfrm>
            <a:off x="9479280" y="224409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2D2C9"/>
          </a:solidFill>
          <a:ln w="11430">
            <a:solidFill>
              <a:srgbClr val="63788A"/>
            </a:solidFill>
          </a:ln>
        </p:spPr>
        <p:txBody>
          <a:bodyPr/>
          <a:lstStyle/>
          <a:p>
            <a:endParaRPr lang="zh-CN" altLang="en-US" sz="2000"/>
          </a:p>
        </p:txBody>
      </p:sp>
      <p:sp>
        <p:nvSpPr>
          <p:cNvPr id="52" name="value-memory-action-front">
            <a:extLst>
              <a:ext uri="{FF2B5EF4-FFF2-40B4-BE49-F238E27FC236}">
                <a16:creationId xmlns:a16="http://schemas.microsoft.com/office/drawing/2014/main" id="{A2CD90F6-B687-4149-916C-61A6DC58A6B9}"/>
              </a:ext>
            </a:extLst>
          </p:cNvPr>
          <p:cNvSpPr>
            <a:spLocks noGrp="1"/>
          </p:cNvSpPr>
          <p:nvPr/>
        </p:nvSpPr>
        <p:spPr>
          <a:xfrm>
            <a:off x="8016240" y="2274570"/>
            <a:ext cx="1463040" cy="137160"/>
          </a:xfrm>
          <a:prstGeom prst="rect">
            <a:avLst/>
          </a:prstGeom>
          <a:solidFill>
            <a:srgbClr val="E2EBE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53" name="value-memory-world-token-0">
            <a:extLst>
              <a:ext uri="{FF2B5EF4-FFF2-40B4-BE49-F238E27FC236}">
                <a16:creationId xmlns:a16="http://schemas.microsoft.com/office/drawing/2014/main" id="{A4B877FB-FA29-4538-8106-B13871F97F2C}"/>
              </a:ext>
            </a:extLst>
          </p:cNvPr>
          <p:cNvSpPr>
            <a:spLocks noGrp="1"/>
          </p:cNvSpPr>
          <p:nvPr/>
        </p:nvSpPr>
        <p:spPr>
          <a:xfrm>
            <a:off x="6682740" y="2305050"/>
            <a:ext cx="137160" cy="76200"/>
          </a:xfrm>
          <a:prstGeom prst="roundRect">
            <a:avLst>
              <a:gd name="adj" fmla="val 10000"/>
            </a:avLst>
          </a:prstGeom>
          <a:solidFill>
            <a:srgbClr val="C0CFC7"/>
          </a:solidFill>
          <a:ln w="0">
            <a:noFill/>
          </a:ln>
        </p:spPr>
        <p:txBody>
          <a:bodyPr/>
          <a:lstStyle/>
          <a:p>
            <a:endParaRPr lang="zh-CN" altLang="en-US" sz="2000"/>
          </a:p>
        </p:txBody>
      </p:sp>
      <p:sp>
        <p:nvSpPr>
          <p:cNvPr id="54" name="value-memory-world-token-1">
            <a:extLst>
              <a:ext uri="{FF2B5EF4-FFF2-40B4-BE49-F238E27FC236}">
                <a16:creationId xmlns:a16="http://schemas.microsoft.com/office/drawing/2014/main" id="{53D9A00F-2E6E-4F77-9133-D983617058C4}"/>
              </a:ext>
            </a:extLst>
          </p:cNvPr>
          <p:cNvSpPr>
            <a:spLocks noGrp="1"/>
          </p:cNvSpPr>
          <p:nvPr/>
        </p:nvSpPr>
        <p:spPr>
          <a:xfrm>
            <a:off x="685800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5" name="value-memory-world-token-2">
            <a:extLst>
              <a:ext uri="{FF2B5EF4-FFF2-40B4-BE49-F238E27FC236}">
                <a16:creationId xmlns:a16="http://schemas.microsoft.com/office/drawing/2014/main" id="{737596D2-7620-4A0F-B84E-A8D21A3DB8DD}"/>
              </a:ext>
            </a:extLst>
          </p:cNvPr>
          <p:cNvSpPr>
            <a:spLocks noGrp="1"/>
          </p:cNvSpPr>
          <p:nvPr/>
        </p:nvSpPr>
        <p:spPr>
          <a:xfrm>
            <a:off x="703326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56" name="value-memory-world-token-3">
            <a:extLst>
              <a:ext uri="{FF2B5EF4-FFF2-40B4-BE49-F238E27FC236}">
                <a16:creationId xmlns:a16="http://schemas.microsoft.com/office/drawing/2014/main" id="{D593C2B3-A342-439E-AA9F-ED9D0743A06E}"/>
              </a:ext>
            </a:extLst>
          </p:cNvPr>
          <p:cNvSpPr>
            <a:spLocks noGrp="1"/>
          </p:cNvSpPr>
          <p:nvPr/>
        </p:nvSpPr>
        <p:spPr>
          <a:xfrm>
            <a:off x="720852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7" name="value-memory-world-token-4">
            <a:extLst>
              <a:ext uri="{FF2B5EF4-FFF2-40B4-BE49-F238E27FC236}">
                <a16:creationId xmlns:a16="http://schemas.microsoft.com/office/drawing/2014/main" id="{675ECD5E-B14D-4617-A3DD-7A133826C3EB}"/>
              </a:ext>
            </a:extLst>
          </p:cNvPr>
          <p:cNvSpPr>
            <a:spLocks noGrp="1"/>
          </p:cNvSpPr>
          <p:nvPr/>
        </p:nvSpPr>
        <p:spPr>
          <a:xfrm>
            <a:off x="738378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58" name="value-memory-world-token-5">
            <a:extLst>
              <a:ext uri="{FF2B5EF4-FFF2-40B4-BE49-F238E27FC236}">
                <a16:creationId xmlns:a16="http://schemas.microsoft.com/office/drawing/2014/main" id="{F070ADCB-84E5-47FA-8B8A-D0E64B6303F4}"/>
              </a:ext>
            </a:extLst>
          </p:cNvPr>
          <p:cNvSpPr>
            <a:spLocks noGrp="1"/>
          </p:cNvSpPr>
          <p:nvPr/>
        </p:nvSpPr>
        <p:spPr>
          <a:xfrm>
            <a:off x="755904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9" name="value-memory-world-token-6">
            <a:extLst>
              <a:ext uri="{FF2B5EF4-FFF2-40B4-BE49-F238E27FC236}">
                <a16:creationId xmlns:a16="http://schemas.microsoft.com/office/drawing/2014/main" id="{99C593DF-1E51-4ED3-A4C0-1CF41762425B}"/>
              </a:ext>
            </a:extLst>
          </p:cNvPr>
          <p:cNvSpPr>
            <a:spLocks noGrp="1"/>
          </p:cNvSpPr>
          <p:nvPr/>
        </p:nvSpPr>
        <p:spPr>
          <a:xfrm>
            <a:off x="773430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60" name="value-memory-action-token-0">
            <a:extLst>
              <a:ext uri="{FF2B5EF4-FFF2-40B4-BE49-F238E27FC236}">
                <a16:creationId xmlns:a16="http://schemas.microsoft.com/office/drawing/2014/main" id="{22411FFB-A3FE-4167-97F7-7CD8126F9685}"/>
              </a:ext>
            </a:extLst>
          </p:cNvPr>
          <p:cNvSpPr>
            <a:spLocks noGrp="1"/>
          </p:cNvSpPr>
          <p:nvPr/>
        </p:nvSpPr>
        <p:spPr>
          <a:xfrm>
            <a:off x="8054340" y="2305050"/>
            <a:ext cx="137160" cy="76200"/>
          </a:xfrm>
          <a:prstGeom prst="roundRect">
            <a:avLst>
              <a:gd name="adj" fmla="val 10000"/>
            </a:avLst>
          </a:prstGeom>
          <a:solidFill>
            <a:srgbClr val="C0CFC7"/>
          </a:solidFill>
          <a:ln w="0">
            <a:noFill/>
          </a:ln>
        </p:spPr>
        <p:txBody>
          <a:bodyPr/>
          <a:lstStyle/>
          <a:p>
            <a:endParaRPr lang="zh-CN" altLang="en-US" sz="2000"/>
          </a:p>
        </p:txBody>
      </p:sp>
      <p:sp>
        <p:nvSpPr>
          <p:cNvPr id="61" name="value-memory-action-token-1">
            <a:extLst>
              <a:ext uri="{FF2B5EF4-FFF2-40B4-BE49-F238E27FC236}">
                <a16:creationId xmlns:a16="http://schemas.microsoft.com/office/drawing/2014/main" id="{5FACA9F0-F6D3-4058-BC53-5EF3319860B3}"/>
              </a:ext>
            </a:extLst>
          </p:cNvPr>
          <p:cNvSpPr>
            <a:spLocks noGrp="1"/>
          </p:cNvSpPr>
          <p:nvPr/>
        </p:nvSpPr>
        <p:spPr>
          <a:xfrm>
            <a:off x="822960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2" name="value-memory-action-token-2">
            <a:extLst>
              <a:ext uri="{FF2B5EF4-FFF2-40B4-BE49-F238E27FC236}">
                <a16:creationId xmlns:a16="http://schemas.microsoft.com/office/drawing/2014/main" id="{7F636BE8-3782-4E56-98C3-4785637E8864}"/>
              </a:ext>
            </a:extLst>
          </p:cNvPr>
          <p:cNvSpPr>
            <a:spLocks noGrp="1"/>
          </p:cNvSpPr>
          <p:nvPr/>
        </p:nvSpPr>
        <p:spPr>
          <a:xfrm>
            <a:off x="840486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3" name="value-memory-action-token-3">
            <a:extLst>
              <a:ext uri="{FF2B5EF4-FFF2-40B4-BE49-F238E27FC236}">
                <a16:creationId xmlns:a16="http://schemas.microsoft.com/office/drawing/2014/main" id="{ABDF167F-D542-42C0-BB27-D66D548E7B08}"/>
              </a:ext>
            </a:extLst>
          </p:cNvPr>
          <p:cNvSpPr>
            <a:spLocks noGrp="1"/>
          </p:cNvSpPr>
          <p:nvPr/>
        </p:nvSpPr>
        <p:spPr>
          <a:xfrm>
            <a:off x="858012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4" name="value-memory-action-token-4">
            <a:extLst>
              <a:ext uri="{FF2B5EF4-FFF2-40B4-BE49-F238E27FC236}">
                <a16:creationId xmlns:a16="http://schemas.microsoft.com/office/drawing/2014/main" id="{90930E5A-3A7E-47DB-BC9A-1D375CFEC7DD}"/>
              </a:ext>
            </a:extLst>
          </p:cNvPr>
          <p:cNvSpPr>
            <a:spLocks noGrp="1"/>
          </p:cNvSpPr>
          <p:nvPr/>
        </p:nvSpPr>
        <p:spPr>
          <a:xfrm>
            <a:off x="875538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5" name="value-memory-action-token-5">
            <a:extLst>
              <a:ext uri="{FF2B5EF4-FFF2-40B4-BE49-F238E27FC236}">
                <a16:creationId xmlns:a16="http://schemas.microsoft.com/office/drawing/2014/main" id="{9FA4FB3C-5DAA-4F61-8C2A-519BD55AE514}"/>
              </a:ext>
            </a:extLst>
          </p:cNvPr>
          <p:cNvSpPr>
            <a:spLocks noGrp="1"/>
          </p:cNvSpPr>
          <p:nvPr/>
        </p:nvSpPr>
        <p:spPr>
          <a:xfrm>
            <a:off x="893064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6" name="value-memory-action-token-6">
            <a:extLst>
              <a:ext uri="{FF2B5EF4-FFF2-40B4-BE49-F238E27FC236}">
                <a16:creationId xmlns:a16="http://schemas.microsoft.com/office/drawing/2014/main" id="{B954970E-E589-4EB1-B0EE-5863520D656C}"/>
              </a:ext>
            </a:extLst>
          </p:cNvPr>
          <p:cNvSpPr>
            <a:spLocks noGrp="1"/>
          </p:cNvSpPr>
          <p:nvPr/>
        </p:nvSpPr>
        <p:spPr>
          <a:xfrm>
            <a:off x="910590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7" name="value-memory-action-token-7">
            <a:extLst>
              <a:ext uri="{FF2B5EF4-FFF2-40B4-BE49-F238E27FC236}">
                <a16:creationId xmlns:a16="http://schemas.microsoft.com/office/drawing/2014/main" id="{C0984E6F-453F-4BAD-B815-E8EE91438794}"/>
              </a:ext>
            </a:extLst>
          </p:cNvPr>
          <p:cNvSpPr>
            <a:spLocks noGrp="1"/>
          </p:cNvSpPr>
          <p:nvPr/>
        </p:nvSpPr>
        <p:spPr>
          <a:xfrm>
            <a:off x="928116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8" name="video-source-title">
            <a:extLst>
              <a:ext uri="{FF2B5EF4-FFF2-40B4-BE49-F238E27FC236}">
                <a16:creationId xmlns:a16="http://schemas.microsoft.com/office/drawing/2014/main" id="{1C7C423D-F320-4C3C-85E8-D81DB448227E}"/>
              </a:ext>
            </a:extLst>
          </p:cNvPr>
          <p:cNvSpPr>
            <a:spLocks noGrp="1"/>
          </p:cNvSpPr>
          <p:nvPr/>
        </p:nvSpPr>
        <p:spPr>
          <a:xfrm>
            <a:off x="228600" y="1014504"/>
            <a:ext cx="1752600" cy="259080"/>
          </a:xfrm>
          <a:prstGeom prst="rect">
            <a:avLst/>
          </a:prstGeom>
          <a:noFill/>
          <a:ln w="0">
            <a:noFill/>
          </a:ln>
        </p:spPr>
        <p:txBody>
          <a:bodyPr wrap="none" lIns="0" tIns="0" rIns="0" bIns="0" anchor="ctr">
            <a:noAutofit/>
          </a:bodyPr>
          <a:lstStyle/>
          <a:p>
            <a:pPr algn="ctr">
              <a:defRPr sz="138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Robot / human data</a:t>
            </a:r>
          </a:p>
        </p:txBody>
      </p:sp>
      <p:pic>
        <p:nvPicPr>
          <p:cNvPr id="544" name="图片 543"/>
          <p:cNvPicPr>
            <a:picLocks noChangeAspect="1"/>
          </p:cNvPicPr>
          <p:nvPr/>
        </p:nvPicPr>
        <p:blipFill>
          <a:blip r:embed="rId11"/>
          <a:stretch/>
        </p:blipFill>
        <p:spPr>
          <a:xfrm>
            <a:off x="228600" y="1363980"/>
            <a:ext cx="1714500" cy="1143000"/>
          </a:xfrm>
          <a:prstGeom prst="rect">
            <a:avLst/>
          </a:prstGeom>
        </p:spPr>
      </p:pic>
      <p:sp>
        <p:nvSpPr>
          <p:cNvPr id="70" name="film-top">
            <a:extLst>
              <a:ext uri="{FF2B5EF4-FFF2-40B4-BE49-F238E27FC236}">
                <a16:creationId xmlns:a16="http://schemas.microsoft.com/office/drawing/2014/main" id="{25AE6A19-CA1C-4B07-97E5-582609C2F70E}"/>
              </a:ext>
            </a:extLst>
          </p:cNvPr>
          <p:cNvSpPr>
            <a:spLocks noGrp="1"/>
          </p:cNvSpPr>
          <p:nvPr/>
        </p:nvSpPr>
        <p:spPr>
          <a:xfrm>
            <a:off x="228600" y="1348740"/>
            <a:ext cx="1714500" cy="0"/>
          </a:xfrm>
          <a:prstGeom prst="line">
            <a:avLst/>
          </a:prstGeom>
          <a:noFill/>
          <a:ln w="12954">
            <a:solidFill>
              <a:srgbClr val="63788A"/>
            </a:solidFill>
          </a:ln>
        </p:spPr>
        <p:txBody>
          <a:bodyPr/>
          <a:lstStyle/>
          <a:p>
            <a:endParaRPr lang="zh-CN" altLang="en-US" sz="2000"/>
          </a:p>
        </p:txBody>
      </p:sp>
      <p:sp>
        <p:nvSpPr>
          <p:cNvPr id="71" name="film-bottom">
            <a:extLst>
              <a:ext uri="{FF2B5EF4-FFF2-40B4-BE49-F238E27FC236}">
                <a16:creationId xmlns:a16="http://schemas.microsoft.com/office/drawing/2014/main" id="{4BFF5971-4D22-4DCE-8CBC-77AEA6AE2085}"/>
              </a:ext>
            </a:extLst>
          </p:cNvPr>
          <p:cNvSpPr>
            <a:spLocks noGrp="1"/>
          </p:cNvSpPr>
          <p:nvPr/>
        </p:nvSpPr>
        <p:spPr>
          <a:xfrm>
            <a:off x="228600" y="2522220"/>
            <a:ext cx="1714500" cy="0"/>
          </a:xfrm>
          <a:prstGeom prst="line">
            <a:avLst/>
          </a:prstGeom>
          <a:noFill/>
          <a:ln w="12954">
            <a:solidFill>
              <a:srgbClr val="63788A"/>
            </a:solidFill>
          </a:ln>
        </p:spPr>
        <p:txBody>
          <a:bodyPr/>
          <a:lstStyle/>
          <a:p>
            <a:endParaRPr lang="zh-CN" altLang="en-US" sz="2000"/>
          </a:p>
        </p:txBody>
      </p:sp>
      <p:sp>
        <p:nvSpPr>
          <p:cNvPr id="72" name="film-top-perforation0">
            <a:extLst>
              <a:ext uri="{FF2B5EF4-FFF2-40B4-BE49-F238E27FC236}">
                <a16:creationId xmlns:a16="http://schemas.microsoft.com/office/drawing/2014/main" id="{BF9B76FD-D650-4E73-B430-B15E550CD90C}"/>
              </a:ext>
            </a:extLst>
          </p:cNvPr>
          <p:cNvSpPr>
            <a:spLocks noGrp="1"/>
          </p:cNvSpPr>
          <p:nvPr/>
        </p:nvSpPr>
        <p:spPr>
          <a:xfrm>
            <a:off x="266700" y="1318260"/>
            <a:ext cx="76200" cy="22860"/>
          </a:xfrm>
          <a:prstGeom prst="rect">
            <a:avLst/>
          </a:prstGeom>
          <a:solidFill>
            <a:srgbClr val="63788A"/>
          </a:solidFill>
          <a:ln w="0">
            <a:noFill/>
          </a:ln>
        </p:spPr>
        <p:txBody>
          <a:bodyPr/>
          <a:lstStyle/>
          <a:p>
            <a:endParaRPr lang="zh-CN" altLang="en-US" sz="2000"/>
          </a:p>
        </p:txBody>
      </p:sp>
      <p:sp>
        <p:nvSpPr>
          <p:cNvPr id="73" name="film-bottom-perforation0">
            <a:extLst>
              <a:ext uri="{FF2B5EF4-FFF2-40B4-BE49-F238E27FC236}">
                <a16:creationId xmlns:a16="http://schemas.microsoft.com/office/drawing/2014/main" id="{0EFDC3F9-7CF0-4B28-A5CE-D068B446FF03}"/>
              </a:ext>
            </a:extLst>
          </p:cNvPr>
          <p:cNvSpPr>
            <a:spLocks noGrp="1"/>
          </p:cNvSpPr>
          <p:nvPr/>
        </p:nvSpPr>
        <p:spPr>
          <a:xfrm>
            <a:off x="266700" y="2537460"/>
            <a:ext cx="76200" cy="22860"/>
          </a:xfrm>
          <a:prstGeom prst="rect">
            <a:avLst/>
          </a:prstGeom>
          <a:solidFill>
            <a:srgbClr val="63788A"/>
          </a:solidFill>
          <a:ln w="0">
            <a:noFill/>
          </a:ln>
        </p:spPr>
        <p:txBody>
          <a:bodyPr/>
          <a:lstStyle/>
          <a:p>
            <a:endParaRPr lang="zh-CN" altLang="en-US" sz="2000"/>
          </a:p>
        </p:txBody>
      </p:sp>
      <p:sp>
        <p:nvSpPr>
          <p:cNvPr id="74" name="film-top-perforation1">
            <a:extLst>
              <a:ext uri="{FF2B5EF4-FFF2-40B4-BE49-F238E27FC236}">
                <a16:creationId xmlns:a16="http://schemas.microsoft.com/office/drawing/2014/main" id="{114FC6B1-F2C8-4E5B-9727-C12325224D9B}"/>
              </a:ext>
            </a:extLst>
          </p:cNvPr>
          <p:cNvSpPr>
            <a:spLocks noGrp="1"/>
          </p:cNvSpPr>
          <p:nvPr/>
        </p:nvSpPr>
        <p:spPr>
          <a:xfrm>
            <a:off x="434340" y="1318260"/>
            <a:ext cx="76200" cy="22860"/>
          </a:xfrm>
          <a:prstGeom prst="rect">
            <a:avLst/>
          </a:prstGeom>
          <a:solidFill>
            <a:srgbClr val="63788A"/>
          </a:solidFill>
          <a:ln w="0">
            <a:noFill/>
          </a:ln>
        </p:spPr>
        <p:txBody>
          <a:bodyPr/>
          <a:lstStyle/>
          <a:p>
            <a:endParaRPr lang="zh-CN" altLang="en-US" sz="2000"/>
          </a:p>
        </p:txBody>
      </p:sp>
      <p:sp>
        <p:nvSpPr>
          <p:cNvPr id="75" name="film-bottom-perforation1">
            <a:extLst>
              <a:ext uri="{FF2B5EF4-FFF2-40B4-BE49-F238E27FC236}">
                <a16:creationId xmlns:a16="http://schemas.microsoft.com/office/drawing/2014/main" id="{0107CAAA-7DAD-4BE7-B9E2-D084562DF147}"/>
              </a:ext>
            </a:extLst>
          </p:cNvPr>
          <p:cNvSpPr>
            <a:spLocks noGrp="1"/>
          </p:cNvSpPr>
          <p:nvPr/>
        </p:nvSpPr>
        <p:spPr>
          <a:xfrm>
            <a:off x="434340" y="2537460"/>
            <a:ext cx="76200" cy="22860"/>
          </a:xfrm>
          <a:prstGeom prst="rect">
            <a:avLst/>
          </a:prstGeom>
          <a:solidFill>
            <a:srgbClr val="63788A"/>
          </a:solidFill>
          <a:ln w="0">
            <a:noFill/>
          </a:ln>
        </p:spPr>
        <p:txBody>
          <a:bodyPr/>
          <a:lstStyle/>
          <a:p>
            <a:endParaRPr lang="zh-CN" altLang="en-US" sz="2000"/>
          </a:p>
        </p:txBody>
      </p:sp>
      <p:sp>
        <p:nvSpPr>
          <p:cNvPr id="76" name="film-top-perforation2">
            <a:extLst>
              <a:ext uri="{FF2B5EF4-FFF2-40B4-BE49-F238E27FC236}">
                <a16:creationId xmlns:a16="http://schemas.microsoft.com/office/drawing/2014/main" id="{BD831740-90E0-4D69-BD1C-60D987ECCDA6}"/>
              </a:ext>
            </a:extLst>
          </p:cNvPr>
          <p:cNvSpPr>
            <a:spLocks noGrp="1"/>
          </p:cNvSpPr>
          <p:nvPr/>
        </p:nvSpPr>
        <p:spPr>
          <a:xfrm>
            <a:off x="601980" y="1318260"/>
            <a:ext cx="76200" cy="22860"/>
          </a:xfrm>
          <a:prstGeom prst="rect">
            <a:avLst/>
          </a:prstGeom>
          <a:solidFill>
            <a:srgbClr val="63788A"/>
          </a:solidFill>
          <a:ln w="0">
            <a:noFill/>
          </a:ln>
        </p:spPr>
        <p:txBody>
          <a:bodyPr/>
          <a:lstStyle/>
          <a:p>
            <a:endParaRPr lang="zh-CN" altLang="en-US" sz="2000"/>
          </a:p>
        </p:txBody>
      </p:sp>
      <p:sp>
        <p:nvSpPr>
          <p:cNvPr id="77" name="film-bottom-perforation2">
            <a:extLst>
              <a:ext uri="{FF2B5EF4-FFF2-40B4-BE49-F238E27FC236}">
                <a16:creationId xmlns:a16="http://schemas.microsoft.com/office/drawing/2014/main" id="{B3C617EC-70EE-4473-97E1-F1BF367CDA2E}"/>
              </a:ext>
            </a:extLst>
          </p:cNvPr>
          <p:cNvSpPr>
            <a:spLocks noGrp="1"/>
          </p:cNvSpPr>
          <p:nvPr/>
        </p:nvSpPr>
        <p:spPr>
          <a:xfrm>
            <a:off x="601980" y="2537460"/>
            <a:ext cx="76200" cy="22860"/>
          </a:xfrm>
          <a:prstGeom prst="rect">
            <a:avLst/>
          </a:prstGeom>
          <a:solidFill>
            <a:srgbClr val="63788A"/>
          </a:solidFill>
          <a:ln w="0">
            <a:noFill/>
          </a:ln>
        </p:spPr>
        <p:txBody>
          <a:bodyPr/>
          <a:lstStyle/>
          <a:p>
            <a:endParaRPr lang="zh-CN" altLang="en-US" sz="2000"/>
          </a:p>
        </p:txBody>
      </p:sp>
      <p:sp>
        <p:nvSpPr>
          <p:cNvPr id="78" name="film-top-perforation3">
            <a:extLst>
              <a:ext uri="{FF2B5EF4-FFF2-40B4-BE49-F238E27FC236}">
                <a16:creationId xmlns:a16="http://schemas.microsoft.com/office/drawing/2014/main" id="{CAF8BC6C-54A7-4A03-893C-9DE3DD71E22D}"/>
              </a:ext>
            </a:extLst>
          </p:cNvPr>
          <p:cNvSpPr>
            <a:spLocks noGrp="1"/>
          </p:cNvSpPr>
          <p:nvPr/>
        </p:nvSpPr>
        <p:spPr>
          <a:xfrm>
            <a:off x="769620" y="1318260"/>
            <a:ext cx="76200" cy="22860"/>
          </a:xfrm>
          <a:prstGeom prst="rect">
            <a:avLst/>
          </a:prstGeom>
          <a:solidFill>
            <a:srgbClr val="63788A"/>
          </a:solidFill>
          <a:ln w="0">
            <a:noFill/>
          </a:ln>
        </p:spPr>
        <p:txBody>
          <a:bodyPr/>
          <a:lstStyle/>
          <a:p>
            <a:endParaRPr lang="zh-CN" altLang="en-US" sz="2000"/>
          </a:p>
        </p:txBody>
      </p:sp>
      <p:sp>
        <p:nvSpPr>
          <p:cNvPr id="79" name="film-bottom-perforation3">
            <a:extLst>
              <a:ext uri="{FF2B5EF4-FFF2-40B4-BE49-F238E27FC236}">
                <a16:creationId xmlns:a16="http://schemas.microsoft.com/office/drawing/2014/main" id="{4F9932A0-76B5-4306-A24B-7DAC14DBB5AC}"/>
              </a:ext>
            </a:extLst>
          </p:cNvPr>
          <p:cNvSpPr>
            <a:spLocks noGrp="1"/>
          </p:cNvSpPr>
          <p:nvPr/>
        </p:nvSpPr>
        <p:spPr>
          <a:xfrm>
            <a:off x="769620" y="2537460"/>
            <a:ext cx="76200" cy="22860"/>
          </a:xfrm>
          <a:prstGeom prst="rect">
            <a:avLst/>
          </a:prstGeom>
          <a:solidFill>
            <a:srgbClr val="63788A"/>
          </a:solidFill>
          <a:ln w="0">
            <a:noFill/>
          </a:ln>
        </p:spPr>
        <p:txBody>
          <a:bodyPr/>
          <a:lstStyle/>
          <a:p>
            <a:endParaRPr lang="zh-CN" altLang="en-US" sz="2000"/>
          </a:p>
        </p:txBody>
      </p:sp>
      <p:sp>
        <p:nvSpPr>
          <p:cNvPr id="80" name="film-top-perforation4">
            <a:extLst>
              <a:ext uri="{FF2B5EF4-FFF2-40B4-BE49-F238E27FC236}">
                <a16:creationId xmlns:a16="http://schemas.microsoft.com/office/drawing/2014/main" id="{94826155-61CE-4D1B-BEAB-1B4A70C4D960}"/>
              </a:ext>
            </a:extLst>
          </p:cNvPr>
          <p:cNvSpPr>
            <a:spLocks noGrp="1"/>
          </p:cNvSpPr>
          <p:nvPr/>
        </p:nvSpPr>
        <p:spPr>
          <a:xfrm>
            <a:off x="937260" y="1318260"/>
            <a:ext cx="76200" cy="22860"/>
          </a:xfrm>
          <a:prstGeom prst="rect">
            <a:avLst/>
          </a:prstGeom>
          <a:solidFill>
            <a:srgbClr val="63788A"/>
          </a:solidFill>
          <a:ln w="0">
            <a:noFill/>
          </a:ln>
        </p:spPr>
        <p:txBody>
          <a:bodyPr/>
          <a:lstStyle/>
          <a:p>
            <a:endParaRPr lang="zh-CN" altLang="en-US" sz="2000"/>
          </a:p>
        </p:txBody>
      </p:sp>
      <p:sp>
        <p:nvSpPr>
          <p:cNvPr id="81" name="film-bottom-perforation4">
            <a:extLst>
              <a:ext uri="{FF2B5EF4-FFF2-40B4-BE49-F238E27FC236}">
                <a16:creationId xmlns:a16="http://schemas.microsoft.com/office/drawing/2014/main" id="{029F4EA6-376E-46D8-9ECC-D2EFDB9D4DC2}"/>
              </a:ext>
            </a:extLst>
          </p:cNvPr>
          <p:cNvSpPr>
            <a:spLocks noGrp="1"/>
          </p:cNvSpPr>
          <p:nvPr/>
        </p:nvSpPr>
        <p:spPr>
          <a:xfrm>
            <a:off x="937260" y="2537460"/>
            <a:ext cx="76200" cy="22860"/>
          </a:xfrm>
          <a:prstGeom prst="rect">
            <a:avLst/>
          </a:prstGeom>
          <a:solidFill>
            <a:srgbClr val="63788A"/>
          </a:solidFill>
          <a:ln w="0">
            <a:noFill/>
          </a:ln>
        </p:spPr>
        <p:txBody>
          <a:bodyPr/>
          <a:lstStyle/>
          <a:p>
            <a:endParaRPr lang="zh-CN" altLang="en-US" sz="2000"/>
          </a:p>
        </p:txBody>
      </p:sp>
      <p:sp>
        <p:nvSpPr>
          <p:cNvPr id="82" name="film-top-perforation5">
            <a:extLst>
              <a:ext uri="{FF2B5EF4-FFF2-40B4-BE49-F238E27FC236}">
                <a16:creationId xmlns:a16="http://schemas.microsoft.com/office/drawing/2014/main" id="{F92DC0E4-0E27-4CE9-A1B8-86A1A0F5AD9E}"/>
              </a:ext>
            </a:extLst>
          </p:cNvPr>
          <p:cNvSpPr>
            <a:spLocks noGrp="1"/>
          </p:cNvSpPr>
          <p:nvPr/>
        </p:nvSpPr>
        <p:spPr>
          <a:xfrm>
            <a:off x="1104900" y="1318260"/>
            <a:ext cx="76200" cy="22860"/>
          </a:xfrm>
          <a:prstGeom prst="rect">
            <a:avLst/>
          </a:prstGeom>
          <a:solidFill>
            <a:srgbClr val="63788A"/>
          </a:solidFill>
          <a:ln w="0">
            <a:noFill/>
          </a:ln>
        </p:spPr>
        <p:txBody>
          <a:bodyPr/>
          <a:lstStyle/>
          <a:p>
            <a:endParaRPr lang="zh-CN" altLang="en-US" sz="2000"/>
          </a:p>
        </p:txBody>
      </p:sp>
      <p:sp>
        <p:nvSpPr>
          <p:cNvPr id="83" name="film-bottom-perforation5">
            <a:extLst>
              <a:ext uri="{FF2B5EF4-FFF2-40B4-BE49-F238E27FC236}">
                <a16:creationId xmlns:a16="http://schemas.microsoft.com/office/drawing/2014/main" id="{460FF646-5B44-4A11-8B90-F64115582BB5}"/>
              </a:ext>
            </a:extLst>
          </p:cNvPr>
          <p:cNvSpPr>
            <a:spLocks noGrp="1"/>
          </p:cNvSpPr>
          <p:nvPr/>
        </p:nvSpPr>
        <p:spPr>
          <a:xfrm>
            <a:off x="1104900" y="2537460"/>
            <a:ext cx="76200" cy="22860"/>
          </a:xfrm>
          <a:prstGeom prst="rect">
            <a:avLst/>
          </a:prstGeom>
          <a:solidFill>
            <a:srgbClr val="63788A"/>
          </a:solidFill>
          <a:ln w="0">
            <a:noFill/>
          </a:ln>
        </p:spPr>
        <p:txBody>
          <a:bodyPr/>
          <a:lstStyle/>
          <a:p>
            <a:endParaRPr lang="zh-CN" altLang="en-US" sz="2000"/>
          </a:p>
        </p:txBody>
      </p:sp>
      <p:sp>
        <p:nvSpPr>
          <p:cNvPr id="84" name="film-top-perforation6">
            <a:extLst>
              <a:ext uri="{FF2B5EF4-FFF2-40B4-BE49-F238E27FC236}">
                <a16:creationId xmlns:a16="http://schemas.microsoft.com/office/drawing/2014/main" id="{219C090A-E595-4A82-A52E-5E95DF5CDB33}"/>
              </a:ext>
            </a:extLst>
          </p:cNvPr>
          <p:cNvSpPr>
            <a:spLocks noGrp="1"/>
          </p:cNvSpPr>
          <p:nvPr/>
        </p:nvSpPr>
        <p:spPr>
          <a:xfrm>
            <a:off x="1272540" y="1318260"/>
            <a:ext cx="76200" cy="22860"/>
          </a:xfrm>
          <a:prstGeom prst="rect">
            <a:avLst/>
          </a:prstGeom>
          <a:solidFill>
            <a:srgbClr val="63788A"/>
          </a:solidFill>
          <a:ln w="0">
            <a:noFill/>
          </a:ln>
        </p:spPr>
        <p:txBody>
          <a:bodyPr/>
          <a:lstStyle/>
          <a:p>
            <a:endParaRPr lang="zh-CN" altLang="en-US" sz="2000"/>
          </a:p>
        </p:txBody>
      </p:sp>
      <p:sp>
        <p:nvSpPr>
          <p:cNvPr id="85" name="film-bottom-perforation6">
            <a:extLst>
              <a:ext uri="{FF2B5EF4-FFF2-40B4-BE49-F238E27FC236}">
                <a16:creationId xmlns:a16="http://schemas.microsoft.com/office/drawing/2014/main" id="{972BF609-1812-4822-B45B-5ED6CD30CE36}"/>
              </a:ext>
            </a:extLst>
          </p:cNvPr>
          <p:cNvSpPr>
            <a:spLocks noGrp="1"/>
          </p:cNvSpPr>
          <p:nvPr/>
        </p:nvSpPr>
        <p:spPr>
          <a:xfrm>
            <a:off x="1272540" y="2537460"/>
            <a:ext cx="76200" cy="22860"/>
          </a:xfrm>
          <a:prstGeom prst="rect">
            <a:avLst/>
          </a:prstGeom>
          <a:solidFill>
            <a:srgbClr val="63788A"/>
          </a:solidFill>
          <a:ln w="0">
            <a:noFill/>
          </a:ln>
        </p:spPr>
        <p:txBody>
          <a:bodyPr/>
          <a:lstStyle/>
          <a:p>
            <a:endParaRPr lang="zh-CN" altLang="en-US" sz="2000"/>
          </a:p>
        </p:txBody>
      </p:sp>
      <p:sp>
        <p:nvSpPr>
          <p:cNvPr id="86" name="film-top-perforation7">
            <a:extLst>
              <a:ext uri="{FF2B5EF4-FFF2-40B4-BE49-F238E27FC236}">
                <a16:creationId xmlns:a16="http://schemas.microsoft.com/office/drawing/2014/main" id="{36E1E8E7-C7EA-4C57-8B2D-E298C3EF1AF7}"/>
              </a:ext>
            </a:extLst>
          </p:cNvPr>
          <p:cNvSpPr>
            <a:spLocks noGrp="1"/>
          </p:cNvSpPr>
          <p:nvPr/>
        </p:nvSpPr>
        <p:spPr>
          <a:xfrm>
            <a:off x="1440180" y="1318260"/>
            <a:ext cx="76200" cy="22860"/>
          </a:xfrm>
          <a:prstGeom prst="rect">
            <a:avLst/>
          </a:prstGeom>
          <a:solidFill>
            <a:srgbClr val="63788A"/>
          </a:solidFill>
          <a:ln w="0">
            <a:noFill/>
          </a:ln>
        </p:spPr>
        <p:txBody>
          <a:bodyPr/>
          <a:lstStyle/>
          <a:p>
            <a:endParaRPr lang="zh-CN" altLang="en-US" sz="2000"/>
          </a:p>
        </p:txBody>
      </p:sp>
      <p:sp>
        <p:nvSpPr>
          <p:cNvPr id="87" name="film-bottom-perforation7">
            <a:extLst>
              <a:ext uri="{FF2B5EF4-FFF2-40B4-BE49-F238E27FC236}">
                <a16:creationId xmlns:a16="http://schemas.microsoft.com/office/drawing/2014/main" id="{C0CD7782-0EA0-476A-83EE-15E547AAAA73}"/>
              </a:ext>
            </a:extLst>
          </p:cNvPr>
          <p:cNvSpPr>
            <a:spLocks noGrp="1"/>
          </p:cNvSpPr>
          <p:nvPr/>
        </p:nvSpPr>
        <p:spPr>
          <a:xfrm>
            <a:off x="1440180" y="2537460"/>
            <a:ext cx="76200" cy="22860"/>
          </a:xfrm>
          <a:prstGeom prst="rect">
            <a:avLst/>
          </a:prstGeom>
          <a:solidFill>
            <a:srgbClr val="63788A"/>
          </a:solidFill>
          <a:ln w="0">
            <a:noFill/>
          </a:ln>
        </p:spPr>
        <p:txBody>
          <a:bodyPr/>
          <a:lstStyle/>
          <a:p>
            <a:endParaRPr lang="zh-CN" altLang="en-US" sz="2000"/>
          </a:p>
        </p:txBody>
      </p:sp>
      <p:sp>
        <p:nvSpPr>
          <p:cNvPr id="88" name="film-top-perforation8">
            <a:extLst>
              <a:ext uri="{FF2B5EF4-FFF2-40B4-BE49-F238E27FC236}">
                <a16:creationId xmlns:a16="http://schemas.microsoft.com/office/drawing/2014/main" id="{A2CF3D0E-619D-49C0-A389-BA4ABE6C0AAD}"/>
              </a:ext>
            </a:extLst>
          </p:cNvPr>
          <p:cNvSpPr>
            <a:spLocks noGrp="1"/>
          </p:cNvSpPr>
          <p:nvPr/>
        </p:nvSpPr>
        <p:spPr>
          <a:xfrm>
            <a:off x="1607820" y="1318260"/>
            <a:ext cx="76200" cy="22860"/>
          </a:xfrm>
          <a:prstGeom prst="rect">
            <a:avLst/>
          </a:prstGeom>
          <a:solidFill>
            <a:srgbClr val="63788A"/>
          </a:solidFill>
          <a:ln w="0">
            <a:noFill/>
          </a:ln>
        </p:spPr>
        <p:txBody>
          <a:bodyPr/>
          <a:lstStyle/>
          <a:p>
            <a:endParaRPr lang="zh-CN" altLang="en-US" sz="2000"/>
          </a:p>
        </p:txBody>
      </p:sp>
      <p:sp>
        <p:nvSpPr>
          <p:cNvPr id="89" name="film-bottom-perforation8">
            <a:extLst>
              <a:ext uri="{FF2B5EF4-FFF2-40B4-BE49-F238E27FC236}">
                <a16:creationId xmlns:a16="http://schemas.microsoft.com/office/drawing/2014/main" id="{3449F9D8-DFF3-49B8-B0B8-8A5FDFFEA224}"/>
              </a:ext>
            </a:extLst>
          </p:cNvPr>
          <p:cNvSpPr>
            <a:spLocks noGrp="1"/>
          </p:cNvSpPr>
          <p:nvPr/>
        </p:nvSpPr>
        <p:spPr>
          <a:xfrm>
            <a:off x="1607820" y="2537460"/>
            <a:ext cx="76200" cy="22860"/>
          </a:xfrm>
          <a:prstGeom prst="rect">
            <a:avLst/>
          </a:prstGeom>
          <a:solidFill>
            <a:srgbClr val="63788A"/>
          </a:solidFill>
          <a:ln w="0">
            <a:noFill/>
          </a:ln>
        </p:spPr>
        <p:txBody>
          <a:bodyPr/>
          <a:lstStyle/>
          <a:p>
            <a:endParaRPr lang="zh-CN" altLang="en-US" sz="2000"/>
          </a:p>
        </p:txBody>
      </p:sp>
      <p:sp>
        <p:nvSpPr>
          <p:cNvPr id="90" name="film-top-perforation9">
            <a:extLst>
              <a:ext uri="{FF2B5EF4-FFF2-40B4-BE49-F238E27FC236}">
                <a16:creationId xmlns:a16="http://schemas.microsoft.com/office/drawing/2014/main" id="{503915FE-6B1E-45DC-BD46-08B27BBA0BCA}"/>
              </a:ext>
            </a:extLst>
          </p:cNvPr>
          <p:cNvSpPr>
            <a:spLocks noGrp="1"/>
          </p:cNvSpPr>
          <p:nvPr/>
        </p:nvSpPr>
        <p:spPr>
          <a:xfrm>
            <a:off x="1775460" y="1318260"/>
            <a:ext cx="76200" cy="22860"/>
          </a:xfrm>
          <a:prstGeom prst="rect">
            <a:avLst/>
          </a:prstGeom>
          <a:solidFill>
            <a:srgbClr val="63788A"/>
          </a:solidFill>
          <a:ln w="0">
            <a:noFill/>
          </a:ln>
        </p:spPr>
        <p:txBody>
          <a:bodyPr/>
          <a:lstStyle/>
          <a:p>
            <a:endParaRPr lang="zh-CN" altLang="en-US" sz="2000"/>
          </a:p>
        </p:txBody>
      </p:sp>
      <p:sp>
        <p:nvSpPr>
          <p:cNvPr id="91" name="film-bottom-perforation9">
            <a:extLst>
              <a:ext uri="{FF2B5EF4-FFF2-40B4-BE49-F238E27FC236}">
                <a16:creationId xmlns:a16="http://schemas.microsoft.com/office/drawing/2014/main" id="{B8ACAA13-A0AC-49B7-83EE-2F7AC6DC35F1}"/>
              </a:ext>
            </a:extLst>
          </p:cNvPr>
          <p:cNvSpPr>
            <a:spLocks noGrp="1"/>
          </p:cNvSpPr>
          <p:nvPr/>
        </p:nvSpPr>
        <p:spPr>
          <a:xfrm>
            <a:off x="1775460" y="2537460"/>
            <a:ext cx="76200" cy="22860"/>
          </a:xfrm>
          <a:prstGeom prst="rect">
            <a:avLst/>
          </a:prstGeom>
          <a:solidFill>
            <a:srgbClr val="63788A"/>
          </a:solidFill>
          <a:ln w="0">
            <a:noFill/>
          </a:ln>
        </p:spPr>
        <p:txBody>
          <a:bodyPr/>
          <a:lstStyle/>
          <a:p>
            <a:endParaRPr lang="zh-CN" altLang="en-US" sz="2000"/>
          </a:p>
        </p:txBody>
      </p:sp>
      <p:sp>
        <p:nvSpPr>
          <p:cNvPr id="93" name="source-mask-heading">
            <a:extLst>
              <a:ext uri="{FF2B5EF4-FFF2-40B4-BE49-F238E27FC236}">
                <a16:creationId xmlns:a16="http://schemas.microsoft.com/office/drawing/2014/main" id="{9332AC5D-BF3D-4656-95E9-1F6B8A504585}"/>
              </a:ext>
            </a:extLst>
          </p:cNvPr>
          <p:cNvSpPr>
            <a:spLocks noGrp="1"/>
          </p:cNvSpPr>
          <p:nvPr/>
        </p:nvSpPr>
        <p:spPr>
          <a:xfrm>
            <a:off x="2057400" y="1047750"/>
            <a:ext cx="1417320" cy="213360"/>
          </a:xfrm>
          <a:prstGeom prst="rect">
            <a:avLst/>
          </a:prstGeom>
          <a:noFill/>
          <a:ln w="0">
            <a:noFill/>
          </a:ln>
        </p:spPr>
        <p:txBody>
          <a:bodyPr wrap="none" lIns="0" tIns="0" rIns="0" bIns="0" anchor="ctr">
            <a:noAutofit/>
          </a:bodyPr>
          <a:lstStyle/>
          <a:p>
            <a:pPr algn="ctr">
              <a:defRPr sz="1260" i="0">
                <a:solidFill>
                  <a:srgbClr val="202B33"/>
                </a:solidFill>
                <a:latin typeface="Toppan Bunkyu Mincho Regular"/>
                <a:ea typeface="Toppan Bunkyu Mincho Regular"/>
                <a:cs typeface="Toppan Bunkyu Mincho Regular"/>
              </a:defRPr>
            </a:pPr>
            <a:r>
              <a:rPr sz="1400" i="0" dirty="0">
                <a:solidFill>
                  <a:srgbClr val="202B33"/>
                </a:solidFill>
                <a:latin typeface="Toppan Bunkyu Mincho Regular"/>
                <a:ea typeface="Toppan Bunkyu Mincho Regular"/>
                <a:cs typeface="Toppan Bunkyu Mincho Regular"/>
              </a:rPr>
              <a:t>Label masks</a:t>
            </a:r>
          </a:p>
        </p:txBody>
      </p:sp>
      <p:pic>
        <p:nvPicPr>
          <p:cNvPr id="569" name="图形 568"/>
          <p:cNvPicPr>
            <a:picLocks noChangeAspect="1"/>
          </p:cNvPicPr>
          <p:nvPr/>
        </p:nvPicPr>
        <p:blipFill>
          <a:blip r:embed="rId12">
            <a:extLst>
              <a:ext uri="{96DAC541-7B7A-43D3-8B79-37D633B846F1}">
                <asvg:svgBlip xmlns:asvg="http://schemas.microsoft.com/office/drawing/2016/SVG/main" r:embed="rId13"/>
              </a:ext>
            </a:extLst>
          </a:blip>
          <a:stretch/>
        </p:blipFill>
        <p:spPr>
          <a:xfrm>
            <a:off x="2758132" y="1374918"/>
            <a:ext cx="199994" cy="126812"/>
          </a:xfrm>
          <a:prstGeom prst="rect">
            <a:avLst/>
          </a:prstGeom>
        </p:spPr>
      </p:pic>
      <p:pic>
        <p:nvPicPr>
          <p:cNvPr id="570" name="图形 569"/>
          <p:cNvPicPr>
            <a:picLocks noChangeAspect="1"/>
          </p:cNvPicPr>
          <p:nvPr/>
        </p:nvPicPr>
        <p:blipFill>
          <a:blip r:embed="rId14">
            <a:extLst>
              <a:ext uri="{96DAC541-7B7A-43D3-8B79-37D633B846F1}">
                <asvg:svgBlip xmlns:asvg="http://schemas.microsoft.com/office/drawing/2016/SVG/main" r:embed="rId15"/>
              </a:ext>
            </a:extLst>
          </a:blip>
          <a:stretch/>
        </p:blipFill>
        <p:spPr>
          <a:xfrm>
            <a:off x="3010739" y="1375180"/>
            <a:ext cx="147761" cy="125973"/>
          </a:xfrm>
          <a:prstGeom prst="rect">
            <a:avLst/>
          </a:prstGeom>
        </p:spPr>
      </p:pic>
      <p:pic>
        <p:nvPicPr>
          <p:cNvPr id="571" name="图形 570"/>
          <p:cNvPicPr>
            <a:picLocks noChangeAspect="1"/>
          </p:cNvPicPr>
          <p:nvPr/>
        </p:nvPicPr>
        <p:blipFill>
          <a:blip r:embed="rId16">
            <a:extLst>
              <a:ext uri="{96DAC541-7B7A-43D3-8B79-37D633B846F1}">
                <asvg:svgBlip xmlns:asvg="http://schemas.microsoft.com/office/drawing/2016/SVG/main" r:embed="rId17"/>
              </a:ext>
            </a:extLst>
          </a:blip>
          <a:stretch/>
        </p:blipFill>
        <p:spPr>
          <a:xfrm>
            <a:off x="3255370" y="1375006"/>
            <a:ext cx="120947" cy="126533"/>
          </a:xfrm>
          <a:prstGeom prst="rect">
            <a:avLst/>
          </a:prstGeom>
        </p:spPr>
      </p:pic>
      <p:sp>
        <p:nvSpPr>
          <p:cNvPr id="97" name="source-label-0">
            <a:extLst>
              <a:ext uri="{FF2B5EF4-FFF2-40B4-BE49-F238E27FC236}">
                <a16:creationId xmlns:a16="http://schemas.microsoft.com/office/drawing/2014/main" id="{C4C5E628-B45A-4266-A362-9552E1A4D6E9}"/>
              </a:ext>
            </a:extLst>
          </p:cNvPr>
          <p:cNvSpPr>
            <a:spLocks noGrp="1"/>
          </p:cNvSpPr>
          <p:nvPr/>
        </p:nvSpPr>
        <p:spPr>
          <a:xfrm>
            <a:off x="2050972" y="1478128"/>
            <a:ext cx="886538" cy="303609"/>
          </a:xfrm>
          <a:prstGeom prst="rect">
            <a:avLst/>
          </a:prstGeom>
          <a:noFill/>
          <a:ln w="0">
            <a:noFill/>
          </a:ln>
        </p:spPr>
        <p:txBody>
          <a:bodyPr wrap="none" lIns="0" tIns="0" rIns="0" bIns="0" anchor="ctr">
            <a:noAutofit/>
          </a:bodyPr>
          <a:lstStyle/>
          <a:p>
            <a:pPr algn="l">
              <a:defRPr sz="1080" i="0">
                <a:solidFill>
                  <a:srgbClr val="657580"/>
                </a:solidFill>
                <a:latin typeface="Toppan Bunkyu Mincho Regular"/>
                <a:ea typeface="Toppan Bunkyu Mincho Regular"/>
                <a:cs typeface="Toppan Bunkyu Mincho Regular"/>
              </a:defRPr>
            </a:pPr>
            <a:r>
              <a:rPr sz="1600" i="0" dirty="0">
                <a:solidFill>
                  <a:srgbClr val="657580"/>
                </a:solidFill>
                <a:latin typeface="Toppan Bunkyu Mincho Regular"/>
                <a:ea typeface="Toppan Bunkyu Mincho Regular"/>
                <a:cs typeface="Toppan Bunkyu Mincho Regular"/>
              </a:rPr>
              <a:t>Robot</a:t>
            </a:r>
          </a:p>
        </p:txBody>
      </p:sp>
      <p:sp>
        <p:nvSpPr>
          <p:cNvPr id="98" name="source-label-availability-00">
            <a:extLst>
              <a:ext uri="{FF2B5EF4-FFF2-40B4-BE49-F238E27FC236}">
                <a16:creationId xmlns:a16="http://schemas.microsoft.com/office/drawing/2014/main" id="{7120512D-99D5-4971-888E-5DE7863C4E3A}"/>
              </a:ext>
            </a:extLst>
          </p:cNvPr>
          <p:cNvSpPr>
            <a:spLocks noGrp="1"/>
          </p:cNvSpPr>
          <p:nvPr/>
        </p:nvSpPr>
        <p:spPr>
          <a:xfrm>
            <a:off x="2744674" y="155948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99" name="source-label-availability-01">
            <a:extLst>
              <a:ext uri="{FF2B5EF4-FFF2-40B4-BE49-F238E27FC236}">
                <a16:creationId xmlns:a16="http://schemas.microsoft.com/office/drawing/2014/main" id="{5537FCF6-07FD-4DE5-8169-1038D69B944C}"/>
              </a:ext>
            </a:extLst>
          </p:cNvPr>
          <p:cNvSpPr>
            <a:spLocks noGrp="1"/>
          </p:cNvSpPr>
          <p:nvPr/>
        </p:nvSpPr>
        <p:spPr>
          <a:xfrm>
            <a:off x="2980894" y="155948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100" name="source-label-availability-02">
            <a:extLst>
              <a:ext uri="{FF2B5EF4-FFF2-40B4-BE49-F238E27FC236}">
                <a16:creationId xmlns:a16="http://schemas.microsoft.com/office/drawing/2014/main" id="{AA7E7B4F-FC4B-4CFF-AA27-410CEEB44076}"/>
              </a:ext>
            </a:extLst>
          </p:cNvPr>
          <p:cNvSpPr>
            <a:spLocks noGrp="1"/>
          </p:cNvSpPr>
          <p:nvPr/>
        </p:nvSpPr>
        <p:spPr>
          <a:xfrm>
            <a:off x="3217114" y="1559482"/>
            <a:ext cx="218599" cy="194310"/>
          </a:xfrm>
          <a:prstGeom prst="roundRect">
            <a:avLst>
              <a:gd name="adj" fmla="val 12500"/>
            </a:avLst>
          </a:prstGeom>
          <a:solidFill>
            <a:srgbClr val="9CBCAE"/>
          </a:solidFill>
          <a:ln w="5334">
            <a:solidFill>
              <a:srgbClr val="8FA7B6"/>
            </a:solidFill>
          </a:ln>
        </p:spPr>
        <p:txBody>
          <a:bodyPr/>
          <a:lstStyle/>
          <a:p>
            <a:endParaRPr lang="zh-CN" altLang="en-US" sz="2000"/>
          </a:p>
        </p:txBody>
      </p:sp>
      <p:sp>
        <p:nvSpPr>
          <p:cNvPr id="101" name="source-label-1">
            <a:extLst>
              <a:ext uri="{FF2B5EF4-FFF2-40B4-BE49-F238E27FC236}">
                <a16:creationId xmlns:a16="http://schemas.microsoft.com/office/drawing/2014/main" id="{CBCD8292-820C-4574-9AB6-FB57E9C659A9}"/>
              </a:ext>
            </a:extLst>
          </p:cNvPr>
          <p:cNvSpPr>
            <a:spLocks noGrp="1"/>
          </p:cNvSpPr>
          <p:nvPr/>
        </p:nvSpPr>
        <p:spPr>
          <a:xfrm>
            <a:off x="2033373" y="1727121"/>
            <a:ext cx="886538" cy="303609"/>
          </a:xfrm>
          <a:prstGeom prst="rect">
            <a:avLst/>
          </a:prstGeom>
          <a:noFill/>
          <a:ln w="0">
            <a:noFill/>
          </a:ln>
        </p:spPr>
        <p:txBody>
          <a:bodyPr wrap="none" lIns="0" tIns="0" rIns="0" bIns="0" anchor="ctr">
            <a:noAutofit/>
          </a:bodyPr>
          <a:lstStyle/>
          <a:p>
            <a:pPr algn="l">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Human</a:t>
            </a:r>
          </a:p>
        </p:txBody>
      </p:sp>
      <p:sp>
        <p:nvSpPr>
          <p:cNvPr id="102" name="source-label-availability-10">
            <a:extLst>
              <a:ext uri="{FF2B5EF4-FFF2-40B4-BE49-F238E27FC236}">
                <a16:creationId xmlns:a16="http://schemas.microsoft.com/office/drawing/2014/main" id="{6CCC1D94-9C42-4C13-A1CE-A198873A446A}"/>
              </a:ext>
            </a:extLst>
          </p:cNvPr>
          <p:cNvSpPr>
            <a:spLocks noGrp="1"/>
          </p:cNvSpPr>
          <p:nvPr/>
        </p:nvSpPr>
        <p:spPr>
          <a:xfrm>
            <a:off x="2744674" y="177284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103" name="source-label-availability-11">
            <a:extLst>
              <a:ext uri="{FF2B5EF4-FFF2-40B4-BE49-F238E27FC236}">
                <a16:creationId xmlns:a16="http://schemas.microsoft.com/office/drawing/2014/main" id="{A728ACD4-64A7-4DDC-99B2-E8329AE9D1A3}"/>
              </a:ext>
            </a:extLst>
          </p:cNvPr>
          <p:cNvSpPr>
            <a:spLocks noGrp="1"/>
          </p:cNvSpPr>
          <p:nvPr/>
        </p:nvSpPr>
        <p:spPr>
          <a:xfrm>
            <a:off x="2980894" y="1772842"/>
            <a:ext cx="218599" cy="194310"/>
          </a:xfrm>
          <a:prstGeom prst="roundRect">
            <a:avLst>
              <a:gd name="adj" fmla="val 12500"/>
            </a:avLst>
          </a:prstGeom>
          <a:solidFill>
            <a:srgbClr val="F8FAFB"/>
          </a:solidFill>
          <a:ln w="5334">
            <a:solidFill>
              <a:srgbClr val="BECAD2"/>
            </a:solidFill>
          </a:ln>
        </p:spPr>
        <p:txBody>
          <a:bodyPr/>
          <a:lstStyle/>
          <a:p>
            <a:endParaRPr lang="zh-CN" altLang="en-US" sz="2000"/>
          </a:p>
        </p:txBody>
      </p:sp>
      <p:sp>
        <p:nvSpPr>
          <p:cNvPr id="104" name="human-motor-missing">
            <a:extLst>
              <a:ext uri="{FF2B5EF4-FFF2-40B4-BE49-F238E27FC236}">
                <a16:creationId xmlns:a16="http://schemas.microsoft.com/office/drawing/2014/main" id="{7A1B0B7C-4379-4045-BB3E-201CA862BB36}"/>
              </a:ext>
            </a:extLst>
          </p:cNvPr>
          <p:cNvSpPr>
            <a:spLocks noGrp="1"/>
          </p:cNvSpPr>
          <p:nvPr/>
        </p:nvSpPr>
        <p:spPr>
          <a:xfrm flipV="1">
            <a:off x="3003754" y="1795702"/>
            <a:ext cx="145733" cy="121444"/>
          </a:xfrm>
          <a:prstGeom prst="line">
            <a:avLst/>
          </a:prstGeom>
          <a:noFill/>
          <a:ln w="6858">
            <a:solidFill>
              <a:srgbClr val="B1BEC8"/>
            </a:solidFill>
          </a:ln>
        </p:spPr>
        <p:txBody>
          <a:bodyPr/>
          <a:lstStyle/>
          <a:p>
            <a:endParaRPr lang="zh-CN" altLang="en-US" sz="2000"/>
          </a:p>
        </p:txBody>
      </p:sp>
      <p:sp>
        <p:nvSpPr>
          <p:cNvPr id="105" name="source-label-availability-12">
            <a:extLst>
              <a:ext uri="{FF2B5EF4-FFF2-40B4-BE49-F238E27FC236}">
                <a16:creationId xmlns:a16="http://schemas.microsoft.com/office/drawing/2014/main" id="{E41477F8-B84C-48C6-BF8A-4530011C7CB6}"/>
              </a:ext>
            </a:extLst>
          </p:cNvPr>
          <p:cNvSpPr>
            <a:spLocks noGrp="1"/>
          </p:cNvSpPr>
          <p:nvPr/>
        </p:nvSpPr>
        <p:spPr>
          <a:xfrm>
            <a:off x="3217114" y="1772842"/>
            <a:ext cx="218599" cy="194310"/>
          </a:xfrm>
          <a:prstGeom prst="roundRect">
            <a:avLst>
              <a:gd name="adj" fmla="val 12500"/>
            </a:avLst>
          </a:prstGeom>
          <a:solidFill>
            <a:srgbClr val="9CBCAE"/>
          </a:solidFill>
          <a:ln w="5334">
            <a:solidFill>
              <a:srgbClr val="8FA7B6"/>
            </a:solidFill>
          </a:ln>
        </p:spPr>
        <p:txBody>
          <a:bodyPr/>
          <a:lstStyle/>
          <a:p>
            <a:endParaRPr lang="zh-CN" altLang="en-US" sz="2000"/>
          </a:p>
        </p:txBody>
      </p:sp>
      <p:sp>
        <p:nvSpPr>
          <p:cNvPr id="106" name="view-canvas-label">
            <a:extLst>
              <a:ext uri="{FF2B5EF4-FFF2-40B4-BE49-F238E27FC236}">
                <a16:creationId xmlns:a16="http://schemas.microsoft.com/office/drawing/2014/main" id="{918F7C27-A0A9-4041-9D75-7CDDF7C2A8EF}"/>
              </a:ext>
            </a:extLst>
          </p:cNvPr>
          <p:cNvSpPr>
            <a:spLocks noGrp="1"/>
          </p:cNvSpPr>
          <p:nvPr/>
        </p:nvSpPr>
        <p:spPr>
          <a:xfrm>
            <a:off x="2142779" y="2076450"/>
            <a:ext cx="1440180" cy="1981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Fixed view canvas</a:t>
            </a:r>
          </a:p>
        </p:txBody>
      </p:sp>
      <p:sp>
        <p:nvSpPr>
          <p:cNvPr id="107" name="view-canvas-top">
            <a:extLst>
              <a:ext uri="{FF2B5EF4-FFF2-40B4-BE49-F238E27FC236}">
                <a16:creationId xmlns:a16="http://schemas.microsoft.com/office/drawing/2014/main" id="{75EDDF44-24A4-4B72-AD0F-3636653A5351}"/>
              </a:ext>
            </a:extLst>
          </p:cNvPr>
          <p:cNvSpPr>
            <a:spLocks noGrp="1"/>
          </p:cNvSpPr>
          <p:nvPr/>
        </p:nvSpPr>
        <p:spPr>
          <a:xfrm>
            <a:off x="2164080" y="2346960"/>
            <a:ext cx="990600" cy="45720"/>
          </a:xfrm>
          <a:custGeom>
            <a:avLst/>
            <a:gdLst/>
            <a:ahLst/>
            <a:cxnLst/>
            <a:rect l="0" t="0" r="0" b="0"/>
            <a:pathLst>
              <a:path w="1238250" h="57150">
                <a:moveTo>
                  <a:pt x="0" y="57150"/>
                </a:moveTo>
                <a:lnTo>
                  <a:pt x="57150" y="0"/>
                </a:lnTo>
                <a:lnTo>
                  <a:pt x="1238250" y="0"/>
                </a:lnTo>
                <a:lnTo>
                  <a:pt x="1181100" y="57150"/>
                </a:lnTo>
                <a:close/>
              </a:path>
            </a:pathLst>
          </a:custGeom>
          <a:solidFill>
            <a:srgbClr val="F9FAFD"/>
          </a:solidFill>
          <a:ln w="11430">
            <a:solidFill>
              <a:srgbClr val="63788A"/>
            </a:solidFill>
          </a:ln>
        </p:spPr>
        <p:txBody>
          <a:bodyPr/>
          <a:lstStyle/>
          <a:p>
            <a:endParaRPr lang="zh-CN" altLang="en-US" sz="2000"/>
          </a:p>
        </p:txBody>
      </p:sp>
      <p:sp>
        <p:nvSpPr>
          <p:cNvPr id="108" name="view-canvas-side">
            <a:extLst>
              <a:ext uri="{FF2B5EF4-FFF2-40B4-BE49-F238E27FC236}">
                <a16:creationId xmlns:a16="http://schemas.microsoft.com/office/drawing/2014/main" id="{24DA6E36-4978-4592-AE74-D015A547A3D4}"/>
              </a:ext>
            </a:extLst>
          </p:cNvPr>
          <p:cNvSpPr>
            <a:spLocks noGrp="1"/>
          </p:cNvSpPr>
          <p:nvPr/>
        </p:nvSpPr>
        <p:spPr>
          <a:xfrm>
            <a:off x="3108960" y="2346960"/>
            <a:ext cx="45720" cy="480060"/>
          </a:xfrm>
          <a:custGeom>
            <a:avLst/>
            <a:gdLst/>
            <a:ahLst/>
            <a:cxnLst/>
            <a:rect l="0" t="0" r="0" b="0"/>
            <a:pathLst>
              <a:path w="57150" h="600075">
                <a:moveTo>
                  <a:pt x="0" y="57150"/>
                </a:moveTo>
                <a:lnTo>
                  <a:pt x="57150" y="0"/>
                </a:lnTo>
                <a:lnTo>
                  <a:pt x="57150" y="542925"/>
                </a:lnTo>
                <a:lnTo>
                  <a:pt x="0" y="600075"/>
                </a:lnTo>
                <a:close/>
              </a:path>
            </a:pathLst>
          </a:custGeom>
          <a:solidFill>
            <a:srgbClr val="C2CFDA"/>
          </a:solidFill>
          <a:ln w="11430">
            <a:solidFill>
              <a:srgbClr val="63788A"/>
            </a:solidFill>
          </a:ln>
        </p:spPr>
        <p:txBody>
          <a:bodyPr/>
          <a:lstStyle/>
          <a:p>
            <a:endParaRPr lang="zh-CN" altLang="en-US" sz="2000"/>
          </a:p>
        </p:txBody>
      </p:sp>
      <p:sp>
        <p:nvSpPr>
          <p:cNvPr id="109" name="view-canvas-front">
            <a:extLst>
              <a:ext uri="{FF2B5EF4-FFF2-40B4-BE49-F238E27FC236}">
                <a16:creationId xmlns:a16="http://schemas.microsoft.com/office/drawing/2014/main" id="{ABB07AA3-21E2-4A0C-BD1A-E9A4ED27B252}"/>
              </a:ext>
            </a:extLst>
          </p:cNvPr>
          <p:cNvSpPr>
            <a:spLocks noGrp="1"/>
          </p:cNvSpPr>
          <p:nvPr/>
        </p:nvSpPr>
        <p:spPr>
          <a:xfrm>
            <a:off x="2164080" y="2392680"/>
            <a:ext cx="944880" cy="434340"/>
          </a:xfrm>
          <a:prstGeom prst="rect">
            <a:avLst/>
          </a:prstGeom>
          <a:solidFill>
            <a:srgbClr val="EEF2F5"/>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10" name="view-region-0">
            <a:extLst>
              <a:ext uri="{FF2B5EF4-FFF2-40B4-BE49-F238E27FC236}">
                <a16:creationId xmlns:a16="http://schemas.microsoft.com/office/drawing/2014/main" id="{3B2A44A7-27F3-49DC-80C2-4160CB136A18}"/>
              </a:ext>
            </a:extLst>
          </p:cNvPr>
          <p:cNvSpPr>
            <a:spLocks noGrp="1"/>
          </p:cNvSpPr>
          <p:nvPr/>
        </p:nvSpPr>
        <p:spPr>
          <a:xfrm>
            <a:off x="2217420" y="2453640"/>
            <a:ext cx="388620" cy="304800"/>
          </a:xfrm>
          <a:prstGeom prst="roundRect">
            <a:avLst>
              <a:gd name="adj" fmla="val 2500"/>
            </a:avLst>
          </a:prstGeom>
          <a:solidFill>
            <a:srgbClr val="CFDCE7"/>
          </a:solidFill>
          <a:ln w="5334">
            <a:solidFill>
              <a:srgbClr val="A1B3BF"/>
            </a:solidFill>
          </a:ln>
        </p:spPr>
        <p:txBody>
          <a:bodyPr/>
          <a:lstStyle/>
          <a:p>
            <a:endParaRPr lang="zh-CN" altLang="en-US" sz="2000"/>
          </a:p>
        </p:txBody>
      </p:sp>
      <p:sp>
        <p:nvSpPr>
          <p:cNvPr id="111" name="view-patch-000">
            <a:extLst>
              <a:ext uri="{FF2B5EF4-FFF2-40B4-BE49-F238E27FC236}">
                <a16:creationId xmlns:a16="http://schemas.microsoft.com/office/drawing/2014/main" id="{0328EB3D-13B2-4633-AC2E-153079E1EB76}"/>
              </a:ext>
            </a:extLst>
          </p:cNvPr>
          <p:cNvSpPr>
            <a:spLocks noGrp="1"/>
          </p:cNvSpPr>
          <p:nvPr/>
        </p:nvSpPr>
        <p:spPr>
          <a:xfrm>
            <a:off x="2247900" y="2484120"/>
            <a:ext cx="91440" cy="53340"/>
          </a:xfrm>
          <a:prstGeom prst="rect">
            <a:avLst/>
          </a:prstGeom>
          <a:solidFill>
            <a:srgbClr val="B4C6D5"/>
          </a:solidFill>
          <a:ln w="0">
            <a:noFill/>
          </a:ln>
        </p:spPr>
        <p:txBody>
          <a:bodyPr/>
          <a:lstStyle/>
          <a:p>
            <a:endParaRPr lang="zh-CN" altLang="en-US" sz="2000"/>
          </a:p>
        </p:txBody>
      </p:sp>
      <p:sp>
        <p:nvSpPr>
          <p:cNvPr id="112" name="view-patch-001">
            <a:extLst>
              <a:ext uri="{FF2B5EF4-FFF2-40B4-BE49-F238E27FC236}">
                <a16:creationId xmlns:a16="http://schemas.microsoft.com/office/drawing/2014/main" id="{128822C7-4A0B-41CA-BF9D-1493560C526E}"/>
              </a:ext>
            </a:extLst>
          </p:cNvPr>
          <p:cNvSpPr>
            <a:spLocks noGrp="1"/>
          </p:cNvSpPr>
          <p:nvPr/>
        </p:nvSpPr>
        <p:spPr>
          <a:xfrm>
            <a:off x="2362200" y="2484120"/>
            <a:ext cx="91440" cy="53340"/>
          </a:xfrm>
          <a:prstGeom prst="rect">
            <a:avLst/>
          </a:prstGeom>
          <a:solidFill>
            <a:srgbClr val="DAE4EB"/>
          </a:solidFill>
          <a:ln w="0">
            <a:noFill/>
          </a:ln>
        </p:spPr>
        <p:txBody>
          <a:bodyPr/>
          <a:lstStyle/>
          <a:p>
            <a:endParaRPr lang="zh-CN" altLang="en-US" sz="2000"/>
          </a:p>
        </p:txBody>
      </p:sp>
      <p:sp>
        <p:nvSpPr>
          <p:cNvPr id="113" name="view-patch-002">
            <a:extLst>
              <a:ext uri="{FF2B5EF4-FFF2-40B4-BE49-F238E27FC236}">
                <a16:creationId xmlns:a16="http://schemas.microsoft.com/office/drawing/2014/main" id="{7E60A14A-C4B6-4B6A-825B-9AA2C0BA0B42}"/>
              </a:ext>
            </a:extLst>
          </p:cNvPr>
          <p:cNvSpPr>
            <a:spLocks noGrp="1"/>
          </p:cNvSpPr>
          <p:nvPr/>
        </p:nvSpPr>
        <p:spPr>
          <a:xfrm>
            <a:off x="2476500" y="2484120"/>
            <a:ext cx="91440" cy="53340"/>
          </a:xfrm>
          <a:prstGeom prst="rect">
            <a:avLst/>
          </a:prstGeom>
          <a:solidFill>
            <a:srgbClr val="91ACBF"/>
          </a:solidFill>
          <a:ln w="0">
            <a:noFill/>
          </a:ln>
        </p:spPr>
        <p:txBody>
          <a:bodyPr/>
          <a:lstStyle/>
          <a:p>
            <a:endParaRPr lang="zh-CN" altLang="en-US" sz="2000"/>
          </a:p>
        </p:txBody>
      </p:sp>
      <p:sp>
        <p:nvSpPr>
          <p:cNvPr id="114" name="view-patch-010">
            <a:extLst>
              <a:ext uri="{FF2B5EF4-FFF2-40B4-BE49-F238E27FC236}">
                <a16:creationId xmlns:a16="http://schemas.microsoft.com/office/drawing/2014/main" id="{40B666AA-2583-452E-B58C-D332AD07297F}"/>
              </a:ext>
            </a:extLst>
          </p:cNvPr>
          <p:cNvSpPr>
            <a:spLocks noGrp="1"/>
          </p:cNvSpPr>
          <p:nvPr/>
        </p:nvSpPr>
        <p:spPr>
          <a:xfrm>
            <a:off x="2247900" y="2560320"/>
            <a:ext cx="91440" cy="53340"/>
          </a:xfrm>
          <a:prstGeom prst="rect">
            <a:avLst/>
          </a:prstGeom>
          <a:solidFill>
            <a:srgbClr val="B9783D"/>
          </a:solidFill>
          <a:ln w="0">
            <a:noFill/>
          </a:ln>
        </p:spPr>
        <p:txBody>
          <a:bodyPr/>
          <a:lstStyle/>
          <a:p>
            <a:endParaRPr lang="zh-CN" altLang="en-US" sz="2000"/>
          </a:p>
        </p:txBody>
      </p:sp>
      <p:sp>
        <p:nvSpPr>
          <p:cNvPr id="115" name="view-patch-011">
            <a:extLst>
              <a:ext uri="{FF2B5EF4-FFF2-40B4-BE49-F238E27FC236}">
                <a16:creationId xmlns:a16="http://schemas.microsoft.com/office/drawing/2014/main" id="{D884D759-E5A7-48D6-BDDF-4FD16717317E}"/>
              </a:ext>
            </a:extLst>
          </p:cNvPr>
          <p:cNvSpPr>
            <a:spLocks noGrp="1"/>
          </p:cNvSpPr>
          <p:nvPr/>
        </p:nvSpPr>
        <p:spPr>
          <a:xfrm>
            <a:off x="2362200" y="2560320"/>
            <a:ext cx="91440" cy="53340"/>
          </a:xfrm>
          <a:prstGeom prst="rect">
            <a:avLst/>
          </a:prstGeom>
          <a:solidFill>
            <a:srgbClr val="91ACBF"/>
          </a:solidFill>
          <a:ln w="0">
            <a:noFill/>
          </a:ln>
        </p:spPr>
        <p:txBody>
          <a:bodyPr/>
          <a:lstStyle/>
          <a:p>
            <a:endParaRPr lang="zh-CN" altLang="en-US" sz="2000"/>
          </a:p>
        </p:txBody>
      </p:sp>
      <p:sp>
        <p:nvSpPr>
          <p:cNvPr id="116" name="view-patch-012">
            <a:extLst>
              <a:ext uri="{FF2B5EF4-FFF2-40B4-BE49-F238E27FC236}">
                <a16:creationId xmlns:a16="http://schemas.microsoft.com/office/drawing/2014/main" id="{20A64E9A-6E50-4B72-B68D-2377B72B32F1}"/>
              </a:ext>
            </a:extLst>
          </p:cNvPr>
          <p:cNvSpPr>
            <a:spLocks noGrp="1"/>
          </p:cNvSpPr>
          <p:nvPr/>
        </p:nvSpPr>
        <p:spPr>
          <a:xfrm>
            <a:off x="2476500" y="2560320"/>
            <a:ext cx="91440" cy="53340"/>
          </a:xfrm>
          <a:prstGeom prst="rect">
            <a:avLst/>
          </a:prstGeom>
          <a:solidFill>
            <a:srgbClr val="B4C6D5"/>
          </a:solidFill>
          <a:ln w="0">
            <a:noFill/>
          </a:ln>
        </p:spPr>
        <p:txBody>
          <a:bodyPr/>
          <a:lstStyle/>
          <a:p>
            <a:endParaRPr lang="zh-CN" altLang="en-US" sz="2000"/>
          </a:p>
        </p:txBody>
      </p:sp>
      <p:sp>
        <p:nvSpPr>
          <p:cNvPr id="117" name="view-patch-020">
            <a:extLst>
              <a:ext uri="{FF2B5EF4-FFF2-40B4-BE49-F238E27FC236}">
                <a16:creationId xmlns:a16="http://schemas.microsoft.com/office/drawing/2014/main" id="{CA7003FF-02AF-4657-8F51-DC534EABA938}"/>
              </a:ext>
            </a:extLst>
          </p:cNvPr>
          <p:cNvSpPr>
            <a:spLocks noGrp="1"/>
          </p:cNvSpPr>
          <p:nvPr/>
        </p:nvSpPr>
        <p:spPr>
          <a:xfrm>
            <a:off x="2247900" y="2636520"/>
            <a:ext cx="91440" cy="53340"/>
          </a:xfrm>
          <a:prstGeom prst="rect">
            <a:avLst/>
          </a:prstGeom>
          <a:solidFill>
            <a:srgbClr val="91ACBF"/>
          </a:solidFill>
          <a:ln w="0">
            <a:noFill/>
          </a:ln>
        </p:spPr>
        <p:txBody>
          <a:bodyPr/>
          <a:lstStyle/>
          <a:p>
            <a:endParaRPr lang="zh-CN" altLang="en-US" sz="2000"/>
          </a:p>
        </p:txBody>
      </p:sp>
      <p:sp>
        <p:nvSpPr>
          <p:cNvPr id="118" name="view-patch-021">
            <a:extLst>
              <a:ext uri="{FF2B5EF4-FFF2-40B4-BE49-F238E27FC236}">
                <a16:creationId xmlns:a16="http://schemas.microsoft.com/office/drawing/2014/main" id="{85F49D7F-CECE-46A9-811A-DA6D5844C037}"/>
              </a:ext>
            </a:extLst>
          </p:cNvPr>
          <p:cNvSpPr>
            <a:spLocks noGrp="1"/>
          </p:cNvSpPr>
          <p:nvPr/>
        </p:nvSpPr>
        <p:spPr>
          <a:xfrm>
            <a:off x="2362200" y="2636520"/>
            <a:ext cx="91440" cy="53340"/>
          </a:xfrm>
          <a:prstGeom prst="rect">
            <a:avLst/>
          </a:prstGeom>
          <a:solidFill>
            <a:srgbClr val="B4C6D5"/>
          </a:solidFill>
          <a:ln w="0">
            <a:noFill/>
          </a:ln>
        </p:spPr>
        <p:txBody>
          <a:bodyPr/>
          <a:lstStyle/>
          <a:p>
            <a:endParaRPr lang="zh-CN" altLang="en-US" sz="2000"/>
          </a:p>
        </p:txBody>
      </p:sp>
      <p:sp>
        <p:nvSpPr>
          <p:cNvPr id="119" name="view-patch-022">
            <a:extLst>
              <a:ext uri="{FF2B5EF4-FFF2-40B4-BE49-F238E27FC236}">
                <a16:creationId xmlns:a16="http://schemas.microsoft.com/office/drawing/2014/main" id="{0A222FD8-02B1-41E8-8EC0-A3229B197045}"/>
              </a:ext>
            </a:extLst>
          </p:cNvPr>
          <p:cNvSpPr>
            <a:spLocks noGrp="1"/>
          </p:cNvSpPr>
          <p:nvPr/>
        </p:nvSpPr>
        <p:spPr>
          <a:xfrm>
            <a:off x="2476500" y="2636520"/>
            <a:ext cx="91440" cy="53340"/>
          </a:xfrm>
          <a:prstGeom prst="rect">
            <a:avLst/>
          </a:prstGeom>
          <a:solidFill>
            <a:srgbClr val="DAE4EB"/>
          </a:solidFill>
          <a:ln w="0">
            <a:noFill/>
          </a:ln>
        </p:spPr>
        <p:txBody>
          <a:bodyPr/>
          <a:lstStyle/>
          <a:p>
            <a:endParaRPr lang="zh-CN" altLang="en-US" sz="2000"/>
          </a:p>
        </p:txBody>
      </p:sp>
      <p:sp>
        <p:nvSpPr>
          <p:cNvPr id="120" name="view-region-1">
            <a:extLst>
              <a:ext uri="{FF2B5EF4-FFF2-40B4-BE49-F238E27FC236}">
                <a16:creationId xmlns:a16="http://schemas.microsoft.com/office/drawing/2014/main" id="{37FD9F2B-B072-46BD-8633-F51F1393BBFB}"/>
              </a:ext>
            </a:extLst>
          </p:cNvPr>
          <p:cNvSpPr>
            <a:spLocks noGrp="1"/>
          </p:cNvSpPr>
          <p:nvPr/>
        </p:nvSpPr>
        <p:spPr>
          <a:xfrm>
            <a:off x="2659380" y="2453640"/>
            <a:ext cx="388620" cy="304800"/>
          </a:xfrm>
          <a:prstGeom prst="roundRect">
            <a:avLst>
              <a:gd name="adj" fmla="val 2500"/>
            </a:avLst>
          </a:prstGeom>
          <a:solidFill>
            <a:srgbClr val="DDE6EB"/>
          </a:solidFill>
          <a:ln w="5334">
            <a:solidFill>
              <a:srgbClr val="A1B3BF"/>
            </a:solidFill>
          </a:ln>
        </p:spPr>
        <p:txBody>
          <a:bodyPr/>
          <a:lstStyle/>
          <a:p>
            <a:endParaRPr lang="zh-CN" altLang="en-US" sz="2000"/>
          </a:p>
        </p:txBody>
      </p:sp>
      <p:sp>
        <p:nvSpPr>
          <p:cNvPr id="121" name="view-patch-100">
            <a:extLst>
              <a:ext uri="{FF2B5EF4-FFF2-40B4-BE49-F238E27FC236}">
                <a16:creationId xmlns:a16="http://schemas.microsoft.com/office/drawing/2014/main" id="{06FAA520-4244-4244-9E27-8932821B832C}"/>
              </a:ext>
            </a:extLst>
          </p:cNvPr>
          <p:cNvSpPr>
            <a:spLocks noGrp="1"/>
          </p:cNvSpPr>
          <p:nvPr/>
        </p:nvSpPr>
        <p:spPr>
          <a:xfrm>
            <a:off x="2689860" y="2484120"/>
            <a:ext cx="91440" cy="53340"/>
          </a:xfrm>
          <a:prstGeom prst="rect">
            <a:avLst/>
          </a:prstGeom>
          <a:solidFill>
            <a:srgbClr val="DAE4EB"/>
          </a:solidFill>
          <a:ln w="0">
            <a:noFill/>
          </a:ln>
        </p:spPr>
        <p:txBody>
          <a:bodyPr/>
          <a:lstStyle/>
          <a:p>
            <a:endParaRPr lang="zh-CN" altLang="en-US" sz="2000"/>
          </a:p>
        </p:txBody>
      </p:sp>
      <p:sp>
        <p:nvSpPr>
          <p:cNvPr id="122" name="view-patch-101">
            <a:extLst>
              <a:ext uri="{FF2B5EF4-FFF2-40B4-BE49-F238E27FC236}">
                <a16:creationId xmlns:a16="http://schemas.microsoft.com/office/drawing/2014/main" id="{4EF851C2-C966-46A4-9A6C-CFF381E6F286}"/>
              </a:ext>
            </a:extLst>
          </p:cNvPr>
          <p:cNvSpPr>
            <a:spLocks noGrp="1"/>
          </p:cNvSpPr>
          <p:nvPr/>
        </p:nvSpPr>
        <p:spPr>
          <a:xfrm>
            <a:off x="2804160" y="2484120"/>
            <a:ext cx="91440" cy="53340"/>
          </a:xfrm>
          <a:prstGeom prst="rect">
            <a:avLst/>
          </a:prstGeom>
          <a:solidFill>
            <a:srgbClr val="91ACBF"/>
          </a:solidFill>
          <a:ln w="0">
            <a:noFill/>
          </a:ln>
        </p:spPr>
        <p:txBody>
          <a:bodyPr/>
          <a:lstStyle/>
          <a:p>
            <a:endParaRPr lang="zh-CN" altLang="en-US" sz="2000"/>
          </a:p>
        </p:txBody>
      </p:sp>
      <p:sp>
        <p:nvSpPr>
          <p:cNvPr id="123" name="view-patch-102">
            <a:extLst>
              <a:ext uri="{FF2B5EF4-FFF2-40B4-BE49-F238E27FC236}">
                <a16:creationId xmlns:a16="http://schemas.microsoft.com/office/drawing/2014/main" id="{DCBA2D01-17EC-4EC7-976A-EA8A58E07F58}"/>
              </a:ext>
            </a:extLst>
          </p:cNvPr>
          <p:cNvSpPr>
            <a:spLocks noGrp="1"/>
          </p:cNvSpPr>
          <p:nvPr/>
        </p:nvSpPr>
        <p:spPr>
          <a:xfrm>
            <a:off x="2918460" y="2484120"/>
            <a:ext cx="91440" cy="53340"/>
          </a:xfrm>
          <a:prstGeom prst="rect">
            <a:avLst/>
          </a:prstGeom>
          <a:solidFill>
            <a:srgbClr val="B4C6D5"/>
          </a:solidFill>
          <a:ln w="0">
            <a:noFill/>
          </a:ln>
        </p:spPr>
        <p:txBody>
          <a:bodyPr/>
          <a:lstStyle/>
          <a:p>
            <a:endParaRPr lang="zh-CN" altLang="en-US" sz="2000"/>
          </a:p>
        </p:txBody>
      </p:sp>
      <p:sp>
        <p:nvSpPr>
          <p:cNvPr id="124" name="view-patch-110">
            <a:extLst>
              <a:ext uri="{FF2B5EF4-FFF2-40B4-BE49-F238E27FC236}">
                <a16:creationId xmlns:a16="http://schemas.microsoft.com/office/drawing/2014/main" id="{8C6F1BA5-BE2B-449A-B6BB-3E77284EEA4D}"/>
              </a:ext>
            </a:extLst>
          </p:cNvPr>
          <p:cNvSpPr>
            <a:spLocks noGrp="1"/>
          </p:cNvSpPr>
          <p:nvPr/>
        </p:nvSpPr>
        <p:spPr>
          <a:xfrm>
            <a:off x="2689860" y="2560320"/>
            <a:ext cx="91440" cy="53340"/>
          </a:xfrm>
          <a:prstGeom prst="rect">
            <a:avLst/>
          </a:prstGeom>
          <a:solidFill>
            <a:srgbClr val="91ACBF"/>
          </a:solidFill>
          <a:ln w="0">
            <a:noFill/>
          </a:ln>
        </p:spPr>
        <p:txBody>
          <a:bodyPr/>
          <a:lstStyle/>
          <a:p>
            <a:endParaRPr lang="zh-CN" altLang="en-US" sz="2000"/>
          </a:p>
        </p:txBody>
      </p:sp>
      <p:sp>
        <p:nvSpPr>
          <p:cNvPr id="125" name="view-patch-111">
            <a:extLst>
              <a:ext uri="{FF2B5EF4-FFF2-40B4-BE49-F238E27FC236}">
                <a16:creationId xmlns:a16="http://schemas.microsoft.com/office/drawing/2014/main" id="{C457E968-FF0B-4756-BDD8-9B727A0A6B9C}"/>
              </a:ext>
            </a:extLst>
          </p:cNvPr>
          <p:cNvSpPr>
            <a:spLocks noGrp="1"/>
          </p:cNvSpPr>
          <p:nvPr/>
        </p:nvSpPr>
        <p:spPr>
          <a:xfrm>
            <a:off x="2804160" y="2560320"/>
            <a:ext cx="91440" cy="53340"/>
          </a:xfrm>
          <a:prstGeom prst="rect">
            <a:avLst/>
          </a:prstGeom>
          <a:solidFill>
            <a:srgbClr val="B9783D"/>
          </a:solidFill>
          <a:ln w="0">
            <a:noFill/>
          </a:ln>
        </p:spPr>
        <p:txBody>
          <a:bodyPr/>
          <a:lstStyle/>
          <a:p>
            <a:endParaRPr lang="zh-CN" altLang="en-US" sz="2000"/>
          </a:p>
        </p:txBody>
      </p:sp>
      <p:sp>
        <p:nvSpPr>
          <p:cNvPr id="126" name="view-patch-112">
            <a:extLst>
              <a:ext uri="{FF2B5EF4-FFF2-40B4-BE49-F238E27FC236}">
                <a16:creationId xmlns:a16="http://schemas.microsoft.com/office/drawing/2014/main" id="{6DC672E5-A86F-4EE7-9635-0F1071ACD81D}"/>
              </a:ext>
            </a:extLst>
          </p:cNvPr>
          <p:cNvSpPr>
            <a:spLocks noGrp="1"/>
          </p:cNvSpPr>
          <p:nvPr/>
        </p:nvSpPr>
        <p:spPr>
          <a:xfrm>
            <a:off x="2918460" y="2560320"/>
            <a:ext cx="91440" cy="53340"/>
          </a:xfrm>
          <a:prstGeom prst="rect">
            <a:avLst/>
          </a:prstGeom>
          <a:solidFill>
            <a:srgbClr val="DAE4EB"/>
          </a:solidFill>
          <a:ln w="0">
            <a:noFill/>
          </a:ln>
        </p:spPr>
        <p:txBody>
          <a:bodyPr/>
          <a:lstStyle/>
          <a:p>
            <a:endParaRPr lang="zh-CN" altLang="en-US" sz="2000"/>
          </a:p>
        </p:txBody>
      </p:sp>
      <p:sp>
        <p:nvSpPr>
          <p:cNvPr id="127" name="view-patch-120">
            <a:extLst>
              <a:ext uri="{FF2B5EF4-FFF2-40B4-BE49-F238E27FC236}">
                <a16:creationId xmlns:a16="http://schemas.microsoft.com/office/drawing/2014/main" id="{4B833422-062C-4E36-9155-E35C01335893}"/>
              </a:ext>
            </a:extLst>
          </p:cNvPr>
          <p:cNvSpPr>
            <a:spLocks noGrp="1"/>
          </p:cNvSpPr>
          <p:nvPr/>
        </p:nvSpPr>
        <p:spPr>
          <a:xfrm>
            <a:off x="2689860" y="2636520"/>
            <a:ext cx="91440" cy="53340"/>
          </a:xfrm>
          <a:prstGeom prst="rect">
            <a:avLst/>
          </a:prstGeom>
          <a:solidFill>
            <a:srgbClr val="B4C6D5"/>
          </a:solidFill>
          <a:ln w="0">
            <a:noFill/>
          </a:ln>
        </p:spPr>
        <p:txBody>
          <a:bodyPr/>
          <a:lstStyle/>
          <a:p>
            <a:endParaRPr lang="zh-CN" altLang="en-US" sz="2000"/>
          </a:p>
        </p:txBody>
      </p:sp>
      <p:sp>
        <p:nvSpPr>
          <p:cNvPr id="128" name="view-patch-121">
            <a:extLst>
              <a:ext uri="{FF2B5EF4-FFF2-40B4-BE49-F238E27FC236}">
                <a16:creationId xmlns:a16="http://schemas.microsoft.com/office/drawing/2014/main" id="{86B99A82-4A19-49CC-9062-6AB69F4C4232}"/>
              </a:ext>
            </a:extLst>
          </p:cNvPr>
          <p:cNvSpPr>
            <a:spLocks noGrp="1"/>
          </p:cNvSpPr>
          <p:nvPr/>
        </p:nvSpPr>
        <p:spPr>
          <a:xfrm>
            <a:off x="2804160" y="2636520"/>
            <a:ext cx="91440" cy="53340"/>
          </a:xfrm>
          <a:prstGeom prst="rect">
            <a:avLst/>
          </a:prstGeom>
          <a:solidFill>
            <a:srgbClr val="DAE4EB"/>
          </a:solidFill>
          <a:ln w="0">
            <a:noFill/>
          </a:ln>
        </p:spPr>
        <p:txBody>
          <a:bodyPr/>
          <a:lstStyle/>
          <a:p>
            <a:endParaRPr lang="zh-CN" altLang="en-US" sz="2000"/>
          </a:p>
        </p:txBody>
      </p:sp>
      <p:sp>
        <p:nvSpPr>
          <p:cNvPr id="129" name="view-patch-122">
            <a:extLst>
              <a:ext uri="{FF2B5EF4-FFF2-40B4-BE49-F238E27FC236}">
                <a16:creationId xmlns:a16="http://schemas.microsoft.com/office/drawing/2014/main" id="{0E287BB7-8D91-470D-AE61-C99221C08C7E}"/>
              </a:ext>
            </a:extLst>
          </p:cNvPr>
          <p:cNvSpPr>
            <a:spLocks noGrp="1"/>
          </p:cNvSpPr>
          <p:nvPr/>
        </p:nvSpPr>
        <p:spPr>
          <a:xfrm>
            <a:off x="2918460" y="2636520"/>
            <a:ext cx="91440" cy="53340"/>
          </a:xfrm>
          <a:prstGeom prst="rect">
            <a:avLst/>
          </a:prstGeom>
          <a:solidFill>
            <a:srgbClr val="91ACBF"/>
          </a:solidFill>
          <a:ln w="0">
            <a:noFill/>
          </a:ln>
        </p:spPr>
        <p:txBody>
          <a:bodyPr/>
          <a:lstStyle/>
          <a:p>
            <a:endParaRPr lang="zh-CN" altLang="en-US" sz="2000"/>
          </a:p>
        </p:txBody>
      </p:sp>
      <p:sp>
        <p:nvSpPr>
          <p:cNvPr id="130" name="Local block arrow 2">
            <a:extLst>
              <a:ext uri="{FF2B5EF4-FFF2-40B4-BE49-F238E27FC236}">
                <a16:creationId xmlns:a16="http://schemas.microsoft.com/office/drawing/2014/main" id="{A821C128-FE79-4DF0-A4CC-5DD06587539A}"/>
              </a:ext>
            </a:extLst>
          </p:cNvPr>
          <p:cNvSpPr>
            <a:spLocks noGrp="1"/>
          </p:cNvSpPr>
          <p:nvPr/>
        </p:nvSpPr>
        <p:spPr>
          <a:xfrm>
            <a:off x="1817679" y="2323592"/>
            <a:ext cx="320040" cy="236213"/>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32" name="video-encoding">
            <a:extLst>
              <a:ext uri="{FF2B5EF4-FFF2-40B4-BE49-F238E27FC236}">
                <a16:creationId xmlns:a16="http://schemas.microsoft.com/office/drawing/2014/main" id="{B1D96A08-05BE-43F4-801D-EFFFC4965854}"/>
              </a:ext>
            </a:extLst>
          </p:cNvPr>
          <p:cNvSpPr>
            <a:spLocks noGrp="1"/>
          </p:cNvSpPr>
          <p:nvPr/>
        </p:nvSpPr>
        <p:spPr>
          <a:xfrm>
            <a:off x="1703070" y="2941320"/>
            <a:ext cx="1866900" cy="365760"/>
          </a:xfrm>
          <a:prstGeom prst="roundRect">
            <a:avLst>
              <a:gd name="adj" fmla="val 8333"/>
            </a:avLst>
          </a:prstGeom>
          <a:solidFill>
            <a:srgbClr val="DDE4E8"/>
          </a:solidFill>
          <a:ln w="8382">
            <a:solidFill>
              <a:srgbClr val="788D9C"/>
            </a:solidFill>
          </a:ln>
        </p:spPr>
        <p:txBody>
          <a:bodyPr/>
          <a:lstStyle/>
          <a:p>
            <a:endParaRPr lang="zh-CN" altLang="en-US" sz="2000"/>
          </a:p>
        </p:txBody>
      </p:sp>
      <p:sp>
        <p:nvSpPr>
          <p:cNvPr id="133" name="video-encoding-title">
            <a:extLst>
              <a:ext uri="{FF2B5EF4-FFF2-40B4-BE49-F238E27FC236}">
                <a16:creationId xmlns:a16="http://schemas.microsoft.com/office/drawing/2014/main" id="{23F6C0D0-27B2-462B-9392-7DA418FD4919}"/>
              </a:ext>
            </a:extLst>
          </p:cNvPr>
          <p:cNvSpPr>
            <a:spLocks noGrp="1"/>
          </p:cNvSpPr>
          <p:nvPr/>
        </p:nvSpPr>
        <p:spPr>
          <a:xfrm>
            <a:off x="1729740" y="2994660"/>
            <a:ext cx="1813560" cy="25908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VAE Encoder</a:t>
            </a:r>
          </a:p>
        </p:txBody>
      </p:sp>
      <p:sp>
        <p:nvSpPr>
          <p:cNvPr id="134" name="encoder-frozen">
            <a:extLst>
              <a:ext uri="{FF2B5EF4-FFF2-40B4-BE49-F238E27FC236}">
                <a16:creationId xmlns:a16="http://schemas.microsoft.com/office/drawing/2014/main" id="{CEEA3890-8860-47A8-A386-A5529116341D}"/>
              </a:ext>
            </a:extLst>
          </p:cNvPr>
          <p:cNvSpPr>
            <a:spLocks noGrp="1"/>
          </p:cNvSpPr>
          <p:nvPr/>
        </p:nvSpPr>
        <p:spPr>
          <a:xfrm>
            <a:off x="1666000" y="3348269"/>
            <a:ext cx="18669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1" dirty="0">
                <a:solidFill>
                  <a:schemeClr val="accent4">
                    <a:lumMod val="50000"/>
                  </a:schemeClr>
                </a:solidFill>
                <a:latin typeface="Toppan Bunkyu Mincho Regular"/>
                <a:ea typeface="Toppan Bunkyu Mincho Regular"/>
                <a:cs typeface="Toppan Bunkyu Mincho Regular"/>
              </a:rPr>
              <a:t>Frozen</a:t>
            </a:r>
          </a:p>
        </p:txBody>
      </p:sp>
      <p:sp>
        <p:nvSpPr>
          <p:cNvPr id="135" name="Overall straight block arrow video-input">
            <a:extLst>
              <a:ext uri="{FF2B5EF4-FFF2-40B4-BE49-F238E27FC236}">
                <a16:creationId xmlns:a16="http://schemas.microsoft.com/office/drawing/2014/main" id="{D12B2902-9F20-439B-8318-C4A46A460BCC}"/>
              </a:ext>
            </a:extLst>
          </p:cNvPr>
          <p:cNvSpPr>
            <a:spLocks noGrp="1"/>
          </p:cNvSpPr>
          <p:nvPr/>
        </p:nvSpPr>
        <p:spPr>
          <a:xfrm>
            <a:off x="3619500" y="2879124"/>
            <a:ext cx="457200" cy="344136"/>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36" name="action-source-panel">
            <a:extLst>
              <a:ext uri="{FF2B5EF4-FFF2-40B4-BE49-F238E27FC236}">
                <a16:creationId xmlns:a16="http://schemas.microsoft.com/office/drawing/2014/main" id="{6906C605-3A66-46F9-BCC7-20590BC57312}"/>
              </a:ext>
            </a:extLst>
          </p:cNvPr>
          <p:cNvSpPr>
            <a:spLocks noGrp="1"/>
          </p:cNvSpPr>
          <p:nvPr/>
        </p:nvSpPr>
        <p:spPr>
          <a:xfrm>
            <a:off x="228600" y="3733800"/>
            <a:ext cx="3404286" cy="2369196"/>
          </a:xfrm>
          <a:prstGeom prst="roundRect">
            <a:avLst>
              <a:gd name="adj" fmla="val 1869"/>
            </a:avLst>
          </a:prstGeom>
          <a:solidFill>
            <a:srgbClr val="EAF0ED"/>
          </a:solidFill>
          <a:ln w="8382">
            <a:solidFill>
              <a:srgbClr val="8EA39D"/>
            </a:solidFill>
          </a:ln>
        </p:spPr>
        <p:txBody>
          <a:bodyPr/>
          <a:lstStyle/>
          <a:p>
            <a:endParaRPr lang="zh-CN" altLang="en-US" sz="2000"/>
          </a:p>
        </p:txBody>
      </p:sp>
      <p:sp>
        <p:nvSpPr>
          <p:cNvPr id="137" name="action-source-title">
            <a:extLst>
              <a:ext uri="{FF2B5EF4-FFF2-40B4-BE49-F238E27FC236}">
                <a16:creationId xmlns:a16="http://schemas.microsoft.com/office/drawing/2014/main" id="{3BEE5262-9D83-4815-8EB9-D6D5F610A19A}"/>
              </a:ext>
            </a:extLst>
          </p:cNvPr>
          <p:cNvSpPr>
            <a:spLocks noGrp="1"/>
          </p:cNvSpPr>
          <p:nvPr/>
        </p:nvSpPr>
        <p:spPr>
          <a:xfrm>
            <a:off x="312420" y="3787140"/>
            <a:ext cx="3162300" cy="259080"/>
          </a:xfrm>
          <a:prstGeom prst="rect">
            <a:avLst/>
          </a:prstGeom>
          <a:noFill/>
          <a:ln w="0">
            <a:noFill/>
          </a:ln>
        </p:spPr>
        <p:txBody>
          <a:bodyPr wrap="none" lIns="0" tIns="0" rIns="0" bIns="0" anchor="ctr">
            <a:noAutofit/>
          </a:bodyPr>
          <a:lstStyle/>
          <a:p>
            <a:pPr algn="ctr">
              <a:defRPr sz="156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Actions and visual effects</a:t>
            </a:r>
          </a:p>
        </p:txBody>
      </p:sp>
      <p:sp>
        <p:nvSpPr>
          <p:cNvPr id="138" name="source-normalization">
            <a:extLst>
              <a:ext uri="{FF2B5EF4-FFF2-40B4-BE49-F238E27FC236}">
                <a16:creationId xmlns:a16="http://schemas.microsoft.com/office/drawing/2014/main" id="{ADDB3DD3-2CDF-4EF8-848F-68E1282BE8E0}"/>
              </a:ext>
            </a:extLst>
          </p:cNvPr>
          <p:cNvSpPr>
            <a:spLocks noGrp="1"/>
          </p:cNvSpPr>
          <p:nvPr/>
        </p:nvSpPr>
        <p:spPr>
          <a:xfrm>
            <a:off x="327660" y="4114800"/>
            <a:ext cx="1074420" cy="457200"/>
          </a:xfrm>
          <a:prstGeom prst="roundRect">
            <a:avLst>
              <a:gd name="adj" fmla="val 6667"/>
            </a:avLst>
          </a:prstGeom>
          <a:solidFill>
            <a:srgbClr val="E6ECEF"/>
          </a:solidFill>
          <a:ln w="8382">
            <a:solidFill>
              <a:srgbClr val="8FA2AE"/>
            </a:solidFill>
          </a:ln>
        </p:spPr>
        <p:txBody>
          <a:bodyPr/>
          <a:lstStyle/>
          <a:p>
            <a:endParaRPr lang="zh-CN" altLang="en-US" sz="2000"/>
          </a:p>
        </p:txBody>
      </p:sp>
      <p:sp>
        <p:nvSpPr>
          <p:cNvPr id="139" name="source-normalization-label">
            <a:extLst>
              <a:ext uri="{FF2B5EF4-FFF2-40B4-BE49-F238E27FC236}">
                <a16:creationId xmlns:a16="http://schemas.microsoft.com/office/drawing/2014/main" id="{DECDAEE8-15D4-45D0-8A12-1E51F7217E49}"/>
              </a:ext>
            </a:extLst>
          </p:cNvPr>
          <p:cNvSpPr>
            <a:spLocks noGrp="1"/>
          </p:cNvSpPr>
          <p:nvPr/>
        </p:nvSpPr>
        <p:spPr>
          <a:xfrm>
            <a:off x="434340" y="4152900"/>
            <a:ext cx="929640" cy="38100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200" i="0" dirty="0">
                <a:solidFill>
                  <a:srgbClr val="202B33"/>
                </a:solidFill>
                <a:latin typeface="Toppan Bunkyu Mincho Regular"/>
                <a:ea typeface="Toppan Bunkyu Mincho Regular"/>
                <a:cs typeface="Toppan Bunkyu Mincho Regular"/>
              </a:rPr>
              <a:t>Source</a:t>
            </a:r>
          </a:p>
          <a:p>
            <a:pPr algn="ctr">
              <a:defRPr sz="1200" i="0">
                <a:solidFill>
                  <a:srgbClr val="202B33"/>
                </a:solidFill>
                <a:latin typeface="Toppan Bunkyu Mincho Regular"/>
                <a:ea typeface="Toppan Bunkyu Mincho Regular"/>
                <a:cs typeface="Toppan Bunkyu Mincho Regular"/>
              </a:defRPr>
            </a:pPr>
            <a:r>
              <a:rPr sz="1200" i="0" dirty="0">
                <a:solidFill>
                  <a:srgbClr val="202B33"/>
                </a:solidFill>
                <a:latin typeface="Toppan Bunkyu Mincho Regular"/>
                <a:ea typeface="Toppan Bunkyu Mincho Regular"/>
                <a:cs typeface="Toppan Bunkyu Mincho Regular"/>
              </a:rPr>
              <a:t>normalization</a:t>
            </a:r>
          </a:p>
        </p:txBody>
      </p:sp>
      <p:sp>
        <p:nvSpPr>
          <p:cNvPr id="140" name="Local block arrow 4">
            <a:extLst>
              <a:ext uri="{FF2B5EF4-FFF2-40B4-BE49-F238E27FC236}">
                <a16:creationId xmlns:a16="http://schemas.microsoft.com/office/drawing/2014/main" id="{A295D71F-3C02-4627-94B5-BE1EB6B12FDA}"/>
              </a:ext>
            </a:extLst>
          </p:cNvPr>
          <p:cNvSpPr>
            <a:spLocks noGrp="1"/>
          </p:cNvSpPr>
          <p:nvPr/>
        </p:nvSpPr>
        <p:spPr>
          <a:xfrm>
            <a:off x="1485900" y="429006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1" name="target-encoding">
            <a:extLst>
              <a:ext uri="{FF2B5EF4-FFF2-40B4-BE49-F238E27FC236}">
                <a16:creationId xmlns:a16="http://schemas.microsoft.com/office/drawing/2014/main" id="{FEA420C2-AFEE-4F7D-824A-D7BC0FBFA356}"/>
              </a:ext>
            </a:extLst>
          </p:cNvPr>
          <p:cNvSpPr>
            <a:spLocks noGrp="1"/>
          </p:cNvSpPr>
          <p:nvPr/>
        </p:nvSpPr>
        <p:spPr>
          <a:xfrm>
            <a:off x="1703070" y="4114800"/>
            <a:ext cx="1866900" cy="457200"/>
          </a:xfrm>
          <a:prstGeom prst="roundRect">
            <a:avLst>
              <a:gd name="adj" fmla="val 6667"/>
            </a:avLst>
          </a:prstGeom>
          <a:solidFill>
            <a:srgbClr val="DDE4E8"/>
          </a:solidFill>
          <a:ln w="8382">
            <a:solidFill>
              <a:srgbClr val="788D9C"/>
            </a:solidFill>
          </a:ln>
        </p:spPr>
        <p:txBody>
          <a:bodyPr/>
          <a:lstStyle/>
          <a:p>
            <a:endParaRPr lang="zh-CN" altLang="en-US" sz="2000"/>
          </a:p>
        </p:txBody>
      </p:sp>
      <p:sp>
        <p:nvSpPr>
          <p:cNvPr id="142" name="target-encoding-title">
            <a:extLst>
              <a:ext uri="{FF2B5EF4-FFF2-40B4-BE49-F238E27FC236}">
                <a16:creationId xmlns:a16="http://schemas.microsoft.com/office/drawing/2014/main" id="{315DA946-540C-4FB6-B06C-FB17A9A89956}"/>
              </a:ext>
            </a:extLst>
          </p:cNvPr>
          <p:cNvSpPr>
            <a:spLocks noGrp="1"/>
          </p:cNvSpPr>
          <p:nvPr/>
        </p:nvSpPr>
        <p:spPr>
          <a:xfrm>
            <a:off x="1752600" y="4145280"/>
            <a:ext cx="1767840" cy="213360"/>
          </a:xfrm>
          <a:prstGeom prst="rect">
            <a:avLst/>
          </a:prstGeom>
          <a:noFill/>
          <a:ln w="0">
            <a:noFill/>
          </a:ln>
        </p:spPr>
        <p:txBody>
          <a:bodyPr wrap="none" lIns="0" tIns="0" rIns="0" bIns="0" anchor="ctr">
            <a:noAutofit/>
          </a:bodyPr>
          <a:lstStyle/>
          <a:p>
            <a:pPr algn="ctr">
              <a:defRPr sz="1380" i="0">
                <a:solidFill>
                  <a:srgbClr val="202B33"/>
                </a:solidFill>
                <a:latin typeface="Toppan Bunkyu Mincho Regular"/>
                <a:ea typeface="Toppan Bunkyu Mincho Regular"/>
                <a:cs typeface="Toppan Bunkyu Mincho Regular"/>
              </a:defRPr>
            </a:pPr>
            <a:r>
              <a:rPr sz="1600" i="0" dirty="0">
                <a:solidFill>
                  <a:schemeClr val="tx1">
                    <a:lumMod val="75000"/>
                    <a:lumOff val="25000"/>
                  </a:schemeClr>
                </a:solidFill>
                <a:latin typeface="Toppan Bunkyu Mincho Regular"/>
                <a:ea typeface="Toppan Bunkyu Mincho Regular"/>
                <a:cs typeface="Toppan Bunkyu Mincho Regular"/>
              </a:rPr>
              <a:t>Typed projections</a:t>
            </a:r>
          </a:p>
        </p:txBody>
      </p:sp>
      <p:sp>
        <p:nvSpPr>
          <p:cNvPr id="143" name="target-corruption">
            <a:extLst>
              <a:ext uri="{FF2B5EF4-FFF2-40B4-BE49-F238E27FC236}">
                <a16:creationId xmlns:a16="http://schemas.microsoft.com/office/drawing/2014/main" id="{83E70574-D080-40F3-A624-611CD8F4DFBC}"/>
              </a:ext>
            </a:extLst>
          </p:cNvPr>
          <p:cNvSpPr>
            <a:spLocks noGrp="1"/>
          </p:cNvSpPr>
          <p:nvPr/>
        </p:nvSpPr>
        <p:spPr>
          <a:xfrm>
            <a:off x="1752600" y="4366260"/>
            <a:ext cx="1234440" cy="175260"/>
          </a:xfrm>
          <a:prstGeom prst="rect">
            <a:avLst/>
          </a:prstGeom>
          <a:noFill/>
          <a:ln w="0">
            <a:noFill/>
          </a:ln>
        </p:spPr>
        <p:txBody>
          <a:bodyPr wrap="none" lIns="0" tIns="0" rIns="0" bIns="0" anchor="ctr">
            <a:noAutofit/>
          </a:bodyPr>
          <a:lstStyle/>
          <a:p>
            <a:pPr algn="ctr">
              <a:defRPr sz="960" i="0">
                <a:solidFill>
                  <a:srgbClr val="657580"/>
                </a:solidFill>
                <a:latin typeface="Toppan Bunkyu Mincho Regular"/>
                <a:ea typeface="Toppan Bunkyu Mincho Regular"/>
                <a:cs typeface="Toppan Bunkyu Mincho Regular"/>
              </a:defRPr>
            </a:pPr>
            <a:r>
              <a:rPr sz="1050" b="1" i="0" dirty="0">
                <a:solidFill>
                  <a:srgbClr val="657580"/>
                </a:solidFill>
                <a:latin typeface="Toppan Bunkyu Mincho Regular"/>
                <a:ea typeface="Toppan Bunkyu Mincho Regular"/>
                <a:cs typeface="Toppan Bunkyu Mincho Regular"/>
              </a:rPr>
              <a:t>Independent noise</a:t>
            </a:r>
          </a:p>
        </p:txBody>
      </p:sp>
      <p:pic>
        <p:nvPicPr>
          <p:cNvPr id="619" name="图形 618"/>
          <p:cNvPicPr>
            <a:picLocks noChangeAspect="1"/>
          </p:cNvPicPr>
          <p:nvPr/>
        </p:nvPicPr>
        <p:blipFill>
          <a:blip r:embed="rId18">
            <a:extLst>
              <a:ext uri="{96DAC541-7B7A-43D3-8B79-37D633B846F1}">
                <asvg:svgBlip xmlns:asvg="http://schemas.microsoft.com/office/drawing/2016/SVG/main" r:embed="rId19"/>
              </a:ext>
            </a:extLst>
          </a:blip>
          <a:stretch/>
        </p:blipFill>
        <p:spPr>
          <a:xfrm>
            <a:off x="3036972" y="4402931"/>
            <a:ext cx="425917" cy="109538"/>
          </a:xfrm>
          <a:prstGeom prst="rect">
            <a:avLst/>
          </a:prstGeom>
        </p:spPr>
      </p:pic>
      <p:sp>
        <p:nvSpPr>
          <p:cNvPr id="145" name="Local block arrow 5">
            <a:extLst>
              <a:ext uri="{FF2B5EF4-FFF2-40B4-BE49-F238E27FC236}">
                <a16:creationId xmlns:a16="http://schemas.microsoft.com/office/drawing/2014/main" id="{9D4C3456-FDB1-4ECF-B64D-3C4DB047DACC}"/>
              </a:ext>
            </a:extLst>
          </p:cNvPr>
          <p:cNvSpPr>
            <a:spLocks noGrp="1"/>
          </p:cNvSpPr>
          <p:nvPr/>
        </p:nvSpPr>
        <p:spPr>
          <a:xfrm>
            <a:off x="815340" y="4594859"/>
            <a:ext cx="231262" cy="208491"/>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6" name="Local block arrow 6">
            <a:extLst>
              <a:ext uri="{FF2B5EF4-FFF2-40B4-BE49-F238E27FC236}">
                <a16:creationId xmlns:a16="http://schemas.microsoft.com/office/drawing/2014/main" id="{F4688954-B874-4CDC-87EE-229C0AE48EF2}"/>
              </a:ext>
            </a:extLst>
          </p:cNvPr>
          <p:cNvSpPr>
            <a:spLocks noGrp="1"/>
          </p:cNvSpPr>
          <p:nvPr/>
        </p:nvSpPr>
        <p:spPr>
          <a:xfrm>
            <a:off x="2583180" y="4594860"/>
            <a:ext cx="215104" cy="208494"/>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7" name="command-layout-label">
            <a:extLst>
              <a:ext uri="{FF2B5EF4-FFF2-40B4-BE49-F238E27FC236}">
                <a16:creationId xmlns:a16="http://schemas.microsoft.com/office/drawing/2014/main" id="{3C659DEE-571A-4F6D-8F28-358261A96701}"/>
              </a:ext>
            </a:extLst>
          </p:cNvPr>
          <p:cNvSpPr>
            <a:spLocks noGrp="1"/>
          </p:cNvSpPr>
          <p:nvPr/>
        </p:nvSpPr>
        <p:spPr>
          <a:xfrm>
            <a:off x="327660" y="4777740"/>
            <a:ext cx="1348740" cy="20574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Command layout</a:t>
            </a:r>
          </a:p>
        </p:txBody>
      </p:sp>
      <p:sp>
        <p:nvSpPr>
          <p:cNvPr id="148" name="typed-motor-layout-top">
            <a:extLst>
              <a:ext uri="{FF2B5EF4-FFF2-40B4-BE49-F238E27FC236}">
                <a16:creationId xmlns:a16="http://schemas.microsoft.com/office/drawing/2014/main" id="{A86AEEBB-CA27-4054-8BDB-723B6271367D}"/>
              </a:ext>
            </a:extLst>
          </p:cNvPr>
          <p:cNvSpPr>
            <a:spLocks noGrp="1"/>
          </p:cNvSpPr>
          <p:nvPr/>
        </p:nvSpPr>
        <p:spPr>
          <a:xfrm>
            <a:off x="335280" y="5021580"/>
            <a:ext cx="1280160" cy="45720"/>
          </a:xfrm>
          <a:custGeom>
            <a:avLst/>
            <a:gdLst/>
            <a:ahLst/>
            <a:cxnLst/>
            <a:rect l="0" t="0" r="0" b="0"/>
            <a:pathLst>
              <a:path w="1600200" h="57150">
                <a:moveTo>
                  <a:pt x="0" y="57150"/>
                </a:moveTo>
                <a:lnTo>
                  <a:pt x="57150" y="0"/>
                </a:lnTo>
                <a:lnTo>
                  <a:pt x="1600200" y="0"/>
                </a:lnTo>
                <a:lnTo>
                  <a:pt x="1543050" y="57150"/>
                </a:lnTo>
                <a:close/>
              </a:path>
            </a:pathLst>
          </a:custGeom>
          <a:solidFill>
            <a:srgbClr val="F9FAFD"/>
          </a:solidFill>
          <a:ln w="11430">
            <a:solidFill>
              <a:srgbClr val="63788A"/>
            </a:solidFill>
          </a:ln>
        </p:spPr>
        <p:txBody>
          <a:bodyPr/>
          <a:lstStyle/>
          <a:p>
            <a:endParaRPr lang="zh-CN" altLang="en-US" sz="2000"/>
          </a:p>
        </p:txBody>
      </p:sp>
      <p:sp>
        <p:nvSpPr>
          <p:cNvPr id="149" name="typed-motor-layout-side">
            <a:extLst>
              <a:ext uri="{FF2B5EF4-FFF2-40B4-BE49-F238E27FC236}">
                <a16:creationId xmlns:a16="http://schemas.microsoft.com/office/drawing/2014/main" id="{FE7BC43F-67E7-4116-B4E5-4B43CB1262D2}"/>
              </a:ext>
            </a:extLst>
          </p:cNvPr>
          <p:cNvSpPr>
            <a:spLocks noGrp="1"/>
          </p:cNvSpPr>
          <p:nvPr/>
        </p:nvSpPr>
        <p:spPr>
          <a:xfrm>
            <a:off x="1569720" y="5021580"/>
            <a:ext cx="45720" cy="838200"/>
          </a:xfrm>
          <a:custGeom>
            <a:avLst/>
            <a:gdLst/>
            <a:ahLst/>
            <a:cxnLst/>
            <a:rect l="0" t="0" r="0" b="0"/>
            <a:pathLst>
              <a:path w="57150" h="1047750">
                <a:moveTo>
                  <a:pt x="0" y="57150"/>
                </a:moveTo>
                <a:lnTo>
                  <a:pt x="57150" y="0"/>
                </a:lnTo>
                <a:lnTo>
                  <a:pt x="57150" y="990600"/>
                </a:lnTo>
                <a:lnTo>
                  <a:pt x="0" y="1047750"/>
                </a:lnTo>
                <a:close/>
              </a:path>
            </a:pathLst>
          </a:custGeom>
          <a:solidFill>
            <a:srgbClr val="C7D5DA"/>
          </a:solidFill>
          <a:ln w="11430">
            <a:solidFill>
              <a:srgbClr val="63788A"/>
            </a:solidFill>
          </a:ln>
        </p:spPr>
        <p:txBody>
          <a:bodyPr/>
          <a:lstStyle/>
          <a:p>
            <a:endParaRPr lang="zh-CN" altLang="en-US" sz="2000"/>
          </a:p>
        </p:txBody>
      </p:sp>
      <p:sp>
        <p:nvSpPr>
          <p:cNvPr id="150" name="typed-motor-layout-front">
            <a:extLst>
              <a:ext uri="{FF2B5EF4-FFF2-40B4-BE49-F238E27FC236}">
                <a16:creationId xmlns:a16="http://schemas.microsoft.com/office/drawing/2014/main" id="{CA8F8ECC-9AA8-42D9-8B68-A02FD335D5AF}"/>
              </a:ext>
            </a:extLst>
          </p:cNvPr>
          <p:cNvSpPr>
            <a:spLocks noGrp="1"/>
          </p:cNvSpPr>
          <p:nvPr/>
        </p:nvSpPr>
        <p:spPr>
          <a:xfrm>
            <a:off x="342900" y="5067300"/>
            <a:ext cx="1226820" cy="792480"/>
          </a:xfrm>
          <a:prstGeom prst="rect">
            <a:avLst/>
          </a:prstGeom>
          <a:solidFill>
            <a:srgbClr val="F1F5F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800"/>
          </a:p>
        </p:txBody>
      </p:sp>
      <p:sp>
        <p:nvSpPr>
          <p:cNvPr id="151" name="command-field-0">
            <a:extLst>
              <a:ext uri="{FF2B5EF4-FFF2-40B4-BE49-F238E27FC236}">
                <a16:creationId xmlns:a16="http://schemas.microsoft.com/office/drawing/2014/main" id="{28567976-8348-4795-B1BC-A0ACF6C28646}"/>
              </a:ext>
            </a:extLst>
          </p:cNvPr>
          <p:cNvSpPr>
            <a:spLocks noGrp="1"/>
          </p:cNvSpPr>
          <p:nvPr/>
        </p:nvSpPr>
        <p:spPr>
          <a:xfrm>
            <a:off x="381000" y="5135880"/>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200" i="0" dirty="0">
                <a:solidFill>
                  <a:srgbClr val="657580"/>
                </a:solidFill>
                <a:latin typeface="Toppan Bunkyu Mincho Regular"/>
                <a:ea typeface="Toppan Bunkyu Mincho Regular"/>
                <a:cs typeface="Toppan Bunkyu Mincho Regular"/>
              </a:rPr>
              <a:t>Pose</a:t>
            </a:r>
          </a:p>
        </p:txBody>
      </p:sp>
      <p:sp>
        <p:nvSpPr>
          <p:cNvPr id="152" name="typed-command-slot-00">
            <a:extLst>
              <a:ext uri="{FF2B5EF4-FFF2-40B4-BE49-F238E27FC236}">
                <a16:creationId xmlns:a16="http://schemas.microsoft.com/office/drawing/2014/main" id="{40FBC23E-F80C-427B-B152-D4DD26A69347}"/>
              </a:ext>
            </a:extLst>
          </p:cNvPr>
          <p:cNvSpPr>
            <a:spLocks noGrp="1"/>
          </p:cNvSpPr>
          <p:nvPr/>
        </p:nvSpPr>
        <p:spPr>
          <a:xfrm>
            <a:off x="9220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3" name="typed-command-slot-01">
            <a:extLst>
              <a:ext uri="{FF2B5EF4-FFF2-40B4-BE49-F238E27FC236}">
                <a16:creationId xmlns:a16="http://schemas.microsoft.com/office/drawing/2014/main" id="{205C45D8-1ECD-4476-947E-A8FB7AF8BC91}"/>
              </a:ext>
            </a:extLst>
          </p:cNvPr>
          <p:cNvSpPr>
            <a:spLocks noGrp="1"/>
          </p:cNvSpPr>
          <p:nvPr/>
        </p:nvSpPr>
        <p:spPr>
          <a:xfrm>
            <a:off x="11125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4" name="typed-command-slot-02">
            <a:extLst>
              <a:ext uri="{FF2B5EF4-FFF2-40B4-BE49-F238E27FC236}">
                <a16:creationId xmlns:a16="http://schemas.microsoft.com/office/drawing/2014/main" id="{5E3568B1-55E9-4508-92A0-6F9797563297}"/>
              </a:ext>
            </a:extLst>
          </p:cNvPr>
          <p:cNvSpPr>
            <a:spLocks noGrp="1"/>
          </p:cNvSpPr>
          <p:nvPr/>
        </p:nvSpPr>
        <p:spPr>
          <a:xfrm>
            <a:off x="13030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5" name="command-field-1">
            <a:extLst>
              <a:ext uri="{FF2B5EF4-FFF2-40B4-BE49-F238E27FC236}">
                <a16:creationId xmlns:a16="http://schemas.microsoft.com/office/drawing/2014/main" id="{407FE6B7-5606-4CC6-9C2B-15D309C0B0E6}"/>
              </a:ext>
            </a:extLst>
          </p:cNvPr>
          <p:cNvSpPr>
            <a:spLocks noGrp="1"/>
          </p:cNvSpPr>
          <p:nvPr/>
        </p:nvSpPr>
        <p:spPr>
          <a:xfrm>
            <a:off x="350520" y="5371056"/>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100" i="0" dirty="0">
                <a:solidFill>
                  <a:srgbClr val="657580"/>
                </a:solidFill>
                <a:latin typeface="Toppan Bunkyu Mincho Regular"/>
                <a:ea typeface="Toppan Bunkyu Mincho Regular"/>
                <a:cs typeface="Toppan Bunkyu Mincho Regular"/>
              </a:rPr>
              <a:t>Gripper</a:t>
            </a:r>
          </a:p>
        </p:txBody>
      </p:sp>
      <p:sp>
        <p:nvSpPr>
          <p:cNvPr id="156" name="typed-command-slot-10">
            <a:extLst>
              <a:ext uri="{FF2B5EF4-FFF2-40B4-BE49-F238E27FC236}">
                <a16:creationId xmlns:a16="http://schemas.microsoft.com/office/drawing/2014/main" id="{733E7962-6612-4C26-94E9-A580B86CF329}"/>
              </a:ext>
            </a:extLst>
          </p:cNvPr>
          <p:cNvSpPr>
            <a:spLocks noGrp="1"/>
          </p:cNvSpPr>
          <p:nvPr/>
        </p:nvSpPr>
        <p:spPr>
          <a:xfrm>
            <a:off x="922020" y="5394960"/>
            <a:ext cx="152400" cy="121920"/>
          </a:xfrm>
          <a:prstGeom prst="roundRect">
            <a:avLst>
              <a:gd name="adj" fmla="val 6250"/>
            </a:avLst>
          </a:prstGeom>
          <a:solidFill>
            <a:srgbClr val="89A9C1"/>
          </a:solidFill>
          <a:ln w="5334">
            <a:solidFill>
              <a:srgbClr val="8CA5B8"/>
            </a:solidFill>
          </a:ln>
        </p:spPr>
        <p:txBody>
          <a:bodyPr/>
          <a:lstStyle/>
          <a:p>
            <a:endParaRPr lang="zh-CN" altLang="en-US" sz="2000"/>
          </a:p>
        </p:txBody>
      </p:sp>
      <p:sp>
        <p:nvSpPr>
          <p:cNvPr id="157" name="typed-command-slot-11">
            <a:extLst>
              <a:ext uri="{FF2B5EF4-FFF2-40B4-BE49-F238E27FC236}">
                <a16:creationId xmlns:a16="http://schemas.microsoft.com/office/drawing/2014/main" id="{9C24E322-9D5E-4E55-A624-19FA287CE624}"/>
              </a:ext>
            </a:extLst>
          </p:cNvPr>
          <p:cNvSpPr>
            <a:spLocks noGrp="1"/>
          </p:cNvSpPr>
          <p:nvPr/>
        </p:nvSpPr>
        <p:spPr>
          <a:xfrm>
            <a:off x="1112520" y="5394960"/>
            <a:ext cx="152400" cy="121920"/>
          </a:xfrm>
          <a:prstGeom prst="roundRect">
            <a:avLst>
              <a:gd name="adj" fmla="val 6250"/>
            </a:avLst>
          </a:prstGeom>
          <a:solidFill>
            <a:srgbClr val="F8FAFB"/>
          </a:solidFill>
          <a:ln w="5334">
            <a:solidFill>
              <a:srgbClr val="C3CDD5"/>
            </a:solidFill>
          </a:ln>
        </p:spPr>
        <p:txBody>
          <a:bodyPr/>
          <a:lstStyle/>
          <a:p>
            <a:endParaRPr lang="zh-CN" altLang="en-US" sz="2000"/>
          </a:p>
        </p:txBody>
      </p:sp>
      <p:sp>
        <p:nvSpPr>
          <p:cNvPr id="158" name="unused-command-slot-11">
            <a:extLst>
              <a:ext uri="{FF2B5EF4-FFF2-40B4-BE49-F238E27FC236}">
                <a16:creationId xmlns:a16="http://schemas.microsoft.com/office/drawing/2014/main" id="{0B206A8B-9F46-4279-A5A9-0C3CB414C427}"/>
              </a:ext>
            </a:extLst>
          </p:cNvPr>
          <p:cNvSpPr>
            <a:spLocks noGrp="1"/>
          </p:cNvSpPr>
          <p:nvPr/>
        </p:nvSpPr>
        <p:spPr>
          <a:xfrm flipV="1">
            <a:off x="1143000" y="5425440"/>
            <a:ext cx="91440" cy="60960"/>
          </a:xfrm>
          <a:prstGeom prst="line">
            <a:avLst/>
          </a:prstGeom>
          <a:noFill/>
          <a:ln w="6096">
            <a:solidFill>
              <a:srgbClr val="B7C4CE"/>
            </a:solidFill>
          </a:ln>
        </p:spPr>
        <p:txBody>
          <a:bodyPr/>
          <a:lstStyle/>
          <a:p>
            <a:endParaRPr lang="zh-CN" altLang="en-US" sz="2000"/>
          </a:p>
        </p:txBody>
      </p:sp>
      <p:sp>
        <p:nvSpPr>
          <p:cNvPr id="159" name="typed-command-slot-12">
            <a:extLst>
              <a:ext uri="{FF2B5EF4-FFF2-40B4-BE49-F238E27FC236}">
                <a16:creationId xmlns:a16="http://schemas.microsoft.com/office/drawing/2014/main" id="{1DA4DF5F-C48B-4D2D-AD04-5D6923032198}"/>
              </a:ext>
            </a:extLst>
          </p:cNvPr>
          <p:cNvSpPr>
            <a:spLocks noGrp="1"/>
          </p:cNvSpPr>
          <p:nvPr/>
        </p:nvSpPr>
        <p:spPr>
          <a:xfrm>
            <a:off x="1303020" y="5394960"/>
            <a:ext cx="152400" cy="121920"/>
          </a:xfrm>
          <a:prstGeom prst="roundRect">
            <a:avLst>
              <a:gd name="adj" fmla="val 6250"/>
            </a:avLst>
          </a:prstGeom>
          <a:solidFill>
            <a:srgbClr val="F8FAFB"/>
          </a:solidFill>
          <a:ln w="5334">
            <a:solidFill>
              <a:srgbClr val="C3CDD5"/>
            </a:solidFill>
          </a:ln>
        </p:spPr>
        <p:txBody>
          <a:bodyPr/>
          <a:lstStyle/>
          <a:p>
            <a:endParaRPr lang="zh-CN" altLang="en-US" sz="2000"/>
          </a:p>
        </p:txBody>
      </p:sp>
      <p:sp>
        <p:nvSpPr>
          <p:cNvPr id="160" name="unused-command-slot-12">
            <a:extLst>
              <a:ext uri="{FF2B5EF4-FFF2-40B4-BE49-F238E27FC236}">
                <a16:creationId xmlns:a16="http://schemas.microsoft.com/office/drawing/2014/main" id="{C36A24C2-F9AC-46C0-B155-0BDECF1D9CE1}"/>
              </a:ext>
            </a:extLst>
          </p:cNvPr>
          <p:cNvSpPr>
            <a:spLocks noGrp="1"/>
          </p:cNvSpPr>
          <p:nvPr/>
        </p:nvSpPr>
        <p:spPr>
          <a:xfrm flipV="1">
            <a:off x="1333500" y="5425440"/>
            <a:ext cx="91440" cy="60960"/>
          </a:xfrm>
          <a:prstGeom prst="line">
            <a:avLst/>
          </a:prstGeom>
          <a:noFill/>
          <a:ln w="6096">
            <a:solidFill>
              <a:srgbClr val="B7C4CE"/>
            </a:solidFill>
          </a:ln>
        </p:spPr>
        <p:txBody>
          <a:bodyPr/>
          <a:lstStyle/>
          <a:p>
            <a:endParaRPr lang="zh-CN" altLang="en-US" sz="2000"/>
          </a:p>
        </p:txBody>
      </p:sp>
      <p:sp>
        <p:nvSpPr>
          <p:cNvPr id="161" name="command-field-2">
            <a:extLst>
              <a:ext uri="{FF2B5EF4-FFF2-40B4-BE49-F238E27FC236}">
                <a16:creationId xmlns:a16="http://schemas.microsoft.com/office/drawing/2014/main" id="{500B7343-BF60-4A5B-AFC1-F8C7F6EC4458}"/>
              </a:ext>
            </a:extLst>
          </p:cNvPr>
          <p:cNvSpPr>
            <a:spLocks noGrp="1"/>
          </p:cNvSpPr>
          <p:nvPr/>
        </p:nvSpPr>
        <p:spPr>
          <a:xfrm>
            <a:off x="381000" y="5577840"/>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200" i="0">
                <a:solidFill>
                  <a:srgbClr val="657580"/>
                </a:solidFill>
                <a:latin typeface="Toppan Bunkyu Mincho Regular"/>
                <a:ea typeface="Toppan Bunkyu Mincho Regular"/>
                <a:cs typeface="Toppan Bunkyu Mincho Regular"/>
              </a:rPr>
              <a:t>Joints</a:t>
            </a:r>
          </a:p>
        </p:txBody>
      </p:sp>
      <p:sp>
        <p:nvSpPr>
          <p:cNvPr id="162" name="typed-command-slot-20">
            <a:extLst>
              <a:ext uri="{FF2B5EF4-FFF2-40B4-BE49-F238E27FC236}">
                <a16:creationId xmlns:a16="http://schemas.microsoft.com/office/drawing/2014/main" id="{291B8F40-D24B-4A22-AC1A-EA001E3022DD}"/>
              </a:ext>
            </a:extLst>
          </p:cNvPr>
          <p:cNvSpPr>
            <a:spLocks noGrp="1"/>
          </p:cNvSpPr>
          <p:nvPr/>
        </p:nvSpPr>
        <p:spPr>
          <a:xfrm>
            <a:off x="9220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sp>
        <p:nvSpPr>
          <p:cNvPr id="163" name="typed-command-slot-21">
            <a:extLst>
              <a:ext uri="{FF2B5EF4-FFF2-40B4-BE49-F238E27FC236}">
                <a16:creationId xmlns:a16="http://schemas.microsoft.com/office/drawing/2014/main" id="{0A6759CA-D01B-4DC5-9B40-95E6CE7AEFF1}"/>
              </a:ext>
            </a:extLst>
          </p:cNvPr>
          <p:cNvSpPr>
            <a:spLocks noGrp="1"/>
          </p:cNvSpPr>
          <p:nvPr/>
        </p:nvSpPr>
        <p:spPr>
          <a:xfrm>
            <a:off x="11125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sp>
        <p:nvSpPr>
          <p:cNvPr id="164" name="typed-command-slot-22">
            <a:extLst>
              <a:ext uri="{FF2B5EF4-FFF2-40B4-BE49-F238E27FC236}">
                <a16:creationId xmlns:a16="http://schemas.microsoft.com/office/drawing/2014/main" id="{6A40E798-6784-4659-ADD5-69FFF1CF6B53}"/>
              </a:ext>
            </a:extLst>
          </p:cNvPr>
          <p:cNvSpPr>
            <a:spLocks noGrp="1"/>
          </p:cNvSpPr>
          <p:nvPr/>
        </p:nvSpPr>
        <p:spPr>
          <a:xfrm>
            <a:off x="13030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sp>
        <p:nvSpPr>
          <p:cNvPr id="171" name="track-source-label">
            <a:extLst>
              <a:ext uri="{FF2B5EF4-FFF2-40B4-BE49-F238E27FC236}">
                <a16:creationId xmlns:a16="http://schemas.microsoft.com/office/drawing/2014/main" id="{06741867-0ED4-4878-AC6B-6034678FEB61}"/>
              </a:ext>
            </a:extLst>
          </p:cNvPr>
          <p:cNvSpPr>
            <a:spLocks noGrp="1"/>
          </p:cNvSpPr>
          <p:nvPr/>
        </p:nvSpPr>
        <p:spPr>
          <a:xfrm>
            <a:off x="1912620" y="4777740"/>
            <a:ext cx="1531620" cy="205740"/>
          </a:xfrm>
          <a:prstGeom prst="rect">
            <a:avLst/>
          </a:prstGeom>
          <a:noFill/>
          <a:ln w="0">
            <a:noFill/>
          </a:ln>
        </p:spPr>
        <p:txBody>
          <a:bodyPr wrap="none" lIns="0" tIns="0" rIns="0" bIns="0" anchor="ctr">
            <a:noAutofit/>
          </a:bodyPr>
          <a:lstStyle/>
          <a:p>
            <a:pPr algn="ctr">
              <a:defRPr sz="1140" i="0">
                <a:solidFill>
                  <a:srgbClr val="202B33"/>
                </a:solidFill>
                <a:latin typeface="Toppan Bunkyu Mincho Regular"/>
                <a:ea typeface="Toppan Bunkyu Mincho Regular"/>
                <a:cs typeface="Toppan Bunkyu Mincho Regular"/>
              </a:defRPr>
            </a:pPr>
            <a:r>
              <a:rPr sz="1400" i="0" dirty="0">
                <a:solidFill>
                  <a:srgbClr val="202B33"/>
                </a:solidFill>
                <a:latin typeface="Toppan Bunkyu Mincho Regular"/>
                <a:ea typeface="Toppan Bunkyu Mincho Regular"/>
                <a:cs typeface="Toppan Bunkyu Mincho Regular"/>
              </a:rPr>
              <a:t>Anchor-relative tracks</a:t>
            </a:r>
          </a:p>
        </p:txBody>
      </p:sp>
      <p:pic>
        <p:nvPicPr>
          <p:cNvPr id="647" name="图片 646"/>
          <p:cNvPicPr>
            <a:picLocks noChangeAspect="1"/>
          </p:cNvPicPr>
          <p:nvPr/>
        </p:nvPicPr>
        <p:blipFill>
          <a:blip r:embed="rId20"/>
          <a:stretch/>
        </p:blipFill>
        <p:spPr>
          <a:xfrm>
            <a:off x="1981200" y="5021579"/>
            <a:ext cx="1424315" cy="949543"/>
          </a:xfrm>
          <a:prstGeom prst="rect">
            <a:avLst/>
          </a:prstGeom>
        </p:spPr>
      </p:pic>
      <p:sp>
        <p:nvSpPr>
          <p:cNvPr id="174" name="Overall straight block arrow action-input">
            <a:extLst>
              <a:ext uri="{FF2B5EF4-FFF2-40B4-BE49-F238E27FC236}">
                <a16:creationId xmlns:a16="http://schemas.microsoft.com/office/drawing/2014/main" id="{57C86774-7A3A-4CDD-BD09-CB4A41B243AF}"/>
              </a:ext>
            </a:extLst>
          </p:cNvPr>
          <p:cNvSpPr>
            <a:spLocks noGrp="1"/>
          </p:cNvSpPr>
          <p:nvPr/>
        </p:nvSpPr>
        <p:spPr>
          <a:xfrm>
            <a:off x="3619500" y="4114800"/>
            <a:ext cx="457200" cy="327660"/>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75" name="video-stream-title">
            <a:extLst>
              <a:ext uri="{FF2B5EF4-FFF2-40B4-BE49-F238E27FC236}">
                <a16:creationId xmlns:a16="http://schemas.microsoft.com/office/drawing/2014/main" id="{ABBA154F-C979-499C-9567-00C823AB7C35}"/>
              </a:ext>
            </a:extLst>
          </p:cNvPr>
          <p:cNvSpPr>
            <a:spLocks noGrp="1"/>
          </p:cNvSpPr>
          <p:nvPr/>
        </p:nvSpPr>
        <p:spPr>
          <a:xfrm>
            <a:off x="4091940" y="2107988"/>
            <a:ext cx="1562100" cy="228600"/>
          </a:xfrm>
          <a:prstGeom prst="rect">
            <a:avLst/>
          </a:prstGeom>
          <a:noFill/>
          <a:ln w="0">
            <a:noFill/>
          </a:ln>
        </p:spPr>
        <p:txBody>
          <a:bodyPr wrap="none" lIns="0" tIns="0" rIns="0" bIns="0" anchor="ctr">
            <a:noAutofit/>
          </a:bodyPr>
          <a:lstStyle/>
          <a:p>
            <a:pPr algn="l">
              <a:defRPr sz="1560" i="0">
                <a:solidFill>
                  <a:srgbClr val="202B33"/>
                </a:solidFill>
                <a:latin typeface="Toppan Bunkyu Mincho Regular"/>
                <a:ea typeface="Toppan Bunkyu Mincho Regular"/>
                <a:cs typeface="Toppan Bunkyu Mincho Regular"/>
              </a:defRPr>
            </a:pPr>
            <a:r>
              <a:rPr sz="1600" b="1" i="0" dirty="0">
                <a:solidFill>
                  <a:srgbClr val="202B33"/>
                </a:solidFill>
                <a:latin typeface="Toppan Bunkyu Mincho Regular"/>
                <a:ea typeface="Toppan Bunkyu Mincho Regular"/>
                <a:cs typeface="Toppan Bunkyu Mincho Regular"/>
              </a:rPr>
              <a:t>Video stream</a:t>
            </a:r>
          </a:p>
        </p:txBody>
      </p:sp>
      <p:sp>
        <p:nvSpPr>
          <p:cNvPr id="176" name="video-backbone">
            <a:extLst>
              <a:ext uri="{FF2B5EF4-FFF2-40B4-BE49-F238E27FC236}">
                <a16:creationId xmlns:a16="http://schemas.microsoft.com/office/drawing/2014/main" id="{FF908DE2-38A5-4494-9ABC-51628633343F}"/>
              </a:ext>
            </a:extLst>
          </p:cNvPr>
          <p:cNvSpPr>
            <a:spLocks noGrp="1"/>
          </p:cNvSpPr>
          <p:nvPr/>
        </p:nvSpPr>
        <p:spPr>
          <a:xfrm>
            <a:off x="4164433" y="2347063"/>
            <a:ext cx="1173480" cy="205740"/>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200" dirty="0">
                <a:solidFill>
                  <a:srgbClr val="657580"/>
                </a:solidFill>
                <a:latin typeface="Toppan Bunkyu Mincho Regular"/>
                <a:ea typeface="Toppan Bunkyu Mincho Regular"/>
                <a:cs typeface="Toppan Bunkyu Mincho Regular"/>
              </a:rPr>
              <a:t>Pretrained backbone</a:t>
            </a:r>
          </a:p>
        </p:txBody>
      </p:sp>
      <p:sp>
        <p:nvSpPr>
          <p:cNvPr id="177" name="clean-observation-prefix-top">
            <a:extLst>
              <a:ext uri="{FF2B5EF4-FFF2-40B4-BE49-F238E27FC236}">
                <a16:creationId xmlns:a16="http://schemas.microsoft.com/office/drawing/2014/main" id="{B2E9CF01-66B3-4EA8-9BCC-0B69AE91C226}"/>
              </a:ext>
            </a:extLst>
          </p:cNvPr>
          <p:cNvSpPr>
            <a:spLocks noGrp="1"/>
          </p:cNvSpPr>
          <p:nvPr/>
        </p:nvSpPr>
        <p:spPr>
          <a:xfrm>
            <a:off x="4122420" y="2724150"/>
            <a:ext cx="335280" cy="38100"/>
          </a:xfrm>
          <a:custGeom>
            <a:avLst/>
            <a:gdLst/>
            <a:ahLst/>
            <a:cxnLst/>
            <a:rect l="0" t="0" r="0" b="0"/>
            <a:pathLst>
              <a:path w="419100" h="47625">
                <a:moveTo>
                  <a:pt x="0" y="47625"/>
                </a:moveTo>
                <a:lnTo>
                  <a:pt x="47625" y="0"/>
                </a:lnTo>
                <a:lnTo>
                  <a:pt x="419100" y="0"/>
                </a:lnTo>
                <a:lnTo>
                  <a:pt x="371475" y="47625"/>
                </a:lnTo>
                <a:close/>
              </a:path>
            </a:pathLst>
          </a:custGeom>
          <a:solidFill>
            <a:srgbClr val="F9FAFD"/>
          </a:solidFill>
          <a:ln w="11430">
            <a:solidFill>
              <a:srgbClr val="63788A"/>
            </a:solidFill>
          </a:ln>
        </p:spPr>
        <p:txBody>
          <a:bodyPr/>
          <a:lstStyle/>
          <a:p>
            <a:endParaRPr lang="zh-CN" altLang="en-US" sz="2000"/>
          </a:p>
        </p:txBody>
      </p:sp>
      <p:sp>
        <p:nvSpPr>
          <p:cNvPr id="178" name="clean-observation-prefix-side">
            <a:extLst>
              <a:ext uri="{FF2B5EF4-FFF2-40B4-BE49-F238E27FC236}">
                <a16:creationId xmlns:a16="http://schemas.microsoft.com/office/drawing/2014/main" id="{7E2B3358-F77F-4999-9FD1-96EC7B96A5B5}"/>
              </a:ext>
            </a:extLst>
          </p:cNvPr>
          <p:cNvSpPr>
            <a:spLocks noGrp="1"/>
          </p:cNvSpPr>
          <p:nvPr/>
        </p:nvSpPr>
        <p:spPr>
          <a:xfrm>
            <a:off x="4419600" y="2724150"/>
            <a:ext cx="38100" cy="525780"/>
          </a:xfrm>
          <a:custGeom>
            <a:avLst/>
            <a:gdLst/>
            <a:ahLst/>
            <a:cxnLst/>
            <a:rect l="0" t="0" r="0" b="0"/>
            <a:pathLst>
              <a:path w="47625" h="657225">
                <a:moveTo>
                  <a:pt x="0" y="47625"/>
                </a:moveTo>
                <a:lnTo>
                  <a:pt x="47625" y="0"/>
                </a:lnTo>
                <a:lnTo>
                  <a:pt x="47625" y="609600"/>
                </a:lnTo>
                <a:lnTo>
                  <a:pt x="0" y="657225"/>
                </a:lnTo>
                <a:close/>
              </a:path>
            </a:pathLst>
          </a:custGeom>
          <a:solidFill>
            <a:srgbClr val="C7D0CA"/>
          </a:solidFill>
          <a:ln w="11430">
            <a:solidFill>
              <a:srgbClr val="63788A"/>
            </a:solidFill>
          </a:ln>
        </p:spPr>
        <p:txBody>
          <a:bodyPr/>
          <a:lstStyle/>
          <a:p>
            <a:endParaRPr lang="zh-CN" altLang="en-US" sz="2000"/>
          </a:p>
        </p:txBody>
      </p:sp>
      <p:sp>
        <p:nvSpPr>
          <p:cNvPr id="179" name="clean-observation-prefix-front">
            <a:extLst>
              <a:ext uri="{FF2B5EF4-FFF2-40B4-BE49-F238E27FC236}">
                <a16:creationId xmlns:a16="http://schemas.microsoft.com/office/drawing/2014/main" id="{7D24F6D4-AA37-4591-8D36-FD624D5C3DE3}"/>
              </a:ext>
            </a:extLst>
          </p:cNvPr>
          <p:cNvSpPr>
            <a:spLocks noGrp="1"/>
          </p:cNvSpPr>
          <p:nvPr/>
        </p:nvSpPr>
        <p:spPr>
          <a:xfrm>
            <a:off x="4122420" y="2762250"/>
            <a:ext cx="297180" cy="487680"/>
          </a:xfrm>
          <a:prstGeom prst="rect">
            <a:avLst/>
          </a:prstGeom>
          <a:solidFill>
            <a:srgbClr val="F0F2ED"/>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80" name="observation-patch-00">
            <a:extLst>
              <a:ext uri="{FF2B5EF4-FFF2-40B4-BE49-F238E27FC236}">
                <a16:creationId xmlns:a16="http://schemas.microsoft.com/office/drawing/2014/main" id="{09EBB9B0-4E0D-40C0-AC90-AA36F9668FF2}"/>
              </a:ext>
            </a:extLst>
          </p:cNvPr>
          <p:cNvSpPr>
            <a:spLocks noGrp="1"/>
          </p:cNvSpPr>
          <p:nvPr/>
        </p:nvSpPr>
        <p:spPr>
          <a:xfrm>
            <a:off x="4160520" y="2830830"/>
            <a:ext cx="91440" cy="91440"/>
          </a:xfrm>
          <a:prstGeom prst="rect">
            <a:avLst/>
          </a:prstGeom>
          <a:solidFill>
            <a:srgbClr val="C3CFCC"/>
          </a:solidFill>
          <a:ln w="0">
            <a:noFill/>
          </a:ln>
        </p:spPr>
        <p:txBody>
          <a:bodyPr/>
          <a:lstStyle/>
          <a:p>
            <a:endParaRPr lang="zh-CN" altLang="en-US" sz="2000"/>
          </a:p>
        </p:txBody>
      </p:sp>
      <p:sp>
        <p:nvSpPr>
          <p:cNvPr id="181" name="observation-patch-01">
            <a:extLst>
              <a:ext uri="{FF2B5EF4-FFF2-40B4-BE49-F238E27FC236}">
                <a16:creationId xmlns:a16="http://schemas.microsoft.com/office/drawing/2014/main" id="{D45E4A08-0BED-423B-98CB-823AAE0E07DB}"/>
              </a:ext>
            </a:extLst>
          </p:cNvPr>
          <p:cNvSpPr>
            <a:spLocks noGrp="1"/>
          </p:cNvSpPr>
          <p:nvPr/>
        </p:nvSpPr>
        <p:spPr>
          <a:xfrm>
            <a:off x="4274820" y="2830830"/>
            <a:ext cx="91440" cy="91440"/>
          </a:xfrm>
          <a:prstGeom prst="rect">
            <a:avLst/>
          </a:prstGeom>
          <a:solidFill>
            <a:srgbClr val="D9E0DC"/>
          </a:solidFill>
          <a:ln w="0">
            <a:noFill/>
          </a:ln>
        </p:spPr>
        <p:txBody>
          <a:bodyPr/>
          <a:lstStyle/>
          <a:p>
            <a:endParaRPr lang="zh-CN" altLang="en-US" sz="2000"/>
          </a:p>
        </p:txBody>
      </p:sp>
      <p:sp>
        <p:nvSpPr>
          <p:cNvPr id="182" name="observation-patch-10">
            <a:extLst>
              <a:ext uri="{FF2B5EF4-FFF2-40B4-BE49-F238E27FC236}">
                <a16:creationId xmlns:a16="http://schemas.microsoft.com/office/drawing/2014/main" id="{80577E39-F950-4A25-8021-22AF0075063B}"/>
              </a:ext>
            </a:extLst>
          </p:cNvPr>
          <p:cNvSpPr>
            <a:spLocks noGrp="1"/>
          </p:cNvSpPr>
          <p:nvPr/>
        </p:nvSpPr>
        <p:spPr>
          <a:xfrm>
            <a:off x="4160520" y="2945130"/>
            <a:ext cx="91440" cy="91440"/>
          </a:xfrm>
          <a:prstGeom prst="rect">
            <a:avLst/>
          </a:prstGeom>
          <a:solidFill>
            <a:srgbClr val="D9E0DC"/>
          </a:solidFill>
          <a:ln w="0">
            <a:noFill/>
          </a:ln>
        </p:spPr>
        <p:txBody>
          <a:bodyPr/>
          <a:lstStyle/>
          <a:p>
            <a:endParaRPr lang="zh-CN" altLang="en-US" sz="2000"/>
          </a:p>
        </p:txBody>
      </p:sp>
      <p:sp>
        <p:nvSpPr>
          <p:cNvPr id="183" name="observation-patch-11">
            <a:extLst>
              <a:ext uri="{FF2B5EF4-FFF2-40B4-BE49-F238E27FC236}">
                <a16:creationId xmlns:a16="http://schemas.microsoft.com/office/drawing/2014/main" id="{EAECBFCF-9797-4E40-A3B2-C3CF15BE94FD}"/>
              </a:ext>
            </a:extLst>
          </p:cNvPr>
          <p:cNvSpPr>
            <a:spLocks noGrp="1"/>
          </p:cNvSpPr>
          <p:nvPr/>
        </p:nvSpPr>
        <p:spPr>
          <a:xfrm>
            <a:off x="4274820" y="2945130"/>
            <a:ext cx="91440" cy="91440"/>
          </a:xfrm>
          <a:prstGeom prst="rect">
            <a:avLst/>
          </a:prstGeom>
          <a:solidFill>
            <a:srgbClr val="B9783D"/>
          </a:solidFill>
          <a:ln w="0">
            <a:noFill/>
          </a:ln>
        </p:spPr>
        <p:txBody>
          <a:bodyPr/>
          <a:lstStyle/>
          <a:p>
            <a:endParaRPr lang="zh-CN" altLang="en-US" sz="2000"/>
          </a:p>
        </p:txBody>
      </p:sp>
      <p:sp>
        <p:nvSpPr>
          <p:cNvPr id="184" name="observation-patch-20">
            <a:extLst>
              <a:ext uri="{FF2B5EF4-FFF2-40B4-BE49-F238E27FC236}">
                <a16:creationId xmlns:a16="http://schemas.microsoft.com/office/drawing/2014/main" id="{62720698-84DB-4647-9058-F7E1C1439993}"/>
              </a:ext>
            </a:extLst>
          </p:cNvPr>
          <p:cNvSpPr>
            <a:spLocks noGrp="1"/>
          </p:cNvSpPr>
          <p:nvPr/>
        </p:nvSpPr>
        <p:spPr>
          <a:xfrm>
            <a:off x="4160520" y="3059430"/>
            <a:ext cx="91440" cy="91440"/>
          </a:xfrm>
          <a:prstGeom prst="rect">
            <a:avLst/>
          </a:prstGeom>
          <a:solidFill>
            <a:srgbClr val="C3CFCC"/>
          </a:solidFill>
          <a:ln w="0">
            <a:noFill/>
          </a:ln>
        </p:spPr>
        <p:txBody>
          <a:bodyPr/>
          <a:lstStyle/>
          <a:p>
            <a:endParaRPr lang="zh-CN" altLang="en-US" sz="2000"/>
          </a:p>
        </p:txBody>
      </p:sp>
      <p:sp>
        <p:nvSpPr>
          <p:cNvPr id="185" name="observation-patch-21">
            <a:extLst>
              <a:ext uri="{FF2B5EF4-FFF2-40B4-BE49-F238E27FC236}">
                <a16:creationId xmlns:a16="http://schemas.microsoft.com/office/drawing/2014/main" id="{3C365BBD-F25E-4226-8444-E89BBAE88ACD}"/>
              </a:ext>
            </a:extLst>
          </p:cNvPr>
          <p:cNvSpPr>
            <a:spLocks noGrp="1"/>
          </p:cNvSpPr>
          <p:nvPr/>
        </p:nvSpPr>
        <p:spPr>
          <a:xfrm>
            <a:off x="4274820" y="3059430"/>
            <a:ext cx="91440" cy="91440"/>
          </a:xfrm>
          <a:prstGeom prst="rect">
            <a:avLst/>
          </a:prstGeom>
          <a:solidFill>
            <a:srgbClr val="D9E0DC"/>
          </a:solidFill>
          <a:ln w="0">
            <a:noFill/>
          </a:ln>
        </p:spPr>
        <p:txBody>
          <a:bodyPr/>
          <a:lstStyle/>
          <a:p>
            <a:endParaRPr lang="zh-CN" altLang="en-US" sz="2000"/>
          </a:p>
        </p:txBody>
      </p:sp>
      <p:sp>
        <p:nvSpPr>
          <p:cNvPr id="186" name="video-token-tensor-slice2-top">
            <a:extLst>
              <a:ext uri="{FF2B5EF4-FFF2-40B4-BE49-F238E27FC236}">
                <a16:creationId xmlns:a16="http://schemas.microsoft.com/office/drawing/2014/main" id="{CCBC9A76-6B84-4F3D-BC13-30BAE732344C}"/>
              </a:ext>
            </a:extLst>
          </p:cNvPr>
          <p:cNvSpPr>
            <a:spLocks noGrp="1"/>
          </p:cNvSpPr>
          <p:nvPr/>
        </p:nvSpPr>
        <p:spPr>
          <a:xfrm>
            <a:off x="4701540" y="257175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87" name="video-token-tensor-slice2-side">
            <a:extLst>
              <a:ext uri="{FF2B5EF4-FFF2-40B4-BE49-F238E27FC236}">
                <a16:creationId xmlns:a16="http://schemas.microsoft.com/office/drawing/2014/main" id="{F9AEB1E9-8ABD-4C35-8422-A42C573DE59B}"/>
              </a:ext>
            </a:extLst>
          </p:cNvPr>
          <p:cNvSpPr>
            <a:spLocks noGrp="1"/>
          </p:cNvSpPr>
          <p:nvPr/>
        </p:nvSpPr>
        <p:spPr>
          <a:xfrm>
            <a:off x="5135880" y="257175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88" name="video-token-tensor-slice2-front">
            <a:extLst>
              <a:ext uri="{FF2B5EF4-FFF2-40B4-BE49-F238E27FC236}">
                <a16:creationId xmlns:a16="http://schemas.microsoft.com/office/drawing/2014/main" id="{26DF0F10-6C69-4459-9FB6-F4CD3EA9A475}"/>
              </a:ext>
            </a:extLst>
          </p:cNvPr>
          <p:cNvSpPr>
            <a:spLocks noGrp="1"/>
          </p:cNvSpPr>
          <p:nvPr/>
        </p:nvSpPr>
        <p:spPr>
          <a:xfrm>
            <a:off x="4701540" y="2625090"/>
            <a:ext cx="434340" cy="487680"/>
          </a:xfrm>
          <a:prstGeom prst="rect">
            <a:avLst/>
          </a:prstGeom>
          <a:solidFill>
            <a:srgbClr val="E9EEF7"/>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89" name="video-token-tensor-slice1-top">
            <a:extLst>
              <a:ext uri="{FF2B5EF4-FFF2-40B4-BE49-F238E27FC236}">
                <a16:creationId xmlns:a16="http://schemas.microsoft.com/office/drawing/2014/main" id="{5B7A54C2-949E-484D-8243-3BCB231410E0}"/>
              </a:ext>
            </a:extLst>
          </p:cNvPr>
          <p:cNvSpPr>
            <a:spLocks noGrp="1"/>
          </p:cNvSpPr>
          <p:nvPr/>
        </p:nvSpPr>
        <p:spPr>
          <a:xfrm>
            <a:off x="4625340" y="264033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90" name="video-token-tensor-slice1-side">
            <a:extLst>
              <a:ext uri="{FF2B5EF4-FFF2-40B4-BE49-F238E27FC236}">
                <a16:creationId xmlns:a16="http://schemas.microsoft.com/office/drawing/2014/main" id="{3E618559-B938-4F36-8DC9-FF509F9EE247}"/>
              </a:ext>
            </a:extLst>
          </p:cNvPr>
          <p:cNvSpPr>
            <a:spLocks noGrp="1"/>
          </p:cNvSpPr>
          <p:nvPr/>
        </p:nvSpPr>
        <p:spPr>
          <a:xfrm>
            <a:off x="5059680" y="264033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91" name="video-token-tensor-slice1-front">
            <a:extLst>
              <a:ext uri="{FF2B5EF4-FFF2-40B4-BE49-F238E27FC236}">
                <a16:creationId xmlns:a16="http://schemas.microsoft.com/office/drawing/2014/main" id="{845C5495-DAC7-44BA-B2EB-6257F4F653EB}"/>
              </a:ext>
            </a:extLst>
          </p:cNvPr>
          <p:cNvSpPr>
            <a:spLocks noGrp="1"/>
          </p:cNvSpPr>
          <p:nvPr/>
        </p:nvSpPr>
        <p:spPr>
          <a:xfrm>
            <a:off x="4625340" y="2693670"/>
            <a:ext cx="434340" cy="487680"/>
          </a:xfrm>
          <a:prstGeom prst="rect">
            <a:avLst/>
          </a:prstGeom>
          <a:solidFill>
            <a:srgbClr val="E9EEF7"/>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92" name="video-token-tensor-slice0-top">
            <a:extLst>
              <a:ext uri="{FF2B5EF4-FFF2-40B4-BE49-F238E27FC236}">
                <a16:creationId xmlns:a16="http://schemas.microsoft.com/office/drawing/2014/main" id="{E0535FE7-2DB0-4AAD-8DB5-B6361C2F3ABE}"/>
              </a:ext>
            </a:extLst>
          </p:cNvPr>
          <p:cNvSpPr>
            <a:spLocks noGrp="1"/>
          </p:cNvSpPr>
          <p:nvPr/>
        </p:nvSpPr>
        <p:spPr>
          <a:xfrm>
            <a:off x="4549140" y="270891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93" name="video-token-tensor-slice0-side">
            <a:extLst>
              <a:ext uri="{FF2B5EF4-FFF2-40B4-BE49-F238E27FC236}">
                <a16:creationId xmlns:a16="http://schemas.microsoft.com/office/drawing/2014/main" id="{B60A31E5-E6B2-4150-869B-D294A2D74B54}"/>
              </a:ext>
            </a:extLst>
          </p:cNvPr>
          <p:cNvSpPr>
            <a:spLocks noGrp="1"/>
          </p:cNvSpPr>
          <p:nvPr/>
        </p:nvSpPr>
        <p:spPr>
          <a:xfrm>
            <a:off x="4983480" y="270891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94" name="video-token-tensor-slice0-front">
            <a:extLst>
              <a:ext uri="{FF2B5EF4-FFF2-40B4-BE49-F238E27FC236}">
                <a16:creationId xmlns:a16="http://schemas.microsoft.com/office/drawing/2014/main" id="{A0EB0E3E-D3B6-4553-9286-B9B2BE938E5E}"/>
              </a:ext>
            </a:extLst>
          </p:cNvPr>
          <p:cNvSpPr>
            <a:spLocks noGrp="1"/>
          </p:cNvSpPr>
          <p:nvPr/>
        </p:nvSpPr>
        <p:spPr>
          <a:xfrm>
            <a:off x="4549140" y="2762250"/>
            <a:ext cx="434340" cy="48768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95" name="video-token-tensor-cell0-0">
            <a:extLst>
              <a:ext uri="{FF2B5EF4-FFF2-40B4-BE49-F238E27FC236}">
                <a16:creationId xmlns:a16="http://schemas.microsoft.com/office/drawing/2014/main" id="{D93A1D0E-3AC5-454B-B517-DF42572D766D}"/>
              </a:ext>
            </a:extLst>
          </p:cNvPr>
          <p:cNvSpPr>
            <a:spLocks noGrp="1"/>
          </p:cNvSpPr>
          <p:nvPr/>
        </p:nvSpPr>
        <p:spPr>
          <a:xfrm>
            <a:off x="4587240" y="2800350"/>
            <a:ext cx="96520" cy="114300"/>
          </a:xfrm>
          <a:prstGeom prst="rect">
            <a:avLst/>
          </a:prstGeom>
          <a:solidFill>
            <a:srgbClr val="98ACD2"/>
          </a:solidFill>
          <a:ln w="0">
            <a:noFill/>
          </a:ln>
        </p:spPr>
        <p:txBody>
          <a:bodyPr/>
          <a:lstStyle/>
          <a:p>
            <a:endParaRPr lang="zh-CN" altLang="en-US" sz="2000"/>
          </a:p>
        </p:txBody>
      </p:sp>
      <p:sp>
        <p:nvSpPr>
          <p:cNvPr id="196" name="video-token-tensor-cell0-1">
            <a:extLst>
              <a:ext uri="{FF2B5EF4-FFF2-40B4-BE49-F238E27FC236}">
                <a16:creationId xmlns:a16="http://schemas.microsoft.com/office/drawing/2014/main" id="{CCCAD6DF-9ECB-440C-A3BA-95E3A9FB6010}"/>
              </a:ext>
            </a:extLst>
          </p:cNvPr>
          <p:cNvSpPr>
            <a:spLocks noGrp="1"/>
          </p:cNvSpPr>
          <p:nvPr/>
        </p:nvSpPr>
        <p:spPr>
          <a:xfrm>
            <a:off x="4706620" y="2800350"/>
            <a:ext cx="96520" cy="114300"/>
          </a:xfrm>
          <a:prstGeom prst="rect">
            <a:avLst/>
          </a:prstGeom>
          <a:solidFill>
            <a:srgbClr val="B7C8E2"/>
          </a:solidFill>
          <a:ln w="0">
            <a:noFill/>
          </a:ln>
        </p:spPr>
        <p:txBody>
          <a:bodyPr/>
          <a:lstStyle/>
          <a:p>
            <a:endParaRPr lang="zh-CN" altLang="en-US" sz="2000"/>
          </a:p>
        </p:txBody>
      </p:sp>
      <p:sp>
        <p:nvSpPr>
          <p:cNvPr id="197" name="video-token-tensor-cell0-2">
            <a:extLst>
              <a:ext uri="{FF2B5EF4-FFF2-40B4-BE49-F238E27FC236}">
                <a16:creationId xmlns:a16="http://schemas.microsoft.com/office/drawing/2014/main" id="{821B1757-539A-44A8-94A4-C694A2B294A9}"/>
              </a:ext>
            </a:extLst>
          </p:cNvPr>
          <p:cNvSpPr>
            <a:spLocks noGrp="1"/>
          </p:cNvSpPr>
          <p:nvPr/>
        </p:nvSpPr>
        <p:spPr>
          <a:xfrm>
            <a:off x="4826000" y="2800350"/>
            <a:ext cx="96520" cy="114300"/>
          </a:xfrm>
          <a:prstGeom prst="rect">
            <a:avLst/>
          </a:prstGeom>
          <a:solidFill>
            <a:srgbClr val="D7E1F0"/>
          </a:solidFill>
          <a:ln w="0">
            <a:noFill/>
          </a:ln>
        </p:spPr>
        <p:txBody>
          <a:bodyPr/>
          <a:lstStyle/>
          <a:p>
            <a:endParaRPr lang="zh-CN" altLang="en-US" sz="2000"/>
          </a:p>
        </p:txBody>
      </p:sp>
      <p:sp>
        <p:nvSpPr>
          <p:cNvPr id="198" name="video-token-tensor-cell1-0">
            <a:extLst>
              <a:ext uri="{FF2B5EF4-FFF2-40B4-BE49-F238E27FC236}">
                <a16:creationId xmlns:a16="http://schemas.microsoft.com/office/drawing/2014/main" id="{9324C7D7-29C1-425A-8408-3B88E642D571}"/>
              </a:ext>
            </a:extLst>
          </p:cNvPr>
          <p:cNvSpPr>
            <a:spLocks noGrp="1"/>
          </p:cNvSpPr>
          <p:nvPr/>
        </p:nvSpPr>
        <p:spPr>
          <a:xfrm>
            <a:off x="4587240" y="2937510"/>
            <a:ext cx="96520" cy="114300"/>
          </a:xfrm>
          <a:prstGeom prst="rect">
            <a:avLst/>
          </a:prstGeom>
          <a:solidFill>
            <a:srgbClr val="D7E1F0"/>
          </a:solidFill>
          <a:ln w="0">
            <a:noFill/>
          </a:ln>
        </p:spPr>
        <p:txBody>
          <a:bodyPr/>
          <a:lstStyle/>
          <a:p>
            <a:endParaRPr lang="zh-CN" altLang="en-US" sz="2000"/>
          </a:p>
        </p:txBody>
      </p:sp>
      <p:sp>
        <p:nvSpPr>
          <p:cNvPr id="199" name="video-token-tensor-cell1-1">
            <a:extLst>
              <a:ext uri="{FF2B5EF4-FFF2-40B4-BE49-F238E27FC236}">
                <a16:creationId xmlns:a16="http://schemas.microsoft.com/office/drawing/2014/main" id="{14BFACDD-5095-44D9-8D96-C15E8CD4D2B8}"/>
              </a:ext>
            </a:extLst>
          </p:cNvPr>
          <p:cNvSpPr>
            <a:spLocks noGrp="1"/>
          </p:cNvSpPr>
          <p:nvPr/>
        </p:nvSpPr>
        <p:spPr>
          <a:xfrm>
            <a:off x="4706620" y="2937510"/>
            <a:ext cx="96520" cy="114300"/>
          </a:xfrm>
          <a:prstGeom prst="rect">
            <a:avLst/>
          </a:prstGeom>
          <a:solidFill>
            <a:srgbClr val="98ACD2"/>
          </a:solidFill>
          <a:ln w="0">
            <a:noFill/>
          </a:ln>
        </p:spPr>
        <p:txBody>
          <a:bodyPr/>
          <a:lstStyle/>
          <a:p>
            <a:endParaRPr lang="zh-CN" altLang="en-US" sz="2000"/>
          </a:p>
        </p:txBody>
      </p:sp>
      <p:sp>
        <p:nvSpPr>
          <p:cNvPr id="200" name="video-token-tensor-cell1-2">
            <a:extLst>
              <a:ext uri="{FF2B5EF4-FFF2-40B4-BE49-F238E27FC236}">
                <a16:creationId xmlns:a16="http://schemas.microsoft.com/office/drawing/2014/main" id="{253F017E-368D-4B69-BDE2-81248FE72126}"/>
              </a:ext>
            </a:extLst>
          </p:cNvPr>
          <p:cNvSpPr>
            <a:spLocks noGrp="1"/>
          </p:cNvSpPr>
          <p:nvPr/>
        </p:nvSpPr>
        <p:spPr>
          <a:xfrm>
            <a:off x="4826000" y="2937510"/>
            <a:ext cx="96520" cy="114300"/>
          </a:xfrm>
          <a:prstGeom prst="rect">
            <a:avLst/>
          </a:prstGeom>
          <a:solidFill>
            <a:srgbClr val="B7C8E2"/>
          </a:solidFill>
          <a:ln w="0">
            <a:noFill/>
          </a:ln>
        </p:spPr>
        <p:txBody>
          <a:bodyPr/>
          <a:lstStyle/>
          <a:p>
            <a:endParaRPr lang="zh-CN" altLang="en-US" sz="2000"/>
          </a:p>
        </p:txBody>
      </p:sp>
      <p:sp>
        <p:nvSpPr>
          <p:cNvPr id="201" name="video-token-tensor-cell2-0">
            <a:extLst>
              <a:ext uri="{FF2B5EF4-FFF2-40B4-BE49-F238E27FC236}">
                <a16:creationId xmlns:a16="http://schemas.microsoft.com/office/drawing/2014/main" id="{8F3F1359-0A2A-40D4-B7E4-18FD3B56F409}"/>
              </a:ext>
            </a:extLst>
          </p:cNvPr>
          <p:cNvSpPr>
            <a:spLocks noGrp="1"/>
          </p:cNvSpPr>
          <p:nvPr/>
        </p:nvSpPr>
        <p:spPr>
          <a:xfrm>
            <a:off x="4587240" y="3074670"/>
            <a:ext cx="96520" cy="114300"/>
          </a:xfrm>
          <a:prstGeom prst="rect">
            <a:avLst/>
          </a:prstGeom>
          <a:solidFill>
            <a:srgbClr val="B7C8E2"/>
          </a:solidFill>
          <a:ln w="0">
            <a:noFill/>
          </a:ln>
        </p:spPr>
        <p:txBody>
          <a:bodyPr/>
          <a:lstStyle/>
          <a:p>
            <a:endParaRPr lang="zh-CN" altLang="en-US" sz="2000"/>
          </a:p>
        </p:txBody>
      </p:sp>
      <p:sp>
        <p:nvSpPr>
          <p:cNvPr id="202" name="video-token-tensor-cell2-1">
            <a:extLst>
              <a:ext uri="{FF2B5EF4-FFF2-40B4-BE49-F238E27FC236}">
                <a16:creationId xmlns:a16="http://schemas.microsoft.com/office/drawing/2014/main" id="{D085F879-F338-4299-AC47-3CE0A5B8C1EA}"/>
              </a:ext>
            </a:extLst>
          </p:cNvPr>
          <p:cNvSpPr>
            <a:spLocks noGrp="1"/>
          </p:cNvSpPr>
          <p:nvPr/>
        </p:nvSpPr>
        <p:spPr>
          <a:xfrm>
            <a:off x="4706620" y="3074670"/>
            <a:ext cx="96520" cy="114300"/>
          </a:xfrm>
          <a:prstGeom prst="rect">
            <a:avLst/>
          </a:prstGeom>
          <a:solidFill>
            <a:srgbClr val="D7E1F0"/>
          </a:solidFill>
          <a:ln w="0">
            <a:noFill/>
          </a:ln>
        </p:spPr>
        <p:txBody>
          <a:bodyPr/>
          <a:lstStyle/>
          <a:p>
            <a:endParaRPr lang="zh-CN" altLang="en-US" sz="2000"/>
          </a:p>
        </p:txBody>
      </p:sp>
      <p:sp>
        <p:nvSpPr>
          <p:cNvPr id="203" name="video-token-tensor-cell2-2">
            <a:extLst>
              <a:ext uri="{FF2B5EF4-FFF2-40B4-BE49-F238E27FC236}">
                <a16:creationId xmlns:a16="http://schemas.microsoft.com/office/drawing/2014/main" id="{B98FC641-8292-4C96-AF24-480736D22212}"/>
              </a:ext>
            </a:extLst>
          </p:cNvPr>
          <p:cNvSpPr>
            <a:spLocks noGrp="1"/>
          </p:cNvSpPr>
          <p:nvPr/>
        </p:nvSpPr>
        <p:spPr>
          <a:xfrm>
            <a:off x="4826000" y="3074670"/>
            <a:ext cx="96520" cy="114300"/>
          </a:xfrm>
          <a:prstGeom prst="rect">
            <a:avLst/>
          </a:prstGeom>
          <a:solidFill>
            <a:srgbClr val="98ACD2"/>
          </a:solidFill>
          <a:ln w="0">
            <a:noFill/>
          </a:ln>
        </p:spPr>
        <p:txBody>
          <a:bodyPr/>
          <a:lstStyle/>
          <a:p>
            <a:endParaRPr lang="zh-CN" altLang="en-US" sz="2000"/>
          </a:p>
        </p:txBody>
      </p:sp>
      <p:pic>
        <p:nvPicPr>
          <p:cNvPr id="679" name="图形 678"/>
          <p:cNvPicPr>
            <a:picLocks noChangeAspect="1"/>
          </p:cNvPicPr>
          <p:nvPr/>
        </p:nvPicPr>
        <p:blipFill>
          <a:blip r:embed="rId21">
            <a:extLst>
              <a:ext uri="{96DAC541-7B7A-43D3-8B79-37D633B846F1}">
                <asvg:svgBlip xmlns:asvg="http://schemas.microsoft.com/office/drawing/2016/SVG/main" r:embed="rId22"/>
              </a:ext>
            </a:extLst>
          </a:blip>
          <a:stretch/>
        </p:blipFill>
        <p:spPr>
          <a:xfrm>
            <a:off x="4188943" y="3348266"/>
            <a:ext cx="171755" cy="115748"/>
          </a:xfrm>
          <a:prstGeom prst="rect">
            <a:avLst/>
          </a:prstGeom>
        </p:spPr>
      </p:pic>
      <p:pic>
        <p:nvPicPr>
          <p:cNvPr id="680" name="图形 679"/>
          <p:cNvPicPr>
            <a:picLocks noChangeAspect="1"/>
          </p:cNvPicPr>
          <p:nvPr/>
        </p:nvPicPr>
        <p:blipFill>
          <a:blip r:embed="rId23">
            <a:extLst>
              <a:ext uri="{96DAC541-7B7A-43D3-8B79-37D633B846F1}">
                <asvg:svgBlip xmlns:asvg="http://schemas.microsoft.com/office/drawing/2016/SVG/main" r:embed="rId24"/>
              </a:ext>
            </a:extLst>
          </a:blip>
          <a:stretch/>
        </p:blipFill>
        <p:spPr>
          <a:xfrm>
            <a:off x="4709474" y="3339122"/>
            <a:ext cx="243211" cy="134036"/>
          </a:xfrm>
          <a:prstGeom prst="rect">
            <a:avLst/>
          </a:prstGeom>
        </p:spPr>
      </p:pic>
      <p:pic>
        <p:nvPicPr>
          <p:cNvPr id="681" name="图形 680"/>
          <p:cNvPicPr>
            <a:picLocks noChangeAspect="1"/>
          </p:cNvPicPr>
          <p:nvPr/>
        </p:nvPicPr>
        <p:blipFill>
          <a:blip r:embed="rId25">
            <a:extLst>
              <a:ext uri="{96DAC541-7B7A-43D3-8B79-37D633B846F1}">
                <asvg:svgBlip xmlns:asvg="http://schemas.microsoft.com/office/drawing/2016/SVG/main" r:embed="rId26"/>
              </a:ext>
            </a:extLst>
          </a:blip>
          <a:stretch/>
        </p:blipFill>
        <p:spPr>
          <a:xfrm>
            <a:off x="5546948" y="2502861"/>
            <a:ext cx="373417" cy="213360"/>
          </a:xfrm>
          <a:prstGeom prst="rect">
            <a:avLst/>
          </a:prstGeom>
        </p:spPr>
      </p:pic>
      <p:sp>
        <p:nvSpPr>
          <p:cNvPr id="207" name="video-projection-adaln-top">
            <a:extLst>
              <a:ext uri="{FF2B5EF4-FFF2-40B4-BE49-F238E27FC236}">
                <a16:creationId xmlns:a16="http://schemas.microsoft.com/office/drawing/2014/main" id="{3039F918-ECDD-4382-A7D1-289A91C17A83}"/>
              </a:ext>
            </a:extLst>
          </p:cNvPr>
          <p:cNvSpPr>
            <a:spLocks noGrp="1"/>
          </p:cNvSpPr>
          <p:nvPr/>
        </p:nvSpPr>
        <p:spPr>
          <a:xfrm>
            <a:off x="5303520" y="2701290"/>
            <a:ext cx="739140" cy="53340"/>
          </a:xfrm>
          <a:custGeom>
            <a:avLst/>
            <a:gdLst/>
            <a:ahLst/>
            <a:cxnLst/>
            <a:rect l="0" t="0" r="0" b="0"/>
            <a:pathLst>
              <a:path w="923925" h="66675">
                <a:moveTo>
                  <a:pt x="0" y="66675"/>
                </a:moveTo>
                <a:lnTo>
                  <a:pt x="66675" y="0"/>
                </a:lnTo>
                <a:lnTo>
                  <a:pt x="923925" y="0"/>
                </a:lnTo>
                <a:lnTo>
                  <a:pt x="857250" y="66675"/>
                </a:lnTo>
                <a:close/>
              </a:path>
            </a:pathLst>
          </a:custGeom>
          <a:solidFill>
            <a:srgbClr val="F9FAFD"/>
          </a:solidFill>
          <a:ln w="11430">
            <a:solidFill>
              <a:srgbClr val="63788A"/>
            </a:solidFill>
          </a:ln>
        </p:spPr>
        <p:txBody>
          <a:bodyPr/>
          <a:lstStyle/>
          <a:p>
            <a:endParaRPr lang="zh-CN" altLang="en-US" sz="2000"/>
          </a:p>
        </p:txBody>
      </p:sp>
      <p:sp>
        <p:nvSpPr>
          <p:cNvPr id="208" name="video-projection-adaln-side">
            <a:extLst>
              <a:ext uri="{FF2B5EF4-FFF2-40B4-BE49-F238E27FC236}">
                <a16:creationId xmlns:a16="http://schemas.microsoft.com/office/drawing/2014/main" id="{17828B87-B3A7-4B45-B514-6FD890519EF4}"/>
              </a:ext>
            </a:extLst>
          </p:cNvPr>
          <p:cNvSpPr>
            <a:spLocks noGrp="1"/>
          </p:cNvSpPr>
          <p:nvPr/>
        </p:nvSpPr>
        <p:spPr>
          <a:xfrm>
            <a:off x="5989320" y="27012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BDCDD9"/>
          </a:solidFill>
          <a:ln w="11430">
            <a:solidFill>
              <a:srgbClr val="63788A"/>
            </a:solidFill>
          </a:ln>
        </p:spPr>
        <p:txBody>
          <a:bodyPr/>
          <a:lstStyle/>
          <a:p>
            <a:endParaRPr lang="zh-CN" altLang="en-US" sz="2000"/>
          </a:p>
        </p:txBody>
      </p:sp>
      <p:sp>
        <p:nvSpPr>
          <p:cNvPr id="209" name="video-projection-adaln-front">
            <a:extLst>
              <a:ext uri="{FF2B5EF4-FFF2-40B4-BE49-F238E27FC236}">
                <a16:creationId xmlns:a16="http://schemas.microsoft.com/office/drawing/2014/main" id="{56CD14F9-F3D2-4079-8122-7CA0114571D4}"/>
              </a:ext>
            </a:extLst>
          </p:cNvPr>
          <p:cNvSpPr>
            <a:spLocks noGrp="1"/>
          </p:cNvSpPr>
          <p:nvPr/>
        </p:nvSpPr>
        <p:spPr>
          <a:xfrm>
            <a:off x="5303520" y="2754630"/>
            <a:ext cx="685800" cy="502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10" name="video-projection-adaln-label">
            <a:extLst>
              <a:ext uri="{FF2B5EF4-FFF2-40B4-BE49-F238E27FC236}">
                <a16:creationId xmlns:a16="http://schemas.microsoft.com/office/drawing/2014/main" id="{8BFAF753-8ECD-4202-82E0-1372FEFD5689}"/>
              </a:ext>
            </a:extLst>
          </p:cNvPr>
          <p:cNvSpPr>
            <a:spLocks noGrp="1"/>
          </p:cNvSpPr>
          <p:nvPr/>
        </p:nvSpPr>
        <p:spPr>
          <a:xfrm>
            <a:off x="5334000" y="2800350"/>
            <a:ext cx="624840" cy="220980"/>
          </a:xfrm>
          <a:prstGeom prst="rect">
            <a:avLst/>
          </a:prstGeom>
          <a:noFill/>
          <a:ln w="0">
            <a:noFill/>
          </a:ln>
        </p:spPr>
        <p:txBody>
          <a:bodyPr wrap="none" lIns="0" tIns="0" rIns="0" bIns="0" anchor="ctr">
            <a:noAutofit/>
          </a:bodyPr>
          <a:lstStyle/>
          <a:p>
            <a:pPr algn="ctr">
              <a:defRPr sz="132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AdaLN</a:t>
            </a:r>
          </a:p>
        </p:txBody>
      </p:sp>
      <p:pic>
        <p:nvPicPr>
          <p:cNvPr id="686" name="图形 685"/>
          <p:cNvPicPr>
            <a:picLocks noChangeAspect="1"/>
          </p:cNvPicPr>
          <p:nvPr/>
        </p:nvPicPr>
        <p:blipFill>
          <a:blip r:embed="rId27">
            <a:extLst>
              <a:ext uri="{96DAC541-7B7A-43D3-8B79-37D633B846F1}">
                <asvg:svgBlip xmlns:asvg="http://schemas.microsoft.com/office/drawing/2016/SVG/main" r:embed="rId28"/>
              </a:ext>
            </a:extLst>
          </a:blip>
          <a:stretch/>
        </p:blipFill>
        <p:spPr>
          <a:xfrm>
            <a:off x="5392336" y="3066052"/>
            <a:ext cx="508167" cy="154396"/>
          </a:xfrm>
          <a:prstGeom prst="rect">
            <a:avLst/>
          </a:prstGeom>
        </p:spPr>
      </p:pic>
      <p:sp>
        <p:nvSpPr>
          <p:cNvPr id="212" name="Local block arrow 7">
            <a:extLst>
              <a:ext uri="{FF2B5EF4-FFF2-40B4-BE49-F238E27FC236}">
                <a16:creationId xmlns:a16="http://schemas.microsoft.com/office/drawing/2014/main" id="{E2ACCCD8-3C53-4E2F-8768-EACE61EA55F4}"/>
              </a:ext>
            </a:extLst>
          </p:cNvPr>
          <p:cNvSpPr>
            <a:spLocks noGrp="1"/>
          </p:cNvSpPr>
          <p:nvPr/>
        </p:nvSpPr>
        <p:spPr>
          <a:xfrm>
            <a:off x="6065520" y="2952750"/>
            <a:ext cx="1371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13" name="video-projection-qkv-top">
            <a:extLst>
              <a:ext uri="{FF2B5EF4-FFF2-40B4-BE49-F238E27FC236}">
                <a16:creationId xmlns:a16="http://schemas.microsoft.com/office/drawing/2014/main" id="{6B1B6ED8-9FFA-4369-9853-1DBA6F7DF26F}"/>
              </a:ext>
            </a:extLst>
          </p:cNvPr>
          <p:cNvSpPr>
            <a:spLocks noGrp="1"/>
          </p:cNvSpPr>
          <p:nvPr/>
        </p:nvSpPr>
        <p:spPr>
          <a:xfrm>
            <a:off x="6248400" y="2701290"/>
            <a:ext cx="746760" cy="53340"/>
          </a:xfrm>
          <a:custGeom>
            <a:avLst/>
            <a:gdLst/>
            <a:ahLst/>
            <a:cxnLst/>
            <a:rect l="0" t="0" r="0" b="0"/>
            <a:pathLst>
              <a:path w="933450" h="66675">
                <a:moveTo>
                  <a:pt x="0" y="66675"/>
                </a:moveTo>
                <a:lnTo>
                  <a:pt x="66675" y="0"/>
                </a:lnTo>
                <a:lnTo>
                  <a:pt x="933450" y="0"/>
                </a:lnTo>
                <a:lnTo>
                  <a:pt x="866775" y="66675"/>
                </a:lnTo>
                <a:close/>
              </a:path>
            </a:pathLst>
          </a:custGeom>
          <a:solidFill>
            <a:srgbClr val="F9FAFD"/>
          </a:solidFill>
          <a:ln w="11430">
            <a:solidFill>
              <a:srgbClr val="63788A"/>
            </a:solidFill>
          </a:ln>
        </p:spPr>
        <p:txBody>
          <a:bodyPr/>
          <a:lstStyle/>
          <a:p>
            <a:endParaRPr lang="zh-CN" altLang="en-US" sz="2000"/>
          </a:p>
        </p:txBody>
      </p:sp>
      <p:sp>
        <p:nvSpPr>
          <p:cNvPr id="214" name="video-projection-qkv-side">
            <a:extLst>
              <a:ext uri="{FF2B5EF4-FFF2-40B4-BE49-F238E27FC236}">
                <a16:creationId xmlns:a16="http://schemas.microsoft.com/office/drawing/2014/main" id="{4744D7C2-6822-4A60-B937-48C2923FC6C0}"/>
              </a:ext>
            </a:extLst>
          </p:cNvPr>
          <p:cNvSpPr>
            <a:spLocks noGrp="1"/>
          </p:cNvSpPr>
          <p:nvPr/>
        </p:nvSpPr>
        <p:spPr>
          <a:xfrm>
            <a:off x="6941820" y="27012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C4CED8"/>
          </a:solidFill>
          <a:ln w="11430">
            <a:solidFill>
              <a:srgbClr val="63788A"/>
            </a:solidFill>
          </a:ln>
        </p:spPr>
        <p:txBody>
          <a:bodyPr/>
          <a:lstStyle/>
          <a:p>
            <a:endParaRPr lang="zh-CN" altLang="en-US" sz="2000"/>
          </a:p>
        </p:txBody>
      </p:sp>
      <p:sp>
        <p:nvSpPr>
          <p:cNvPr id="215" name="video-projection-qkv-front">
            <a:extLst>
              <a:ext uri="{FF2B5EF4-FFF2-40B4-BE49-F238E27FC236}">
                <a16:creationId xmlns:a16="http://schemas.microsoft.com/office/drawing/2014/main" id="{0399AB8A-5CA4-435F-A4A8-62B5CAB250F5}"/>
              </a:ext>
            </a:extLst>
          </p:cNvPr>
          <p:cNvSpPr>
            <a:spLocks noGrp="1"/>
          </p:cNvSpPr>
          <p:nvPr/>
        </p:nvSpPr>
        <p:spPr>
          <a:xfrm>
            <a:off x="6248400" y="2754630"/>
            <a:ext cx="693420" cy="502920"/>
          </a:xfrm>
          <a:prstGeom prst="rect">
            <a:avLst/>
          </a:prstGeom>
          <a:solidFill>
            <a:srgbClr val="E8ED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691" name="图形 690"/>
          <p:cNvPicPr>
            <a:picLocks noChangeAspect="1"/>
          </p:cNvPicPr>
          <p:nvPr/>
        </p:nvPicPr>
        <p:blipFill>
          <a:blip r:embed="rId29">
            <a:extLst>
              <a:ext uri="{96DAC541-7B7A-43D3-8B79-37D633B846F1}">
                <asvg:svgBlip xmlns:asvg="http://schemas.microsoft.com/office/drawing/2016/SVG/main" r:embed="rId30"/>
              </a:ext>
            </a:extLst>
          </a:blip>
          <a:stretch/>
        </p:blipFill>
        <p:spPr>
          <a:xfrm>
            <a:off x="6278880" y="2933169"/>
            <a:ext cx="632460" cy="145841"/>
          </a:xfrm>
          <a:prstGeom prst="rect">
            <a:avLst/>
          </a:prstGeom>
        </p:spPr>
      </p:pic>
      <p:sp>
        <p:nvSpPr>
          <p:cNvPr id="217" name="Local block arrow 8">
            <a:extLst>
              <a:ext uri="{FF2B5EF4-FFF2-40B4-BE49-F238E27FC236}">
                <a16:creationId xmlns:a16="http://schemas.microsoft.com/office/drawing/2014/main" id="{8505C7CD-6A47-495A-8383-EBEA1E36B5CE}"/>
              </a:ext>
            </a:extLst>
          </p:cNvPr>
          <p:cNvSpPr>
            <a:spLocks noGrp="1"/>
          </p:cNvSpPr>
          <p:nvPr/>
        </p:nvSpPr>
        <p:spPr>
          <a:xfrm>
            <a:off x="5128260" y="2952750"/>
            <a:ext cx="1447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18" name="Local block arrow 9">
            <a:extLst>
              <a:ext uri="{FF2B5EF4-FFF2-40B4-BE49-F238E27FC236}">
                <a16:creationId xmlns:a16="http://schemas.microsoft.com/office/drawing/2014/main" id="{E66130BF-1526-4F21-B19A-208F1F6780C4}"/>
              </a:ext>
            </a:extLst>
          </p:cNvPr>
          <p:cNvSpPr>
            <a:spLocks noGrp="1"/>
          </p:cNvSpPr>
          <p:nvPr/>
        </p:nvSpPr>
        <p:spPr>
          <a:xfrm>
            <a:off x="7010400" y="295275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694" name="图形 693"/>
          <p:cNvPicPr>
            <a:picLocks noChangeAspect="1"/>
          </p:cNvPicPr>
          <p:nvPr/>
        </p:nvPicPr>
        <p:blipFill>
          <a:blip r:embed="rId31">
            <a:extLst>
              <a:ext uri="{96DAC541-7B7A-43D3-8B79-37D633B846F1}">
                <asvg:svgBlip xmlns:asvg="http://schemas.microsoft.com/office/drawing/2016/SVG/main" r:embed="rId32"/>
              </a:ext>
            </a:extLst>
          </a:blip>
          <a:stretch/>
        </p:blipFill>
        <p:spPr>
          <a:xfrm>
            <a:off x="6471443" y="2466799"/>
            <a:ext cx="348457" cy="226013"/>
          </a:xfrm>
          <a:prstGeom prst="rect">
            <a:avLst/>
          </a:prstGeom>
        </p:spPr>
      </p:pic>
      <p:sp>
        <p:nvSpPr>
          <p:cNvPr id="220" name="action-stream-title">
            <a:extLst>
              <a:ext uri="{FF2B5EF4-FFF2-40B4-BE49-F238E27FC236}">
                <a16:creationId xmlns:a16="http://schemas.microsoft.com/office/drawing/2014/main" id="{FB342767-9FB2-4B01-ACA0-31A20CEF4842}"/>
              </a:ext>
            </a:extLst>
          </p:cNvPr>
          <p:cNvSpPr>
            <a:spLocks noGrp="1"/>
          </p:cNvSpPr>
          <p:nvPr/>
        </p:nvSpPr>
        <p:spPr>
          <a:xfrm>
            <a:off x="4067432" y="3596640"/>
            <a:ext cx="1257300" cy="236220"/>
          </a:xfrm>
          <a:prstGeom prst="rect">
            <a:avLst/>
          </a:prstGeom>
          <a:noFill/>
          <a:ln w="0">
            <a:noFill/>
          </a:ln>
        </p:spPr>
        <p:txBody>
          <a:bodyPr wrap="none" lIns="0" tIns="0" rIns="0" bIns="0" anchor="ctr">
            <a:noAutofit/>
          </a:bodyPr>
          <a:lstStyle/>
          <a:p>
            <a:pPr algn="l">
              <a:defRPr sz="1500" i="0">
                <a:solidFill>
                  <a:srgbClr val="202B33"/>
                </a:solidFill>
                <a:latin typeface="Toppan Bunkyu Mincho Regular"/>
                <a:ea typeface="Toppan Bunkyu Mincho Regular"/>
                <a:cs typeface="Toppan Bunkyu Mincho Regular"/>
              </a:defRPr>
            </a:pPr>
            <a:r>
              <a:rPr sz="1600" b="1" i="0" dirty="0">
                <a:solidFill>
                  <a:srgbClr val="202B33"/>
                </a:solidFill>
                <a:latin typeface="Toppan Bunkyu Mincho Regular"/>
                <a:ea typeface="Toppan Bunkyu Mincho Regular"/>
                <a:cs typeface="Toppan Bunkyu Mincho Regular"/>
              </a:rPr>
              <a:t>Action stream</a:t>
            </a:r>
          </a:p>
        </p:txBody>
      </p:sp>
      <p:sp>
        <p:nvSpPr>
          <p:cNvPr id="221" name="action-token-sequence-top">
            <a:extLst>
              <a:ext uri="{FF2B5EF4-FFF2-40B4-BE49-F238E27FC236}">
                <a16:creationId xmlns:a16="http://schemas.microsoft.com/office/drawing/2014/main" id="{EF07048D-6F40-4B0B-BC38-0BFBF9ABE4EA}"/>
              </a:ext>
            </a:extLst>
          </p:cNvPr>
          <p:cNvSpPr>
            <a:spLocks noGrp="1"/>
          </p:cNvSpPr>
          <p:nvPr/>
        </p:nvSpPr>
        <p:spPr>
          <a:xfrm>
            <a:off x="4122420" y="3943350"/>
            <a:ext cx="922020" cy="53340"/>
          </a:xfrm>
          <a:custGeom>
            <a:avLst/>
            <a:gdLst/>
            <a:ahLst/>
            <a:cxnLst/>
            <a:rect l="0" t="0" r="0" b="0"/>
            <a:pathLst>
              <a:path w="1152525" h="66675">
                <a:moveTo>
                  <a:pt x="0" y="66675"/>
                </a:moveTo>
                <a:lnTo>
                  <a:pt x="66675" y="0"/>
                </a:lnTo>
                <a:lnTo>
                  <a:pt x="1152525" y="0"/>
                </a:lnTo>
                <a:lnTo>
                  <a:pt x="1085850" y="66675"/>
                </a:lnTo>
                <a:close/>
              </a:path>
            </a:pathLst>
          </a:custGeom>
          <a:solidFill>
            <a:srgbClr val="F9FAFD"/>
          </a:solidFill>
          <a:ln w="11430">
            <a:solidFill>
              <a:srgbClr val="63788A"/>
            </a:solidFill>
          </a:ln>
        </p:spPr>
        <p:txBody>
          <a:bodyPr/>
          <a:lstStyle/>
          <a:p>
            <a:endParaRPr lang="zh-CN" altLang="en-US" sz="2000"/>
          </a:p>
        </p:txBody>
      </p:sp>
      <p:sp>
        <p:nvSpPr>
          <p:cNvPr id="222" name="action-token-sequence-side">
            <a:extLst>
              <a:ext uri="{FF2B5EF4-FFF2-40B4-BE49-F238E27FC236}">
                <a16:creationId xmlns:a16="http://schemas.microsoft.com/office/drawing/2014/main" id="{62535A6A-6DA5-4E72-8157-B7CC3C1DBE94}"/>
              </a:ext>
            </a:extLst>
          </p:cNvPr>
          <p:cNvSpPr>
            <a:spLocks noGrp="1"/>
          </p:cNvSpPr>
          <p:nvPr/>
        </p:nvSpPr>
        <p:spPr>
          <a:xfrm>
            <a:off x="4991100" y="3943350"/>
            <a:ext cx="53340" cy="236220"/>
          </a:xfrm>
          <a:custGeom>
            <a:avLst/>
            <a:gdLst/>
            <a:ahLst/>
            <a:cxnLst/>
            <a:rect l="0" t="0" r="0" b="0"/>
            <a:pathLst>
              <a:path w="66675" h="295275">
                <a:moveTo>
                  <a:pt x="0" y="66675"/>
                </a:moveTo>
                <a:lnTo>
                  <a:pt x="66675" y="0"/>
                </a:lnTo>
                <a:lnTo>
                  <a:pt x="66675" y="228600"/>
                </a:lnTo>
                <a:lnTo>
                  <a:pt x="0" y="295275"/>
                </a:lnTo>
                <a:close/>
              </a:path>
            </a:pathLst>
          </a:custGeom>
          <a:solidFill>
            <a:srgbClr val="B6C8D8"/>
          </a:solidFill>
          <a:ln w="11430">
            <a:solidFill>
              <a:srgbClr val="63788A"/>
            </a:solidFill>
          </a:ln>
        </p:spPr>
        <p:txBody>
          <a:bodyPr/>
          <a:lstStyle/>
          <a:p>
            <a:endParaRPr lang="zh-CN" altLang="en-US" sz="2000"/>
          </a:p>
        </p:txBody>
      </p:sp>
      <p:sp>
        <p:nvSpPr>
          <p:cNvPr id="223" name="action-token-sequence-front">
            <a:extLst>
              <a:ext uri="{FF2B5EF4-FFF2-40B4-BE49-F238E27FC236}">
                <a16:creationId xmlns:a16="http://schemas.microsoft.com/office/drawing/2014/main" id="{54644514-BAB2-4605-8FD8-F0642610755C}"/>
              </a:ext>
            </a:extLst>
          </p:cNvPr>
          <p:cNvSpPr>
            <a:spLocks noGrp="1"/>
          </p:cNvSpPr>
          <p:nvPr/>
        </p:nvSpPr>
        <p:spPr>
          <a:xfrm>
            <a:off x="4122420" y="3996690"/>
            <a:ext cx="868680" cy="18288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24" name="consequence-token-sequence-top">
            <a:extLst>
              <a:ext uri="{FF2B5EF4-FFF2-40B4-BE49-F238E27FC236}">
                <a16:creationId xmlns:a16="http://schemas.microsoft.com/office/drawing/2014/main" id="{07B94F24-0D70-402D-8536-CBB433AE2AC9}"/>
              </a:ext>
            </a:extLst>
          </p:cNvPr>
          <p:cNvSpPr>
            <a:spLocks noGrp="1"/>
          </p:cNvSpPr>
          <p:nvPr/>
        </p:nvSpPr>
        <p:spPr>
          <a:xfrm>
            <a:off x="4122420" y="4240530"/>
            <a:ext cx="922020" cy="53340"/>
          </a:xfrm>
          <a:custGeom>
            <a:avLst/>
            <a:gdLst/>
            <a:ahLst/>
            <a:cxnLst/>
            <a:rect l="0" t="0" r="0" b="0"/>
            <a:pathLst>
              <a:path w="1152525" h="66675">
                <a:moveTo>
                  <a:pt x="0" y="66675"/>
                </a:moveTo>
                <a:lnTo>
                  <a:pt x="66675" y="0"/>
                </a:lnTo>
                <a:lnTo>
                  <a:pt x="1152525" y="0"/>
                </a:lnTo>
                <a:lnTo>
                  <a:pt x="1085850" y="66675"/>
                </a:lnTo>
                <a:close/>
              </a:path>
            </a:pathLst>
          </a:custGeom>
          <a:solidFill>
            <a:srgbClr val="F9FAFD"/>
          </a:solidFill>
          <a:ln w="11430">
            <a:solidFill>
              <a:srgbClr val="63788A"/>
            </a:solidFill>
          </a:ln>
        </p:spPr>
        <p:txBody>
          <a:bodyPr/>
          <a:lstStyle/>
          <a:p>
            <a:endParaRPr lang="zh-CN" altLang="en-US" sz="2000"/>
          </a:p>
        </p:txBody>
      </p:sp>
      <p:sp>
        <p:nvSpPr>
          <p:cNvPr id="225" name="consequence-token-sequence-side">
            <a:extLst>
              <a:ext uri="{FF2B5EF4-FFF2-40B4-BE49-F238E27FC236}">
                <a16:creationId xmlns:a16="http://schemas.microsoft.com/office/drawing/2014/main" id="{99DDCB97-39BC-422E-925F-A62E03C16F16}"/>
              </a:ext>
            </a:extLst>
          </p:cNvPr>
          <p:cNvSpPr>
            <a:spLocks noGrp="1"/>
          </p:cNvSpPr>
          <p:nvPr/>
        </p:nvSpPr>
        <p:spPr>
          <a:xfrm>
            <a:off x="4991100" y="4240530"/>
            <a:ext cx="53340" cy="236220"/>
          </a:xfrm>
          <a:custGeom>
            <a:avLst/>
            <a:gdLst/>
            <a:ahLst/>
            <a:cxnLst/>
            <a:rect l="0" t="0" r="0" b="0"/>
            <a:pathLst>
              <a:path w="66675" h="295275">
                <a:moveTo>
                  <a:pt x="0" y="66675"/>
                </a:moveTo>
                <a:lnTo>
                  <a:pt x="66675" y="0"/>
                </a:lnTo>
                <a:lnTo>
                  <a:pt x="66675" y="228600"/>
                </a:lnTo>
                <a:lnTo>
                  <a:pt x="0" y="295275"/>
                </a:lnTo>
                <a:close/>
              </a:path>
            </a:pathLst>
          </a:custGeom>
          <a:solidFill>
            <a:srgbClr val="C1D3CC"/>
          </a:solidFill>
          <a:ln w="11430">
            <a:solidFill>
              <a:srgbClr val="63788A"/>
            </a:solidFill>
          </a:ln>
        </p:spPr>
        <p:txBody>
          <a:bodyPr/>
          <a:lstStyle/>
          <a:p>
            <a:endParaRPr lang="zh-CN" altLang="en-US" sz="2000"/>
          </a:p>
        </p:txBody>
      </p:sp>
      <p:sp>
        <p:nvSpPr>
          <p:cNvPr id="226" name="consequence-token-sequence-front">
            <a:extLst>
              <a:ext uri="{FF2B5EF4-FFF2-40B4-BE49-F238E27FC236}">
                <a16:creationId xmlns:a16="http://schemas.microsoft.com/office/drawing/2014/main" id="{D91FCB53-87B6-4F4B-898D-0ADA4951B057}"/>
              </a:ext>
            </a:extLst>
          </p:cNvPr>
          <p:cNvSpPr>
            <a:spLocks noGrp="1"/>
          </p:cNvSpPr>
          <p:nvPr/>
        </p:nvSpPr>
        <p:spPr>
          <a:xfrm>
            <a:off x="4122420" y="4293870"/>
            <a:ext cx="868680" cy="182880"/>
          </a:xfrm>
          <a:prstGeom prst="rect">
            <a:avLst/>
          </a:prstGeom>
          <a:solidFill>
            <a:srgbClr val="E5EEEA"/>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27" name="clean-state-token">
            <a:extLst>
              <a:ext uri="{FF2B5EF4-FFF2-40B4-BE49-F238E27FC236}">
                <a16:creationId xmlns:a16="http://schemas.microsoft.com/office/drawing/2014/main" id="{71FE8D6C-E28B-4F6B-8A23-0D91A82AEBF0}"/>
              </a:ext>
            </a:extLst>
          </p:cNvPr>
          <p:cNvSpPr>
            <a:spLocks noGrp="1"/>
          </p:cNvSpPr>
          <p:nvPr/>
        </p:nvSpPr>
        <p:spPr>
          <a:xfrm>
            <a:off x="4152900" y="4027170"/>
            <a:ext cx="213360" cy="129540"/>
          </a:xfrm>
          <a:prstGeom prst="roundRect">
            <a:avLst>
              <a:gd name="adj" fmla="val 11765"/>
            </a:avLst>
          </a:prstGeom>
          <a:solidFill>
            <a:srgbClr val="F0F2ED"/>
          </a:solidFill>
          <a:ln w="5334">
            <a:solidFill>
              <a:srgbClr val="97A6A1"/>
            </a:solidFill>
          </a:ln>
        </p:spPr>
        <p:txBody>
          <a:bodyPr/>
          <a:lstStyle/>
          <a:p>
            <a:endParaRPr lang="zh-CN" altLang="en-US" sz="2000"/>
          </a:p>
        </p:txBody>
      </p:sp>
      <p:pic>
        <p:nvPicPr>
          <p:cNvPr id="703" name="图形 702"/>
          <p:cNvPicPr>
            <a:picLocks noChangeAspect="1"/>
          </p:cNvPicPr>
          <p:nvPr/>
        </p:nvPicPr>
        <p:blipFill>
          <a:blip r:embed="rId33">
            <a:extLst>
              <a:ext uri="{96DAC541-7B7A-43D3-8B79-37D633B846F1}">
                <asvg:svgBlip xmlns:asvg="http://schemas.microsoft.com/office/drawing/2016/SVG/main" r:embed="rId34"/>
              </a:ext>
            </a:extLst>
          </a:blip>
          <a:stretch/>
        </p:blipFill>
        <p:spPr>
          <a:xfrm>
            <a:off x="4197474" y="4046461"/>
            <a:ext cx="124212" cy="83338"/>
          </a:xfrm>
          <a:prstGeom prst="rect">
            <a:avLst/>
          </a:prstGeom>
        </p:spPr>
      </p:pic>
      <p:sp>
        <p:nvSpPr>
          <p:cNvPr id="229" name="command-token-0">
            <a:extLst>
              <a:ext uri="{FF2B5EF4-FFF2-40B4-BE49-F238E27FC236}">
                <a16:creationId xmlns:a16="http://schemas.microsoft.com/office/drawing/2014/main" id="{089B1EA2-D037-4734-8B29-66D64053A780}"/>
              </a:ext>
            </a:extLst>
          </p:cNvPr>
          <p:cNvSpPr>
            <a:spLocks noGrp="1"/>
          </p:cNvSpPr>
          <p:nvPr/>
        </p:nvSpPr>
        <p:spPr>
          <a:xfrm>
            <a:off x="44119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0" name="command-token-1">
            <a:extLst>
              <a:ext uri="{FF2B5EF4-FFF2-40B4-BE49-F238E27FC236}">
                <a16:creationId xmlns:a16="http://schemas.microsoft.com/office/drawing/2014/main" id="{8508EE27-E1EA-40D5-ADAE-DBF22D5AF413}"/>
              </a:ext>
            </a:extLst>
          </p:cNvPr>
          <p:cNvSpPr>
            <a:spLocks noGrp="1"/>
          </p:cNvSpPr>
          <p:nvPr/>
        </p:nvSpPr>
        <p:spPr>
          <a:xfrm>
            <a:off x="46024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1" name="command-token-2">
            <a:extLst>
              <a:ext uri="{FF2B5EF4-FFF2-40B4-BE49-F238E27FC236}">
                <a16:creationId xmlns:a16="http://schemas.microsoft.com/office/drawing/2014/main" id="{A8C0C3A6-56B2-4A95-9105-44091E175461}"/>
              </a:ext>
            </a:extLst>
          </p:cNvPr>
          <p:cNvSpPr>
            <a:spLocks noGrp="1"/>
          </p:cNvSpPr>
          <p:nvPr/>
        </p:nvSpPr>
        <p:spPr>
          <a:xfrm>
            <a:off x="47929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2" name="consequence-token-0">
            <a:extLst>
              <a:ext uri="{FF2B5EF4-FFF2-40B4-BE49-F238E27FC236}">
                <a16:creationId xmlns:a16="http://schemas.microsoft.com/office/drawing/2014/main" id="{3066941F-48BC-4E0F-AAFB-78147DCD2B28}"/>
              </a:ext>
            </a:extLst>
          </p:cNvPr>
          <p:cNvSpPr>
            <a:spLocks noGrp="1"/>
          </p:cNvSpPr>
          <p:nvPr/>
        </p:nvSpPr>
        <p:spPr>
          <a:xfrm>
            <a:off x="416052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3" name="consequence-token-1">
            <a:extLst>
              <a:ext uri="{FF2B5EF4-FFF2-40B4-BE49-F238E27FC236}">
                <a16:creationId xmlns:a16="http://schemas.microsoft.com/office/drawing/2014/main" id="{D7AFFDAD-F401-4A50-BBE9-F641E623486C}"/>
              </a:ext>
            </a:extLst>
          </p:cNvPr>
          <p:cNvSpPr>
            <a:spLocks noGrp="1"/>
          </p:cNvSpPr>
          <p:nvPr/>
        </p:nvSpPr>
        <p:spPr>
          <a:xfrm>
            <a:off x="432054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4" name="consequence-token-2">
            <a:extLst>
              <a:ext uri="{FF2B5EF4-FFF2-40B4-BE49-F238E27FC236}">
                <a16:creationId xmlns:a16="http://schemas.microsoft.com/office/drawing/2014/main" id="{E8754170-C34B-4762-B2E3-B6A9F2BD656E}"/>
              </a:ext>
            </a:extLst>
          </p:cNvPr>
          <p:cNvSpPr>
            <a:spLocks noGrp="1"/>
          </p:cNvSpPr>
          <p:nvPr/>
        </p:nvSpPr>
        <p:spPr>
          <a:xfrm>
            <a:off x="448056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5" name="consequence-token-3">
            <a:extLst>
              <a:ext uri="{FF2B5EF4-FFF2-40B4-BE49-F238E27FC236}">
                <a16:creationId xmlns:a16="http://schemas.microsoft.com/office/drawing/2014/main" id="{81FF0846-A445-4FE9-8BC1-22F0DFD71EC2}"/>
              </a:ext>
            </a:extLst>
          </p:cNvPr>
          <p:cNvSpPr>
            <a:spLocks noGrp="1"/>
          </p:cNvSpPr>
          <p:nvPr/>
        </p:nvSpPr>
        <p:spPr>
          <a:xfrm>
            <a:off x="464058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6" name="consequence-token-4">
            <a:extLst>
              <a:ext uri="{FF2B5EF4-FFF2-40B4-BE49-F238E27FC236}">
                <a16:creationId xmlns:a16="http://schemas.microsoft.com/office/drawing/2014/main" id="{0BFE1AF7-A489-4714-98CE-CF351457389B}"/>
              </a:ext>
            </a:extLst>
          </p:cNvPr>
          <p:cNvSpPr>
            <a:spLocks noGrp="1"/>
          </p:cNvSpPr>
          <p:nvPr/>
        </p:nvSpPr>
        <p:spPr>
          <a:xfrm>
            <a:off x="480060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pic>
        <p:nvPicPr>
          <p:cNvPr id="712" name="图形 711"/>
          <p:cNvPicPr>
            <a:picLocks noChangeAspect="1"/>
          </p:cNvPicPr>
          <p:nvPr/>
        </p:nvPicPr>
        <p:blipFill>
          <a:blip r:embed="rId35">
            <a:extLst>
              <a:ext uri="{96DAC541-7B7A-43D3-8B79-37D633B846F1}">
                <asvg:svgBlip xmlns:asvg="http://schemas.microsoft.com/office/drawing/2016/SVG/main" r:embed="rId36"/>
              </a:ext>
            </a:extLst>
          </a:blip>
          <a:stretch/>
        </p:blipFill>
        <p:spPr>
          <a:xfrm>
            <a:off x="5108353" y="4048982"/>
            <a:ext cx="100775" cy="85916"/>
          </a:xfrm>
          <a:prstGeom prst="rect">
            <a:avLst/>
          </a:prstGeom>
        </p:spPr>
      </p:pic>
      <p:pic>
        <p:nvPicPr>
          <p:cNvPr id="713" name="图形 712"/>
          <p:cNvPicPr>
            <a:picLocks noChangeAspect="1"/>
          </p:cNvPicPr>
          <p:nvPr/>
        </p:nvPicPr>
        <p:blipFill>
          <a:blip r:embed="rId37">
            <a:extLst>
              <a:ext uri="{96DAC541-7B7A-43D3-8B79-37D633B846F1}">
                <asvg:svgBlip xmlns:asvg="http://schemas.microsoft.com/office/drawing/2016/SVG/main" r:embed="rId38"/>
              </a:ext>
            </a:extLst>
          </a:blip>
          <a:stretch/>
        </p:blipFill>
        <p:spPr>
          <a:xfrm>
            <a:off x="5117497" y="4345972"/>
            <a:ext cx="82487" cy="86297"/>
          </a:xfrm>
          <a:prstGeom prst="rect">
            <a:avLst/>
          </a:prstGeom>
        </p:spPr>
      </p:pic>
      <p:sp>
        <p:nvSpPr>
          <p:cNvPr id="239" name="action-token-types">
            <a:extLst>
              <a:ext uri="{FF2B5EF4-FFF2-40B4-BE49-F238E27FC236}">
                <a16:creationId xmlns:a16="http://schemas.microsoft.com/office/drawing/2014/main" id="{14F27C27-AA45-4F7A-8E01-2C742A814D4C}"/>
              </a:ext>
            </a:extLst>
          </p:cNvPr>
          <p:cNvSpPr>
            <a:spLocks noGrp="1"/>
          </p:cNvSpPr>
          <p:nvPr/>
        </p:nvSpPr>
        <p:spPr>
          <a:xfrm>
            <a:off x="4278527" y="4556761"/>
            <a:ext cx="1432560" cy="205740"/>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200" b="1" i="0" dirty="0">
                <a:solidFill>
                  <a:srgbClr val="657580"/>
                </a:solidFill>
                <a:latin typeface="Toppan Bunkyu Mincho Regular"/>
                <a:ea typeface="Toppan Bunkyu Mincho Regular"/>
                <a:cs typeface="Toppan Bunkyu Mincho Regular"/>
              </a:rPr>
              <a:t>Action and consequence</a:t>
            </a:r>
          </a:p>
        </p:txBody>
      </p:sp>
      <p:pic>
        <p:nvPicPr>
          <p:cNvPr id="715" name="图形 714"/>
          <p:cNvPicPr>
            <a:picLocks noChangeAspect="1"/>
          </p:cNvPicPr>
          <p:nvPr/>
        </p:nvPicPr>
        <p:blipFill>
          <a:blip r:embed="rId39">
            <a:extLst>
              <a:ext uri="{96DAC541-7B7A-43D3-8B79-37D633B846F1}">
                <asvg:svgBlip xmlns:asvg="http://schemas.microsoft.com/office/drawing/2016/SVG/main" r:embed="rId40"/>
              </a:ext>
            </a:extLst>
          </a:blip>
          <a:stretch/>
        </p:blipFill>
        <p:spPr>
          <a:xfrm>
            <a:off x="5449765" y="3760946"/>
            <a:ext cx="499989" cy="128588"/>
          </a:xfrm>
          <a:prstGeom prst="rect">
            <a:avLst/>
          </a:prstGeom>
        </p:spPr>
      </p:pic>
      <p:sp>
        <p:nvSpPr>
          <p:cNvPr id="241" name="action-projection-adaln-top">
            <a:extLst>
              <a:ext uri="{FF2B5EF4-FFF2-40B4-BE49-F238E27FC236}">
                <a16:creationId xmlns:a16="http://schemas.microsoft.com/office/drawing/2014/main" id="{DB181784-55E3-48DC-BDD6-04930EFAC3C7}"/>
              </a:ext>
            </a:extLst>
          </p:cNvPr>
          <p:cNvSpPr>
            <a:spLocks noGrp="1"/>
          </p:cNvSpPr>
          <p:nvPr/>
        </p:nvSpPr>
        <p:spPr>
          <a:xfrm>
            <a:off x="5303520" y="3920490"/>
            <a:ext cx="739140" cy="53340"/>
          </a:xfrm>
          <a:custGeom>
            <a:avLst/>
            <a:gdLst/>
            <a:ahLst/>
            <a:cxnLst/>
            <a:rect l="0" t="0" r="0" b="0"/>
            <a:pathLst>
              <a:path w="923925" h="66675">
                <a:moveTo>
                  <a:pt x="0" y="66675"/>
                </a:moveTo>
                <a:lnTo>
                  <a:pt x="66675" y="0"/>
                </a:lnTo>
                <a:lnTo>
                  <a:pt x="923925" y="0"/>
                </a:lnTo>
                <a:lnTo>
                  <a:pt x="857250" y="66675"/>
                </a:lnTo>
                <a:close/>
              </a:path>
            </a:pathLst>
          </a:custGeom>
          <a:solidFill>
            <a:srgbClr val="F9FAFD"/>
          </a:solidFill>
          <a:ln w="11430">
            <a:solidFill>
              <a:srgbClr val="63788A"/>
            </a:solidFill>
          </a:ln>
        </p:spPr>
        <p:txBody>
          <a:bodyPr/>
          <a:lstStyle/>
          <a:p>
            <a:endParaRPr lang="zh-CN" altLang="en-US" sz="2000"/>
          </a:p>
        </p:txBody>
      </p:sp>
      <p:sp>
        <p:nvSpPr>
          <p:cNvPr id="242" name="action-projection-adaln-side">
            <a:extLst>
              <a:ext uri="{FF2B5EF4-FFF2-40B4-BE49-F238E27FC236}">
                <a16:creationId xmlns:a16="http://schemas.microsoft.com/office/drawing/2014/main" id="{8C002CCF-4FD0-4430-9CCD-423AF58AAE98}"/>
              </a:ext>
            </a:extLst>
          </p:cNvPr>
          <p:cNvSpPr>
            <a:spLocks noGrp="1"/>
          </p:cNvSpPr>
          <p:nvPr/>
        </p:nvSpPr>
        <p:spPr>
          <a:xfrm>
            <a:off x="5989320" y="39204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BDCDD9"/>
          </a:solidFill>
          <a:ln w="11430">
            <a:solidFill>
              <a:srgbClr val="63788A"/>
            </a:solidFill>
          </a:ln>
        </p:spPr>
        <p:txBody>
          <a:bodyPr/>
          <a:lstStyle/>
          <a:p>
            <a:endParaRPr lang="zh-CN" altLang="en-US" sz="2000"/>
          </a:p>
        </p:txBody>
      </p:sp>
      <p:sp>
        <p:nvSpPr>
          <p:cNvPr id="243" name="action-projection-adaln-front">
            <a:extLst>
              <a:ext uri="{FF2B5EF4-FFF2-40B4-BE49-F238E27FC236}">
                <a16:creationId xmlns:a16="http://schemas.microsoft.com/office/drawing/2014/main" id="{A8BBB375-5ACF-418F-926B-35E68FEE7B3A}"/>
              </a:ext>
            </a:extLst>
          </p:cNvPr>
          <p:cNvSpPr>
            <a:spLocks noGrp="1"/>
          </p:cNvSpPr>
          <p:nvPr/>
        </p:nvSpPr>
        <p:spPr>
          <a:xfrm>
            <a:off x="5303520" y="3973830"/>
            <a:ext cx="685800" cy="502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44" name="action-projection-adaln-label">
            <a:extLst>
              <a:ext uri="{FF2B5EF4-FFF2-40B4-BE49-F238E27FC236}">
                <a16:creationId xmlns:a16="http://schemas.microsoft.com/office/drawing/2014/main" id="{683BF215-13E7-4992-819C-B46F487FB0F2}"/>
              </a:ext>
            </a:extLst>
          </p:cNvPr>
          <p:cNvSpPr>
            <a:spLocks noGrp="1"/>
          </p:cNvSpPr>
          <p:nvPr/>
        </p:nvSpPr>
        <p:spPr>
          <a:xfrm>
            <a:off x="5334000" y="4019550"/>
            <a:ext cx="624840" cy="220980"/>
          </a:xfrm>
          <a:prstGeom prst="rect">
            <a:avLst/>
          </a:prstGeom>
          <a:noFill/>
          <a:ln w="0">
            <a:noFill/>
          </a:ln>
        </p:spPr>
        <p:txBody>
          <a:bodyPr wrap="none" lIns="0" tIns="0" rIns="0" bIns="0" anchor="ctr">
            <a:noAutofit/>
          </a:bodyPr>
          <a:lstStyle/>
          <a:p>
            <a:pPr algn="ctr">
              <a:defRPr sz="132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AdaLN</a:t>
            </a:r>
          </a:p>
        </p:txBody>
      </p:sp>
      <p:pic>
        <p:nvPicPr>
          <p:cNvPr id="720" name="图形 719"/>
          <p:cNvPicPr>
            <a:picLocks noChangeAspect="1"/>
          </p:cNvPicPr>
          <p:nvPr/>
        </p:nvPicPr>
        <p:blipFill>
          <a:blip r:embed="rId27">
            <a:extLst>
              <a:ext uri="{96DAC541-7B7A-43D3-8B79-37D633B846F1}">
                <asvg:svgBlip xmlns:asvg="http://schemas.microsoft.com/office/drawing/2016/SVG/main" r:embed="rId28"/>
              </a:ext>
            </a:extLst>
          </a:blip>
          <a:stretch/>
        </p:blipFill>
        <p:spPr>
          <a:xfrm>
            <a:off x="5392336" y="4285252"/>
            <a:ext cx="508167" cy="154396"/>
          </a:xfrm>
          <a:prstGeom prst="rect">
            <a:avLst/>
          </a:prstGeom>
        </p:spPr>
      </p:pic>
      <p:sp>
        <p:nvSpPr>
          <p:cNvPr id="246" name="Local block arrow 10">
            <a:extLst>
              <a:ext uri="{FF2B5EF4-FFF2-40B4-BE49-F238E27FC236}">
                <a16:creationId xmlns:a16="http://schemas.microsoft.com/office/drawing/2014/main" id="{7305CCA6-304D-4A4E-9EBA-00B59D236C6C}"/>
              </a:ext>
            </a:extLst>
          </p:cNvPr>
          <p:cNvSpPr>
            <a:spLocks noGrp="1"/>
          </p:cNvSpPr>
          <p:nvPr/>
        </p:nvSpPr>
        <p:spPr>
          <a:xfrm>
            <a:off x="6065520" y="4171950"/>
            <a:ext cx="1371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47" name="action-projection-qkv-top">
            <a:extLst>
              <a:ext uri="{FF2B5EF4-FFF2-40B4-BE49-F238E27FC236}">
                <a16:creationId xmlns:a16="http://schemas.microsoft.com/office/drawing/2014/main" id="{D02C3901-9444-4B5C-A967-227EB3C1E7A9}"/>
              </a:ext>
            </a:extLst>
          </p:cNvPr>
          <p:cNvSpPr>
            <a:spLocks noGrp="1"/>
          </p:cNvSpPr>
          <p:nvPr/>
        </p:nvSpPr>
        <p:spPr>
          <a:xfrm>
            <a:off x="6248400" y="3920490"/>
            <a:ext cx="746760" cy="53340"/>
          </a:xfrm>
          <a:custGeom>
            <a:avLst/>
            <a:gdLst/>
            <a:ahLst/>
            <a:cxnLst/>
            <a:rect l="0" t="0" r="0" b="0"/>
            <a:pathLst>
              <a:path w="933450" h="66675">
                <a:moveTo>
                  <a:pt x="0" y="66675"/>
                </a:moveTo>
                <a:lnTo>
                  <a:pt x="66675" y="0"/>
                </a:lnTo>
                <a:lnTo>
                  <a:pt x="933450" y="0"/>
                </a:lnTo>
                <a:lnTo>
                  <a:pt x="866775" y="66675"/>
                </a:lnTo>
                <a:close/>
              </a:path>
            </a:pathLst>
          </a:custGeom>
          <a:solidFill>
            <a:srgbClr val="F9FAFD"/>
          </a:solidFill>
          <a:ln w="11430">
            <a:solidFill>
              <a:srgbClr val="63788A"/>
            </a:solidFill>
          </a:ln>
        </p:spPr>
        <p:txBody>
          <a:bodyPr/>
          <a:lstStyle/>
          <a:p>
            <a:endParaRPr lang="zh-CN" altLang="en-US" sz="2000"/>
          </a:p>
        </p:txBody>
      </p:sp>
      <p:sp>
        <p:nvSpPr>
          <p:cNvPr id="248" name="action-projection-qkv-side">
            <a:extLst>
              <a:ext uri="{FF2B5EF4-FFF2-40B4-BE49-F238E27FC236}">
                <a16:creationId xmlns:a16="http://schemas.microsoft.com/office/drawing/2014/main" id="{8E6D64F4-D21E-4E89-AA00-BE7E81146A4C}"/>
              </a:ext>
            </a:extLst>
          </p:cNvPr>
          <p:cNvSpPr>
            <a:spLocks noGrp="1"/>
          </p:cNvSpPr>
          <p:nvPr/>
        </p:nvSpPr>
        <p:spPr>
          <a:xfrm>
            <a:off x="6941820" y="39204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C4CED8"/>
          </a:solidFill>
          <a:ln w="11430">
            <a:solidFill>
              <a:srgbClr val="63788A"/>
            </a:solidFill>
          </a:ln>
        </p:spPr>
        <p:txBody>
          <a:bodyPr/>
          <a:lstStyle/>
          <a:p>
            <a:endParaRPr lang="zh-CN" altLang="en-US" sz="2000"/>
          </a:p>
        </p:txBody>
      </p:sp>
      <p:sp>
        <p:nvSpPr>
          <p:cNvPr id="249" name="action-projection-qkv-front">
            <a:extLst>
              <a:ext uri="{FF2B5EF4-FFF2-40B4-BE49-F238E27FC236}">
                <a16:creationId xmlns:a16="http://schemas.microsoft.com/office/drawing/2014/main" id="{2852C2A2-C2B4-4C40-B970-8C91437990D0}"/>
              </a:ext>
            </a:extLst>
          </p:cNvPr>
          <p:cNvSpPr>
            <a:spLocks noGrp="1"/>
          </p:cNvSpPr>
          <p:nvPr/>
        </p:nvSpPr>
        <p:spPr>
          <a:xfrm>
            <a:off x="6248400" y="3973830"/>
            <a:ext cx="693420" cy="502920"/>
          </a:xfrm>
          <a:prstGeom prst="rect">
            <a:avLst/>
          </a:prstGeom>
          <a:solidFill>
            <a:srgbClr val="E8ED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725" name="图形 724"/>
          <p:cNvPicPr>
            <a:picLocks noChangeAspect="1"/>
          </p:cNvPicPr>
          <p:nvPr/>
        </p:nvPicPr>
        <p:blipFill>
          <a:blip r:embed="rId29">
            <a:extLst>
              <a:ext uri="{96DAC541-7B7A-43D3-8B79-37D633B846F1}">
                <asvg:svgBlip xmlns:asvg="http://schemas.microsoft.com/office/drawing/2016/SVG/main" r:embed="rId30"/>
              </a:ext>
            </a:extLst>
          </a:blip>
          <a:stretch/>
        </p:blipFill>
        <p:spPr>
          <a:xfrm>
            <a:off x="6278880" y="4152369"/>
            <a:ext cx="632460" cy="145841"/>
          </a:xfrm>
          <a:prstGeom prst="rect">
            <a:avLst/>
          </a:prstGeom>
        </p:spPr>
      </p:pic>
      <p:sp>
        <p:nvSpPr>
          <p:cNvPr id="251" name="Local block arrow 11">
            <a:extLst>
              <a:ext uri="{FF2B5EF4-FFF2-40B4-BE49-F238E27FC236}">
                <a16:creationId xmlns:a16="http://schemas.microsoft.com/office/drawing/2014/main" id="{3E355EBB-9A72-4ACE-BE40-0337A16B00D3}"/>
              </a:ext>
            </a:extLst>
          </p:cNvPr>
          <p:cNvSpPr>
            <a:spLocks noGrp="1"/>
          </p:cNvSpPr>
          <p:nvPr/>
        </p:nvSpPr>
        <p:spPr>
          <a:xfrm>
            <a:off x="5128260" y="4171950"/>
            <a:ext cx="1447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52" name="Local block arrow 12">
            <a:extLst>
              <a:ext uri="{FF2B5EF4-FFF2-40B4-BE49-F238E27FC236}">
                <a16:creationId xmlns:a16="http://schemas.microsoft.com/office/drawing/2014/main" id="{E166B0AB-5D44-4844-8F48-1D784326D62C}"/>
              </a:ext>
            </a:extLst>
          </p:cNvPr>
          <p:cNvSpPr>
            <a:spLocks noGrp="1"/>
          </p:cNvSpPr>
          <p:nvPr/>
        </p:nvSpPr>
        <p:spPr>
          <a:xfrm>
            <a:off x="7010400" y="417195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728" name="图形 727"/>
          <p:cNvPicPr>
            <a:picLocks noChangeAspect="1"/>
          </p:cNvPicPr>
          <p:nvPr/>
        </p:nvPicPr>
        <p:blipFill>
          <a:blip r:embed="rId41">
            <a:extLst>
              <a:ext uri="{96DAC541-7B7A-43D3-8B79-37D633B846F1}">
                <asvg:svgBlip xmlns:asvg="http://schemas.microsoft.com/office/drawing/2016/SVG/main" r:embed="rId42"/>
              </a:ext>
            </a:extLst>
          </a:blip>
          <a:stretch/>
        </p:blipFill>
        <p:spPr>
          <a:xfrm>
            <a:off x="6465570" y="3688704"/>
            <a:ext cx="293923" cy="215008"/>
          </a:xfrm>
          <a:prstGeom prst="rect">
            <a:avLst/>
          </a:prstGeom>
        </p:spPr>
      </p:pic>
      <p:sp>
        <p:nvSpPr>
          <p:cNvPr id="254" name="attention-plane-top">
            <a:extLst>
              <a:ext uri="{FF2B5EF4-FFF2-40B4-BE49-F238E27FC236}">
                <a16:creationId xmlns:a16="http://schemas.microsoft.com/office/drawing/2014/main" id="{CF2B33E9-3BE4-4FF3-A256-59523E2C19A5}"/>
              </a:ext>
            </a:extLst>
          </p:cNvPr>
          <p:cNvSpPr>
            <a:spLocks noGrp="1"/>
          </p:cNvSpPr>
          <p:nvPr/>
        </p:nvSpPr>
        <p:spPr>
          <a:xfrm>
            <a:off x="7239000" y="2480310"/>
            <a:ext cx="2377440" cy="68580"/>
          </a:xfrm>
          <a:custGeom>
            <a:avLst/>
            <a:gdLst/>
            <a:ahLst/>
            <a:cxnLst/>
            <a:rect l="0" t="0" r="0" b="0"/>
            <a:pathLst>
              <a:path w="2971800" h="85725">
                <a:moveTo>
                  <a:pt x="0" y="85725"/>
                </a:moveTo>
                <a:lnTo>
                  <a:pt x="85725" y="0"/>
                </a:lnTo>
                <a:lnTo>
                  <a:pt x="2971800" y="0"/>
                </a:lnTo>
                <a:lnTo>
                  <a:pt x="2886075" y="85725"/>
                </a:lnTo>
                <a:close/>
              </a:path>
            </a:pathLst>
          </a:custGeom>
          <a:solidFill>
            <a:srgbClr val="F9FAFD"/>
          </a:solidFill>
          <a:ln w="11430">
            <a:solidFill>
              <a:srgbClr val="63788A"/>
            </a:solidFill>
          </a:ln>
        </p:spPr>
        <p:txBody>
          <a:bodyPr/>
          <a:lstStyle/>
          <a:p>
            <a:endParaRPr lang="zh-CN" altLang="en-US" sz="2000"/>
          </a:p>
        </p:txBody>
      </p:sp>
      <p:sp>
        <p:nvSpPr>
          <p:cNvPr id="255" name="attention-plane-side">
            <a:extLst>
              <a:ext uri="{FF2B5EF4-FFF2-40B4-BE49-F238E27FC236}">
                <a16:creationId xmlns:a16="http://schemas.microsoft.com/office/drawing/2014/main" id="{D7493FC0-B0C3-4A96-A42F-1E448EA09342}"/>
              </a:ext>
            </a:extLst>
          </p:cNvPr>
          <p:cNvSpPr>
            <a:spLocks noGrp="1"/>
          </p:cNvSpPr>
          <p:nvPr/>
        </p:nvSpPr>
        <p:spPr>
          <a:xfrm>
            <a:off x="9547860" y="2480310"/>
            <a:ext cx="68580" cy="2202180"/>
          </a:xfrm>
          <a:custGeom>
            <a:avLst/>
            <a:gdLst/>
            <a:ahLst/>
            <a:cxnLst/>
            <a:rect l="0" t="0" r="0" b="0"/>
            <a:pathLst>
              <a:path w="85725" h="2752725">
                <a:moveTo>
                  <a:pt x="0" y="85725"/>
                </a:moveTo>
                <a:lnTo>
                  <a:pt x="85725" y="0"/>
                </a:lnTo>
                <a:lnTo>
                  <a:pt x="85725" y="2667000"/>
                </a:lnTo>
                <a:lnTo>
                  <a:pt x="0" y="2752725"/>
                </a:lnTo>
                <a:close/>
              </a:path>
            </a:pathLst>
          </a:custGeom>
          <a:solidFill>
            <a:srgbClr val="C3CED7"/>
          </a:solidFill>
          <a:ln w="11430">
            <a:solidFill>
              <a:srgbClr val="63788A"/>
            </a:solidFill>
          </a:ln>
        </p:spPr>
        <p:txBody>
          <a:bodyPr/>
          <a:lstStyle/>
          <a:p>
            <a:endParaRPr lang="zh-CN" altLang="en-US" sz="2000"/>
          </a:p>
        </p:txBody>
      </p:sp>
      <p:sp>
        <p:nvSpPr>
          <p:cNvPr id="256" name="attention-plane-front">
            <a:extLst>
              <a:ext uri="{FF2B5EF4-FFF2-40B4-BE49-F238E27FC236}">
                <a16:creationId xmlns:a16="http://schemas.microsoft.com/office/drawing/2014/main" id="{D68DB430-5F56-49FD-9B47-16F3FE67B2A5}"/>
              </a:ext>
            </a:extLst>
          </p:cNvPr>
          <p:cNvSpPr>
            <a:spLocks noGrp="1"/>
          </p:cNvSpPr>
          <p:nvPr/>
        </p:nvSpPr>
        <p:spPr>
          <a:xfrm>
            <a:off x="7239000" y="2548890"/>
            <a:ext cx="2308860" cy="2133600"/>
          </a:xfrm>
          <a:prstGeom prst="rect">
            <a:avLst/>
          </a:prstGeom>
          <a:solidFill>
            <a:srgbClr val="FAFBFC"/>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57" name="video-self">
            <a:extLst>
              <a:ext uri="{FF2B5EF4-FFF2-40B4-BE49-F238E27FC236}">
                <a16:creationId xmlns:a16="http://schemas.microsoft.com/office/drawing/2014/main" id="{351B9352-74B2-4C2B-8999-0AAED2B5BE95}"/>
              </a:ext>
            </a:extLst>
          </p:cNvPr>
          <p:cNvSpPr>
            <a:spLocks noGrp="1"/>
          </p:cNvSpPr>
          <p:nvPr/>
        </p:nvSpPr>
        <p:spPr>
          <a:xfrm>
            <a:off x="7307580" y="2556510"/>
            <a:ext cx="1066800" cy="899160"/>
          </a:xfrm>
          <a:prstGeom prst="roundRect">
            <a:avLst>
              <a:gd name="adj" fmla="val 2542"/>
            </a:avLst>
          </a:prstGeom>
          <a:solidFill>
            <a:srgbClr val="E8EEF4"/>
          </a:solidFill>
          <a:ln w="5334">
            <a:solidFill>
              <a:srgbClr val="A2B7C9"/>
            </a:solidFill>
          </a:ln>
        </p:spPr>
        <p:txBody>
          <a:bodyPr/>
          <a:lstStyle/>
          <a:p>
            <a:endParaRPr lang="zh-CN" altLang="en-US" sz="2000"/>
          </a:p>
        </p:txBody>
      </p:sp>
      <p:sp>
        <p:nvSpPr>
          <p:cNvPr id="258" name="video-self-tile-00">
            <a:extLst>
              <a:ext uri="{FF2B5EF4-FFF2-40B4-BE49-F238E27FC236}">
                <a16:creationId xmlns:a16="http://schemas.microsoft.com/office/drawing/2014/main" id="{274F191D-C3C7-4854-A91C-E64D731A3B10}"/>
              </a:ext>
            </a:extLst>
          </p:cNvPr>
          <p:cNvSpPr>
            <a:spLocks noGrp="1"/>
          </p:cNvSpPr>
          <p:nvPr/>
        </p:nvSpPr>
        <p:spPr>
          <a:xfrm>
            <a:off x="7383780" y="2655570"/>
            <a:ext cx="175260" cy="76200"/>
          </a:xfrm>
          <a:prstGeom prst="roundRect">
            <a:avLst>
              <a:gd name="adj" fmla="val 10000"/>
            </a:avLst>
          </a:prstGeom>
          <a:solidFill>
            <a:srgbClr val="A2B7C9"/>
          </a:solidFill>
          <a:ln w="0">
            <a:noFill/>
          </a:ln>
        </p:spPr>
        <p:txBody>
          <a:bodyPr/>
          <a:lstStyle/>
          <a:p>
            <a:endParaRPr lang="zh-CN" altLang="en-US" sz="2000"/>
          </a:p>
        </p:txBody>
      </p:sp>
      <p:sp>
        <p:nvSpPr>
          <p:cNvPr id="259" name="video-self-tile-01">
            <a:extLst>
              <a:ext uri="{FF2B5EF4-FFF2-40B4-BE49-F238E27FC236}">
                <a16:creationId xmlns:a16="http://schemas.microsoft.com/office/drawing/2014/main" id="{1A5BE1B6-B8AC-48B2-B455-D9F23A92510E}"/>
              </a:ext>
            </a:extLst>
          </p:cNvPr>
          <p:cNvSpPr>
            <a:spLocks noGrp="1"/>
          </p:cNvSpPr>
          <p:nvPr/>
        </p:nvSpPr>
        <p:spPr>
          <a:xfrm>
            <a:off x="7604760" y="2655570"/>
            <a:ext cx="175260" cy="76200"/>
          </a:xfrm>
          <a:prstGeom prst="roundRect">
            <a:avLst>
              <a:gd name="adj" fmla="val 10000"/>
            </a:avLst>
          </a:prstGeom>
          <a:solidFill>
            <a:srgbClr val="CFDBE4"/>
          </a:solidFill>
          <a:ln w="0">
            <a:noFill/>
          </a:ln>
        </p:spPr>
        <p:txBody>
          <a:bodyPr/>
          <a:lstStyle/>
          <a:p>
            <a:endParaRPr lang="zh-CN" altLang="en-US" sz="2000"/>
          </a:p>
        </p:txBody>
      </p:sp>
      <p:sp>
        <p:nvSpPr>
          <p:cNvPr id="260" name="video-self-tile-02">
            <a:extLst>
              <a:ext uri="{FF2B5EF4-FFF2-40B4-BE49-F238E27FC236}">
                <a16:creationId xmlns:a16="http://schemas.microsoft.com/office/drawing/2014/main" id="{769F01E4-EA9E-4099-BFE1-7448ABB0F42A}"/>
              </a:ext>
            </a:extLst>
          </p:cNvPr>
          <p:cNvSpPr>
            <a:spLocks noGrp="1"/>
          </p:cNvSpPr>
          <p:nvPr/>
        </p:nvSpPr>
        <p:spPr>
          <a:xfrm>
            <a:off x="7825740" y="2655570"/>
            <a:ext cx="175260" cy="76200"/>
          </a:xfrm>
          <a:prstGeom prst="roundRect">
            <a:avLst>
              <a:gd name="adj" fmla="val 10000"/>
            </a:avLst>
          </a:prstGeom>
          <a:solidFill>
            <a:srgbClr val="CFDBE4"/>
          </a:solidFill>
          <a:ln w="0">
            <a:noFill/>
          </a:ln>
        </p:spPr>
        <p:txBody>
          <a:bodyPr/>
          <a:lstStyle/>
          <a:p>
            <a:endParaRPr lang="zh-CN" altLang="en-US" sz="2000"/>
          </a:p>
        </p:txBody>
      </p:sp>
      <p:sp>
        <p:nvSpPr>
          <p:cNvPr id="261" name="video-self-tile-03">
            <a:extLst>
              <a:ext uri="{FF2B5EF4-FFF2-40B4-BE49-F238E27FC236}">
                <a16:creationId xmlns:a16="http://schemas.microsoft.com/office/drawing/2014/main" id="{B210487E-02C8-47A1-B83A-A8D8BCBB4E60}"/>
              </a:ext>
            </a:extLst>
          </p:cNvPr>
          <p:cNvSpPr>
            <a:spLocks noGrp="1"/>
          </p:cNvSpPr>
          <p:nvPr/>
        </p:nvSpPr>
        <p:spPr>
          <a:xfrm>
            <a:off x="8046720" y="2655570"/>
            <a:ext cx="175260" cy="76200"/>
          </a:xfrm>
          <a:prstGeom prst="roundRect">
            <a:avLst>
              <a:gd name="adj" fmla="val 10000"/>
            </a:avLst>
          </a:prstGeom>
          <a:solidFill>
            <a:srgbClr val="A2B7C9"/>
          </a:solidFill>
          <a:ln w="0">
            <a:noFill/>
          </a:ln>
        </p:spPr>
        <p:txBody>
          <a:bodyPr/>
          <a:lstStyle/>
          <a:p>
            <a:endParaRPr lang="zh-CN" altLang="en-US" sz="2000"/>
          </a:p>
        </p:txBody>
      </p:sp>
      <p:sp>
        <p:nvSpPr>
          <p:cNvPr id="262" name="video-self-tile-10">
            <a:extLst>
              <a:ext uri="{FF2B5EF4-FFF2-40B4-BE49-F238E27FC236}">
                <a16:creationId xmlns:a16="http://schemas.microsoft.com/office/drawing/2014/main" id="{F2B22825-447B-4A2E-A149-2C6A33473014}"/>
              </a:ext>
            </a:extLst>
          </p:cNvPr>
          <p:cNvSpPr>
            <a:spLocks noGrp="1"/>
          </p:cNvSpPr>
          <p:nvPr/>
        </p:nvSpPr>
        <p:spPr>
          <a:xfrm>
            <a:off x="738378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3" name="video-self-tile-11">
            <a:extLst>
              <a:ext uri="{FF2B5EF4-FFF2-40B4-BE49-F238E27FC236}">
                <a16:creationId xmlns:a16="http://schemas.microsoft.com/office/drawing/2014/main" id="{1F55723E-CA6D-4B9D-B8EB-40092B4C43AF}"/>
              </a:ext>
            </a:extLst>
          </p:cNvPr>
          <p:cNvSpPr>
            <a:spLocks noGrp="1"/>
          </p:cNvSpPr>
          <p:nvPr/>
        </p:nvSpPr>
        <p:spPr>
          <a:xfrm>
            <a:off x="7604760" y="2777490"/>
            <a:ext cx="175260" cy="76200"/>
          </a:xfrm>
          <a:prstGeom prst="roundRect">
            <a:avLst>
              <a:gd name="adj" fmla="val 10000"/>
            </a:avLst>
          </a:prstGeom>
          <a:solidFill>
            <a:srgbClr val="A2B7C9"/>
          </a:solidFill>
          <a:ln w="0">
            <a:noFill/>
          </a:ln>
        </p:spPr>
        <p:txBody>
          <a:bodyPr/>
          <a:lstStyle/>
          <a:p>
            <a:endParaRPr lang="zh-CN" altLang="en-US" sz="2000"/>
          </a:p>
        </p:txBody>
      </p:sp>
      <p:sp>
        <p:nvSpPr>
          <p:cNvPr id="264" name="video-self-tile-12">
            <a:extLst>
              <a:ext uri="{FF2B5EF4-FFF2-40B4-BE49-F238E27FC236}">
                <a16:creationId xmlns:a16="http://schemas.microsoft.com/office/drawing/2014/main" id="{E443DDA7-D2D3-4600-B3EB-3FFA3155679C}"/>
              </a:ext>
            </a:extLst>
          </p:cNvPr>
          <p:cNvSpPr>
            <a:spLocks noGrp="1"/>
          </p:cNvSpPr>
          <p:nvPr/>
        </p:nvSpPr>
        <p:spPr>
          <a:xfrm>
            <a:off x="782574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5" name="video-self-tile-13">
            <a:extLst>
              <a:ext uri="{FF2B5EF4-FFF2-40B4-BE49-F238E27FC236}">
                <a16:creationId xmlns:a16="http://schemas.microsoft.com/office/drawing/2014/main" id="{2770935F-61A3-4C5A-A456-8F85988757B8}"/>
              </a:ext>
            </a:extLst>
          </p:cNvPr>
          <p:cNvSpPr>
            <a:spLocks noGrp="1"/>
          </p:cNvSpPr>
          <p:nvPr/>
        </p:nvSpPr>
        <p:spPr>
          <a:xfrm>
            <a:off x="804672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6" name="video-self-tile-20">
            <a:extLst>
              <a:ext uri="{FF2B5EF4-FFF2-40B4-BE49-F238E27FC236}">
                <a16:creationId xmlns:a16="http://schemas.microsoft.com/office/drawing/2014/main" id="{E7DA8519-CA98-415E-B270-BD96623E335A}"/>
              </a:ext>
            </a:extLst>
          </p:cNvPr>
          <p:cNvSpPr>
            <a:spLocks noGrp="1"/>
          </p:cNvSpPr>
          <p:nvPr/>
        </p:nvSpPr>
        <p:spPr>
          <a:xfrm>
            <a:off x="738378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67" name="video-self-tile-21">
            <a:extLst>
              <a:ext uri="{FF2B5EF4-FFF2-40B4-BE49-F238E27FC236}">
                <a16:creationId xmlns:a16="http://schemas.microsoft.com/office/drawing/2014/main" id="{89327A42-79DB-47E6-937B-806CDECAF923}"/>
              </a:ext>
            </a:extLst>
          </p:cNvPr>
          <p:cNvSpPr>
            <a:spLocks noGrp="1"/>
          </p:cNvSpPr>
          <p:nvPr/>
        </p:nvSpPr>
        <p:spPr>
          <a:xfrm>
            <a:off x="760476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68" name="video-self-tile-22">
            <a:extLst>
              <a:ext uri="{FF2B5EF4-FFF2-40B4-BE49-F238E27FC236}">
                <a16:creationId xmlns:a16="http://schemas.microsoft.com/office/drawing/2014/main" id="{02B32A38-C053-4F4D-9B22-1208618E7892}"/>
              </a:ext>
            </a:extLst>
          </p:cNvPr>
          <p:cNvSpPr>
            <a:spLocks noGrp="1"/>
          </p:cNvSpPr>
          <p:nvPr/>
        </p:nvSpPr>
        <p:spPr>
          <a:xfrm>
            <a:off x="7825740" y="2899410"/>
            <a:ext cx="175260" cy="76200"/>
          </a:xfrm>
          <a:prstGeom prst="roundRect">
            <a:avLst>
              <a:gd name="adj" fmla="val 10000"/>
            </a:avLst>
          </a:prstGeom>
          <a:solidFill>
            <a:srgbClr val="A2B7C9"/>
          </a:solidFill>
          <a:ln w="0">
            <a:noFill/>
          </a:ln>
        </p:spPr>
        <p:txBody>
          <a:bodyPr/>
          <a:lstStyle/>
          <a:p>
            <a:endParaRPr lang="zh-CN" altLang="en-US" sz="2000"/>
          </a:p>
        </p:txBody>
      </p:sp>
      <p:sp>
        <p:nvSpPr>
          <p:cNvPr id="269" name="video-self-tile-23">
            <a:extLst>
              <a:ext uri="{FF2B5EF4-FFF2-40B4-BE49-F238E27FC236}">
                <a16:creationId xmlns:a16="http://schemas.microsoft.com/office/drawing/2014/main" id="{F704425D-635E-4E12-93BE-32ED0196BDF1}"/>
              </a:ext>
            </a:extLst>
          </p:cNvPr>
          <p:cNvSpPr>
            <a:spLocks noGrp="1"/>
          </p:cNvSpPr>
          <p:nvPr/>
        </p:nvSpPr>
        <p:spPr>
          <a:xfrm>
            <a:off x="804672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70" name="video-self-read-label">
            <a:extLst>
              <a:ext uri="{FF2B5EF4-FFF2-40B4-BE49-F238E27FC236}">
                <a16:creationId xmlns:a16="http://schemas.microsoft.com/office/drawing/2014/main" id="{A63D9618-8380-4A9C-AE31-05C60D11447D}"/>
              </a:ext>
            </a:extLst>
          </p:cNvPr>
          <p:cNvSpPr>
            <a:spLocks noGrp="1"/>
          </p:cNvSpPr>
          <p:nvPr/>
        </p:nvSpPr>
        <p:spPr>
          <a:xfrm>
            <a:off x="7330440" y="3105150"/>
            <a:ext cx="1021080" cy="26670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 context</a:t>
            </a:r>
          </a:p>
        </p:txBody>
      </p:sp>
      <p:sp>
        <p:nvSpPr>
          <p:cNvPr id="271" name="video-cross-top">
            <a:extLst>
              <a:ext uri="{FF2B5EF4-FFF2-40B4-BE49-F238E27FC236}">
                <a16:creationId xmlns:a16="http://schemas.microsoft.com/office/drawing/2014/main" id="{1D5322F7-96C4-4E2C-B73B-4C07AEF9B9BA}"/>
              </a:ext>
            </a:extLst>
          </p:cNvPr>
          <p:cNvSpPr>
            <a:spLocks noGrp="1"/>
          </p:cNvSpPr>
          <p:nvPr/>
        </p:nvSpPr>
        <p:spPr>
          <a:xfrm>
            <a:off x="8450580" y="2518410"/>
            <a:ext cx="1066800" cy="38100"/>
          </a:xfrm>
          <a:custGeom>
            <a:avLst/>
            <a:gdLst/>
            <a:ahLst/>
            <a:cxnLst/>
            <a:rect l="0" t="0" r="0" b="0"/>
            <a:pathLst>
              <a:path w="1333500" h="47625">
                <a:moveTo>
                  <a:pt x="0" y="47625"/>
                </a:moveTo>
                <a:lnTo>
                  <a:pt x="47625" y="0"/>
                </a:lnTo>
                <a:lnTo>
                  <a:pt x="1333500" y="0"/>
                </a:lnTo>
                <a:lnTo>
                  <a:pt x="1285875" y="47625"/>
                </a:lnTo>
                <a:close/>
              </a:path>
            </a:pathLst>
          </a:custGeom>
          <a:solidFill>
            <a:srgbClr val="F9FAFD"/>
          </a:solidFill>
          <a:ln w="11430">
            <a:solidFill>
              <a:srgbClr val="63788A"/>
            </a:solidFill>
          </a:ln>
        </p:spPr>
        <p:txBody>
          <a:bodyPr/>
          <a:lstStyle/>
          <a:p>
            <a:endParaRPr lang="zh-CN" altLang="en-US" sz="2000"/>
          </a:p>
        </p:txBody>
      </p:sp>
      <p:sp>
        <p:nvSpPr>
          <p:cNvPr id="272" name="video-cross-side">
            <a:extLst>
              <a:ext uri="{FF2B5EF4-FFF2-40B4-BE49-F238E27FC236}">
                <a16:creationId xmlns:a16="http://schemas.microsoft.com/office/drawing/2014/main" id="{08C97AC8-DCEF-4D25-B13C-EA5250C3BDBD}"/>
              </a:ext>
            </a:extLst>
          </p:cNvPr>
          <p:cNvSpPr>
            <a:spLocks noGrp="1"/>
          </p:cNvSpPr>
          <p:nvPr/>
        </p:nvSpPr>
        <p:spPr>
          <a:xfrm>
            <a:off x="9479280" y="2518410"/>
            <a:ext cx="38100" cy="937260"/>
          </a:xfrm>
          <a:custGeom>
            <a:avLst/>
            <a:gdLst/>
            <a:ahLst/>
            <a:cxnLst/>
            <a:rect l="0" t="0" r="0" b="0"/>
            <a:pathLst>
              <a:path w="47625" h="1171575">
                <a:moveTo>
                  <a:pt x="0" y="47625"/>
                </a:moveTo>
                <a:lnTo>
                  <a:pt x="47625" y="0"/>
                </a:lnTo>
                <a:lnTo>
                  <a:pt x="47625" y="1123950"/>
                </a:lnTo>
                <a:lnTo>
                  <a:pt x="0" y="1171575"/>
                </a:lnTo>
                <a:close/>
              </a:path>
            </a:pathLst>
          </a:custGeom>
          <a:solidFill>
            <a:srgbClr val="ADC5C5"/>
          </a:solidFill>
          <a:ln w="11430">
            <a:solidFill>
              <a:srgbClr val="63788A"/>
            </a:solidFill>
          </a:ln>
        </p:spPr>
        <p:txBody>
          <a:bodyPr/>
          <a:lstStyle/>
          <a:p>
            <a:endParaRPr lang="zh-CN" altLang="en-US" sz="2000"/>
          </a:p>
        </p:txBody>
      </p:sp>
      <p:sp>
        <p:nvSpPr>
          <p:cNvPr id="273" name="video-cross-front">
            <a:extLst>
              <a:ext uri="{FF2B5EF4-FFF2-40B4-BE49-F238E27FC236}">
                <a16:creationId xmlns:a16="http://schemas.microsoft.com/office/drawing/2014/main" id="{5E1B6B5B-ED12-4048-B127-638CC2985F09}"/>
              </a:ext>
            </a:extLst>
          </p:cNvPr>
          <p:cNvSpPr>
            <a:spLocks noGrp="1"/>
          </p:cNvSpPr>
          <p:nvPr/>
        </p:nvSpPr>
        <p:spPr>
          <a:xfrm>
            <a:off x="8450580" y="2556510"/>
            <a:ext cx="1028700" cy="899160"/>
          </a:xfrm>
          <a:prstGeom prst="rect">
            <a:avLst/>
          </a:prstGeom>
          <a:solidFill>
            <a:srgbClr val="DCE9E9"/>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74" name="video-cross-source-0">
            <a:extLst>
              <a:ext uri="{FF2B5EF4-FFF2-40B4-BE49-F238E27FC236}">
                <a16:creationId xmlns:a16="http://schemas.microsoft.com/office/drawing/2014/main" id="{50C0C511-9831-4A97-8910-E702945B1343}"/>
              </a:ext>
            </a:extLst>
          </p:cNvPr>
          <p:cNvSpPr>
            <a:spLocks noGrp="1"/>
          </p:cNvSpPr>
          <p:nvPr/>
        </p:nvSpPr>
        <p:spPr>
          <a:xfrm>
            <a:off x="8534400" y="2655570"/>
            <a:ext cx="137160" cy="121920"/>
          </a:xfrm>
          <a:prstGeom prst="roundRect">
            <a:avLst>
              <a:gd name="adj" fmla="val 6250"/>
            </a:avLst>
          </a:prstGeom>
          <a:solidFill>
            <a:srgbClr val="AFC6D8"/>
          </a:solidFill>
          <a:ln w="4572">
            <a:solidFill>
              <a:srgbClr val="8CA6AE"/>
            </a:solidFill>
          </a:ln>
        </p:spPr>
        <p:txBody>
          <a:bodyPr/>
          <a:lstStyle/>
          <a:p>
            <a:endParaRPr lang="zh-CN" altLang="en-US" sz="2000"/>
          </a:p>
        </p:txBody>
      </p:sp>
      <p:sp>
        <p:nvSpPr>
          <p:cNvPr id="275" name="video-cross-source-1">
            <a:extLst>
              <a:ext uri="{FF2B5EF4-FFF2-40B4-BE49-F238E27FC236}">
                <a16:creationId xmlns:a16="http://schemas.microsoft.com/office/drawing/2014/main" id="{711F1827-95F6-482B-B3E3-7033EEDDE754}"/>
              </a:ext>
            </a:extLst>
          </p:cNvPr>
          <p:cNvSpPr>
            <a:spLocks noGrp="1"/>
          </p:cNvSpPr>
          <p:nvPr/>
        </p:nvSpPr>
        <p:spPr>
          <a:xfrm>
            <a:off x="8709660" y="2655570"/>
            <a:ext cx="137160" cy="121920"/>
          </a:xfrm>
          <a:prstGeom prst="roundRect">
            <a:avLst>
              <a:gd name="adj" fmla="val 6250"/>
            </a:avLst>
          </a:prstGeom>
          <a:solidFill>
            <a:srgbClr val="AFC6D8"/>
          </a:solidFill>
          <a:ln w="4572">
            <a:solidFill>
              <a:srgbClr val="8CA6AE"/>
            </a:solidFill>
          </a:ln>
        </p:spPr>
        <p:txBody>
          <a:bodyPr/>
          <a:lstStyle/>
          <a:p>
            <a:endParaRPr lang="zh-CN" altLang="en-US" sz="2000"/>
          </a:p>
        </p:txBody>
      </p:sp>
      <p:sp>
        <p:nvSpPr>
          <p:cNvPr id="276" name="video-cross-source-2">
            <a:extLst>
              <a:ext uri="{FF2B5EF4-FFF2-40B4-BE49-F238E27FC236}">
                <a16:creationId xmlns:a16="http://schemas.microsoft.com/office/drawing/2014/main" id="{9C93617E-1B65-4F13-8B69-F98F4D618EBB}"/>
              </a:ext>
            </a:extLst>
          </p:cNvPr>
          <p:cNvSpPr>
            <a:spLocks noGrp="1"/>
          </p:cNvSpPr>
          <p:nvPr/>
        </p:nvSpPr>
        <p:spPr>
          <a:xfrm>
            <a:off x="888492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7" name="video-cross-source-3">
            <a:extLst>
              <a:ext uri="{FF2B5EF4-FFF2-40B4-BE49-F238E27FC236}">
                <a16:creationId xmlns:a16="http://schemas.microsoft.com/office/drawing/2014/main" id="{5C9915FE-24B4-4742-BC1C-D0622625573D}"/>
              </a:ext>
            </a:extLst>
          </p:cNvPr>
          <p:cNvSpPr>
            <a:spLocks noGrp="1"/>
          </p:cNvSpPr>
          <p:nvPr/>
        </p:nvSpPr>
        <p:spPr>
          <a:xfrm>
            <a:off x="906018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8" name="video-cross-source-4">
            <a:extLst>
              <a:ext uri="{FF2B5EF4-FFF2-40B4-BE49-F238E27FC236}">
                <a16:creationId xmlns:a16="http://schemas.microsoft.com/office/drawing/2014/main" id="{EEFE1D2E-CC24-43A6-A93B-3FD1BFBAEB9C}"/>
              </a:ext>
            </a:extLst>
          </p:cNvPr>
          <p:cNvSpPr>
            <a:spLocks noGrp="1"/>
          </p:cNvSpPr>
          <p:nvPr/>
        </p:nvSpPr>
        <p:spPr>
          <a:xfrm>
            <a:off x="923544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9" name="Local block arrow 13">
            <a:extLst>
              <a:ext uri="{FF2B5EF4-FFF2-40B4-BE49-F238E27FC236}">
                <a16:creationId xmlns:a16="http://schemas.microsoft.com/office/drawing/2014/main" id="{F59BBBAA-8FE2-4F97-9DEF-7031252F3121}"/>
              </a:ext>
            </a:extLst>
          </p:cNvPr>
          <p:cNvSpPr>
            <a:spLocks noGrp="1"/>
          </p:cNvSpPr>
          <p:nvPr/>
        </p:nvSpPr>
        <p:spPr>
          <a:xfrm>
            <a:off x="8911590" y="2815590"/>
            <a:ext cx="106680" cy="99060"/>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80" name="video-cross-mixed-0">
            <a:extLst>
              <a:ext uri="{FF2B5EF4-FFF2-40B4-BE49-F238E27FC236}">
                <a16:creationId xmlns:a16="http://schemas.microsoft.com/office/drawing/2014/main" id="{6F08FAB2-87B4-482F-B344-1B7FB7FC0954}"/>
              </a:ext>
            </a:extLst>
          </p:cNvPr>
          <p:cNvSpPr>
            <a:spLocks noGrp="1"/>
          </p:cNvSpPr>
          <p:nvPr/>
        </p:nvSpPr>
        <p:spPr>
          <a:xfrm>
            <a:off x="85801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1" name="video-cross-mixed-accent-0">
            <a:extLst>
              <a:ext uri="{FF2B5EF4-FFF2-40B4-BE49-F238E27FC236}">
                <a16:creationId xmlns:a16="http://schemas.microsoft.com/office/drawing/2014/main" id="{C44D9E18-6ED3-4765-A311-EDB28483029B}"/>
              </a:ext>
            </a:extLst>
          </p:cNvPr>
          <p:cNvSpPr>
            <a:spLocks noGrp="1"/>
          </p:cNvSpPr>
          <p:nvPr/>
        </p:nvSpPr>
        <p:spPr>
          <a:xfrm>
            <a:off x="8580120" y="3013710"/>
            <a:ext cx="144780" cy="30480"/>
          </a:xfrm>
          <a:prstGeom prst="rect">
            <a:avLst/>
          </a:prstGeom>
          <a:solidFill>
            <a:srgbClr val="72978A"/>
          </a:solidFill>
          <a:ln w="0">
            <a:noFill/>
          </a:ln>
        </p:spPr>
        <p:txBody>
          <a:bodyPr/>
          <a:lstStyle/>
          <a:p>
            <a:endParaRPr lang="zh-CN" altLang="en-US" sz="2000"/>
          </a:p>
        </p:txBody>
      </p:sp>
      <p:sp>
        <p:nvSpPr>
          <p:cNvPr id="282" name="video-cross-mixed-1">
            <a:extLst>
              <a:ext uri="{FF2B5EF4-FFF2-40B4-BE49-F238E27FC236}">
                <a16:creationId xmlns:a16="http://schemas.microsoft.com/office/drawing/2014/main" id="{E699439C-C283-4023-9FEA-27D012CEB25E}"/>
              </a:ext>
            </a:extLst>
          </p:cNvPr>
          <p:cNvSpPr>
            <a:spLocks noGrp="1"/>
          </p:cNvSpPr>
          <p:nvPr/>
        </p:nvSpPr>
        <p:spPr>
          <a:xfrm>
            <a:off x="87706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3" name="video-cross-mixed-accent-1">
            <a:extLst>
              <a:ext uri="{FF2B5EF4-FFF2-40B4-BE49-F238E27FC236}">
                <a16:creationId xmlns:a16="http://schemas.microsoft.com/office/drawing/2014/main" id="{5EAAAAE2-E7EA-4C7B-9D3F-CC13AC5F8C2C}"/>
              </a:ext>
            </a:extLst>
          </p:cNvPr>
          <p:cNvSpPr>
            <a:spLocks noGrp="1"/>
          </p:cNvSpPr>
          <p:nvPr/>
        </p:nvSpPr>
        <p:spPr>
          <a:xfrm>
            <a:off x="8770620" y="3013710"/>
            <a:ext cx="144780" cy="30480"/>
          </a:xfrm>
          <a:prstGeom prst="rect">
            <a:avLst/>
          </a:prstGeom>
          <a:solidFill>
            <a:srgbClr val="72978A"/>
          </a:solidFill>
          <a:ln w="0">
            <a:noFill/>
          </a:ln>
        </p:spPr>
        <p:txBody>
          <a:bodyPr/>
          <a:lstStyle/>
          <a:p>
            <a:endParaRPr lang="zh-CN" altLang="en-US" sz="2000"/>
          </a:p>
        </p:txBody>
      </p:sp>
      <p:sp>
        <p:nvSpPr>
          <p:cNvPr id="284" name="video-cross-mixed-2">
            <a:extLst>
              <a:ext uri="{FF2B5EF4-FFF2-40B4-BE49-F238E27FC236}">
                <a16:creationId xmlns:a16="http://schemas.microsoft.com/office/drawing/2014/main" id="{B3DA95E2-B7AE-4E75-8727-D1E3E8323937}"/>
              </a:ext>
            </a:extLst>
          </p:cNvPr>
          <p:cNvSpPr>
            <a:spLocks noGrp="1"/>
          </p:cNvSpPr>
          <p:nvPr/>
        </p:nvSpPr>
        <p:spPr>
          <a:xfrm>
            <a:off x="89611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5" name="video-cross-mixed-accent-2">
            <a:extLst>
              <a:ext uri="{FF2B5EF4-FFF2-40B4-BE49-F238E27FC236}">
                <a16:creationId xmlns:a16="http://schemas.microsoft.com/office/drawing/2014/main" id="{F4273663-5C9C-4834-B342-EADA46591685}"/>
              </a:ext>
            </a:extLst>
          </p:cNvPr>
          <p:cNvSpPr>
            <a:spLocks noGrp="1"/>
          </p:cNvSpPr>
          <p:nvPr/>
        </p:nvSpPr>
        <p:spPr>
          <a:xfrm>
            <a:off x="8961120" y="3013710"/>
            <a:ext cx="144780" cy="30480"/>
          </a:xfrm>
          <a:prstGeom prst="rect">
            <a:avLst/>
          </a:prstGeom>
          <a:solidFill>
            <a:srgbClr val="72978A"/>
          </a:solidFill>
          <a:ln w="0">
            <a:noFill/>
          </a:ln>
        </p:spPr>
        <p:txBody>
          <a:bodyPr/>
          <a:lstStyle/>
          <a:p>
            <a:endParaRPr lang="zh-CN" altLang="en-US" sz="2000"/>
          </a:p>
        </p:txBody>
      </p:sp>
      <p:sp>
        <p:nvSpPr>
          <p:cNvPr id="286" name="video-cross-mixed-3">
            <a:extLst>
              <a:ext uri="{FF2B5EF4-FFF2-40B4-BE49-F238E27FC236}">
                <a16:creationId xmlns:a16="http://schemas.microsoft.com/office/drawing/2014/main" id="{7F2E9179-D9F6-40DD-9D1A-2F27371E001A}"/>
              </a:ext>
            </a:extLst>
          </p:cNvPr>
          <p:cNvSpPr>
            <a:spLocks noGrp="1"/>
          </p:cNvSpPr>
          <p:nvPr/>
        </p:nvSpPr>
        <p:spPr>
          <a:xfrm>
            <a:off x="91516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7" name="video-cross-mixed-accent-3">
            <a:extLst>
              <a:ext uri="{FF2B5EF4-FFF2-40B4-BE49-F238E27FC236}">
                <a16:creationId xmlns:a16="http://schemas.microsoft.com/office/drawing/2014/main" id="{DAE6BBDA-43A0-4555-A6DC-14921741FBC8}"/>
              </a:ext>
            </a:extLst>
          </p:cNvPr>
          <p:cNvSpPr>
            <a:spLocks noGrp="1"/>
          </p:cNvSpPr>
          <p:nvPr/>
        </p:nvSpPr>
        <p:spPr>
          <a:xfrm>
            <a:off x="9151620" y="3013710"/>
            <a:ext cx="144780" cy="30480"/>
          </a:xfrm>
          <a:prstGeom prst="rect">
            <a:avLst/>
          </a:prstGeom>
          <a:solidFill>
            <a:srgbClr val="72978A"/>
          </a:solidFill>
          <a:ln w="0">
            <a:noFill/>
          </a:ln>
        </p:spPr>
        <p:txBody>
          <a:bodyPr/>
          <a:lstStyle/>
          <a:p>
            <a:endParaRPr lang="zh-CN" altLang="en-US" sz="2000"/>
          </a:p>
        </p:txBody>
      </p:sp>
      <p:sp>
        <p:nvSpPr>
          <p:cNvPr id="288" name="video-cross-read-label">
            <a:extLst>
              <a:ext uri="{FF2B5EF4-FFF2-40B4-BE49-F238E27FC236}">
                <a16:creationId xmlns:a16="http://schemas.microsoft.com/office/drawing/2014/main" id="{894CB12B-7A96-497A-939B-FE8C65E3AA11}"/>
              </a:ext>
            </a:extLst>
          </p:cNvPr>
          <p:cNvSpPr>
            <a:spLocks noGrp="1"/>
          </p:cNvSpPr>
          <p:nvPr/>
        </p:nvSpPr>
        <p:spPr>
          <a:xfrm>
            <a:off x="8473440" y="3135630"/>
            <a:ext cx="982980" cy="27432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 reads</a:t>
            </a:r>
          </a:p>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a:t>
            </a:r>
          </a:p>
        </p:txBody>
      </p:sp>
      <p:sp>
        <p:nvSpPr>
          <p:cNvPr id="289" name="action-cross-top">
            <a:extLst>
              <a:ext uri="{FF2B5EF4-FFF2-40B4-BE49-F238E27FC236}">
                <a16:creationId xmlns:a16="http://schemas.microsoft.com/office/drawing/2014/main" id="{020B5ADD-F545-487D-B7CC-5C60D9780C86}"/>
              </a:ext>
            </a:extLst>
          </p:cNvPr>
          <p:cNvSpPr>
            <a:spLocks noGrp="1"/>
          </p:cNvSpPr>
          <p:nvPr/>
        </p:nvSpPr>
        <p:spPr>
          <a:xfrm>
            <a:off x="7307580" y="3737610"/>
            <a:ext cx="1104900" cy="38100"/>
          </a:xfrm>
          <a:custGeom>
            <a:avLst/>
            <a:gdLst/>
            <a:ahLst/>
            <a:cxnLst/>
            <a:rect l="0" t="0" r="0" b="0"/>
            <a:pathLst>
              <a:path w="1381125" h="47625">
                <a:moveTo>
                  <a:pt x="0" y="47625"/>
                </a:moveTo>
                <a:lnTo>
                  <a:pt x="47625" y="0"/>
                </a:lnTo>
                <a:lnTo>
                  <a:pt x="1381125" y="0"/>
                </a:lnTo>
                <a:lnTo>
                  <a:pt x="1333500" y="47625"/>
                </a:lnTo>
                <a:close/>
              </a:path>
            </a:pathLst>
          </a:custGeom>
          <a:solidFill>
            <a:srgbClr val="F9FAFD"/>
          </a:solidFill>
          <a:ln w="11430">
            <a:solidFill>
              <a:srgbClr val="63788A"/>
            </a:solidFill>
          </a:ln>
        </p:spPr>
        <p:txBody>
          <a:bodyPr/>
          <a:lstStyle/>
          <a:p>
            <a:endParaRPr lang="zh-CN" altLang="en-US" sz="2000"/>
          </a:p>
        </p:txBody>
      </p:sp>
      <p:sp>
        <p:nvSpPr>
          <p:cNvPr id="290" name="action-cross-side">
            <a:extLst>
              <a:ext uri="{FF2B5EF4-FFF2-40B4-BE49-F238E27FC236}">
                <a16:creationId xmlns:a16="http://schemas.microsoft.com/office/drawing/2014/main" id="{F2DDC0E6-7B78-45A3-9B0D-A393B3A98B50}"/>
              </a:ext>
            </a:extLst>
          </p:cNvPr>
          <p:cNvSpPr>
            <a:spLocks noGrp="1"/>
          </p:cNvSpPr>
          <p:nvPr/>
        </p:nvSpPr>
        <p:spPr>
          <a:xfrm>
            <a:off x="8374380" y="3737610"/>
            <a:ext cx="38100" cy="937260"/>
          </a:xfrm>
          <a:custGeom>
            <a:avLst/>
            <a:gdLst/>
            <a:ahLst/>
            <a:cxnLst/>
            <a:rect l="0" t="0" r="0" b="0"/>
            <a:pathLst>
              <a:path w="47625" h="1171575">
                <a:moveTo>
                  <a:pt x="0" y="47625"/>
                </a:moveTo>
                <a:lnTo>
                  <a:pt x="47625" y="0"/>
                </a:lnTo>
                <a:lnTo>
                  <a:pt x="47625" y="1123950"/>
                </a:lnTo>
                <a:lnTo>
                  <a:pt x="0" y="1171575"/>
                </a:lnTo>
                <a:close/>
              </a:path>
            </a:pathLst>
          </a:custGeom>
          <a:solidFill>
            <a:srgbClr val="ADC5C5"/>
          </a:solidFill>
          <a:ln w="11430">
            <a:solidFill>
              <a:srgbClr val="63788A"/>
            </a:solidFill>
          </a:ln>
        </p:spPr>
        <p:txBody>
          <a:bodyPr/>
          <a:lstStyle/>
          <a:p>
            <a:endParaRPr lang="zh-CN" altLang="en-US" sz="2000"/>
          </a:p>
        </p:txBody>
      </p:sp>
      <p:sp>
        <p:nvSpPr>
          <p:cNvPr id="291" name="action-cross-front">
            <a:extLst>
              <a:ext uri="{FF2B5EF4-FFF2-40B4-BE49-F238E27FC236}">
                <a16:creationId xmlns:a16="http://schemas.microsoft.com/office/drawing/2014/main" id="{78CA818A-D519-45F8-9036-9A5AC29EF9E6}"/>
              </a:ext>
            </a:extLst>
          </p:cNvPr>
          <p:cNvSpPr>
            <a:spLocks noGrp="1"/>
          </p:cNvSpPr>
          <p:nvPr/>
        </p:nvSpPr>
        <p:spPr>
          <a:xfrm>
            <a:off x="7307580" y="3775710"/>
            <a:ext cx="1066800" cy="899160"/>
          </a:xfrm>
          <a:prstGeom prst="rect">
            <a:avLst/>
          </a:prstGeom>
          <a:solidFill>
            <a:srgbClr val="DCE9E9"/>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92" name="action-cross-source-0">
            <a:extLst>
              <a:ext uri="{FF2B5EF4-FFF2-40B4-BE49-F238E27FC236}">
                <a16:creationId xmlns:a16="http://schemas.microsoft.com/office/drawing/2014/main" id="{C9811AFD-7C39-4969-BD7A-1AA0919B156A}"/>
              </a:ext>
            </a:extLst>
          </p:cNvPr>
          <p:cNvSpPr>
            <a:spLocks noGrp="1"/>
          </p:cNvSpPr>
          <p:nvPr/>
        </p:nvSpPr>
        <p:spPr>
          <a:xfrm>
            <a:off x="7391400" y="3874770"/>
            <a:ext cx="137160" cy="121920"/>
          </a:xfrm>
          <a:prstGeom prst="roundRect">
            <a:avLst>
              <a:gd name="adj" fmla="val 6250"/>
            </a:avLst>
          </a:prstGeom>
          <a:solidFill>
            <a:srgbClr val="BDCDC6"/>
          </a:solidFill>
          <a:ln w="4572">
            <a:solidFill>
              <a:srgbClr val="8CA6AE"/>
            </a:solidFill>
          </a:ln>
        </p:spPr>
        <p:txBody>
          <a:bodyPr/>
          <a:lstStyle/>
          <a:p>
            <a:endParaRPr lang="zh-CN" altLang="en-US" sz="2000"/>
          </a:p>
        </p:txBody>
      </p:sp>
      <p:sp>
        <p:nvSpPr>
          <p:cNvPr id="293" name="action-cross-source-1">
            <a:extLst>
              <a:ext uri="{FF2B5EF4-FFF2-40B4-BE49-F238E27FC236}">
                <a16:creationId xmlns:a16="http://schemas.microsoft.com/office/drawing/2014/main" id="{33139585-1EBD-43CC-A11B-AC1A43926317}"/>
              </a:ext>
            </a:extLst>
          </p:cNvPr>
          <p:cNvSpPr>
            <a:spLocks noGrp="1"/>
          </p:cNvSpPr>
          <p:nvPr/>
        </p:nvSpPr>
        <p:spPr>
          <a:xfrm>
            <a:off x="756666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4" name="action-cross-source-2">
            <a:extLst>
              <a:ext uri="{FF2B5EF4-FFF2-40B4-BE49-F238E27FC236}">
                <a16:creationId xmlns:a16="http://schemas.microsoft.com/office/drawing/2014/main" id="{BEB0141A-D674-44D2-861E-1B8C321E69AD}"/>
              </a:ext>
            </a:extLst>
          </p:cNvPr>
          <p:cNvSpPr>
            <a:spLocks noGrp="1"/>
          </p:cNvSpPr>
          <p:nvPr/>
        </p:nvSpPr>
        <p:spPr>
          <a:xfrm>
            <a:off x="774192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5" name="action-cross-source-3">
            <a:extLst>
              <a:ext uri="{FF2B5EF4-FFF2-40B4-BE49-F238E27FC236}">
                <a16:creationId xmlns:a16="http://schemas.microsoft.com/office/drawing/2014/main" id="{AFEB47D3-E72D-4F7B-9F7F-4ED97569B0EB}"/>
              </a:ext>
            </a:extLst>
          </p:cNvPr>
          <p:cNvSpPr>
            <a:spLocks noGrp="1"/>
          </p:cNvSpPr>
          <p:nvPr/>
        </p:nvSpPr>
        <p:spPr>
          <a:xfrm>
            <a:off x="791718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6" name="action-cross-source-4">
            <a:extLst>
              <a:ext uri="{FF2B5EF4-FFF2-40B4-BE49-F238E27FC236}">
                <a16:creationId xmlns:a16="http://schemas.microsoft.com/office/drawing/2014/main" id="{C066E18C-C7D0-4448-89C6-DD3F77A8FA6A}"/>
              </a:ext>
            </a:extLst>
          </p:cNvPr>
          <p:cNvSpPr>
            <a:spLocks noGrp="1"/>
          </p:cNvSpPr>
          <p:nvPr/>
        </p:nvSpPr>
        <p:spPr>
          <a:xfrm>
            <a:off x="809244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7" name="Local block arrow 14">
            <a:extLst>
              <a:ext uri="{FF2B5EF4-FFF2-40B4-BE49-F238E27FC236}">
                <a16:creationId xmlns:a16="http://schemas.microsoft.com/office/drawing/2014/main" id="{268218B5-486F-49C5-9691-1EAF84CCABF0}"/>
              </a:ext>
            </a:extLst>
          </p:cNvPr>
          <p:cNvSpPr>
            <a:spLocks noGrp="1"/>
          </p:cNvSpPr>
          <p:nvPr/>
        </p:nvSpPr>
        <p:spPr>
          <a:xfrm>
            <a:off x="7787640" y="4034790"/>
            <a:ext cx="106680" cy="99060"/>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98" name="action-cross-mixed-0">
            <a:extLst>
              <a:ext uri="{FF2B5EF4-FFF2-40B4-BE49-F238E27FC236}">
                <a16:creationId xmlns:a16="http://schemas.microsoft.com/office/drawing/2014/main" id="{38FDF998-9757-40E9-9650-DE08A8AF4DEC}"/>
              </a:ext>
            </a:extLst>
          </p:cNvPr>
          <p:cNvSpPr>
            <a:spLocks noGrp="1"/>
          </p:cNvSpPr>
          <p:nvPr/>
        </p:nvSpPr>
        <p:spPr>
          <a:xfrm>
            <a:off x="74371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299" name="action-cross-mixed-accent-0">
            <a:extLst>
              <a:ext uri="{FF2B5EF4-FFF2-40B4-BE49-F238E27FC236}">
                <a16:creationId xmlns:a16="http://schemas.microsoft.com/office/drawing/2014/main" id="{91404E9F-4390-4F79-86DD-C4B3097E3EB8}"/>
              </a:ext>
            </a:extLst>
          </p:cNvPr>
          <p:cNvSpPr>
            <a:spLocks noGrp="1"/>
          </p:cNvSpPr>
          <p:nvPr/>
        </p:nvSpPr>
        <p:spPr>
          <a:xfrm>
            <a:off x="7437120" y="4232910"/>
            <a:ext cx="144780" cy="30480"/>
          </a:xfrm>
          <a:prstGeom prst="rect">
            <a:avLst/>
          </a:prstGeom>
          <a:solidFill>
            <a:srgbClr val="799CB7"/>
          </a:solidFill>
          <a:ln w="0">
            <a:noFill/>
          </a:ln>
        </p:spPr>
        <p:txBody>
          <a:bodyPr/>
          <a:lstStyle/>
          <a:p>
            <a:endParaRPr lang="zh-CN" altLang="en-US" sz="2000"/>
          </a:p>
        </p:txBody>
      </p:sp>
      <p:sp>
        <p:nvSpPr>
          <p:cNvPr id="300" name="action-cross-mixed-1">
            <a:extLst>
              <a:ext uri="{FF2B5EF4-FFF2-40B4-BE49-F238E27FC236}">
                <a16:creationId xmlns:a16="http://schemas.microsoft.com/office/drawing/2014/main" id="{81953AB9-C0F3-4832-9882-0D29009D338A}"/>
              </a:ext>
            </a:extLst>
          </p:cNvPr>
          <p:cNvSpPr>
            <a:spLocks noGrp="1"/>
          </p:cNvSpPr>
          <p:nvPr/>
        </p:nvSpPr>
        <p:spPr>
          <a:xfrm>
            <a:off x="76276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1" name="action-cross-mixed-accent-1">
            <a:extLst>
              <a:ext uri="{FF2B5EF4-FFF2-40B4-BE49-F238E27FC236}">
                <a16:creationId xmlns:a16="http://schemas.microsoft.com/office/drawing/2014/main" id="{C38D8493-1245-410F-936C-CFAEE34A80E5}"/>
              </a:ext>
            </a:extLst>
          </p:cNvPr>
          <p:cNvSpPr>
            <a:spLocks noGrp="1"/>
          </p:cNvSpPr>
          <p:nvPr/>
        </p:nvSpPr>
        <p:spPr>
          <a:xfrm>
            <a:off x="7627620" y="4232910"/>
            <a:ext cx="144780" cy="30480"/>
          </a:xfrm>
          <a:prstGeom prst="rect">
            <a:avLst/>
          </a:prstGeom>
          <a:solidFill>
            <a:srgbClr val="799CB7"/>
          </a:solidFill>
          <a:ln w="0">
            <a:noFill/>
          </a:ln>
        </p:spPr>
        <p:txBody>
          <a:bodyPr/>
          <a:lstStyle/>
          <a:p>
            <a:endParaRPr lang="zh-CN" altLang="en-US" sz="2000"/>
          </a:p>
        </p:txBody>
      </p:sp>
      <p:sp>
        <p:nvSpPr>
          <p:cNvPr id="302" name="action-cross-mixed-2">
            <a:extLst>
              <a:ext uri="{FF2B5EF4-FFF2-40B4-BE49-F238E27FC236}">
                <a16:creationId xmlns:a16="http://schemas.microsoft.com/office/drawing/2014/main" id="{DD894C8D-E348-4D3A-8057-0B0A04D10616}"/>
              </a:ext>
            </a:extLst>
          </p:cNvPr>
          <p:cNvSpPr>
            <a:spLocks noGrp="1"/>
          </p:cNvSpPr>
          <p:nvPr/>
        </p:nvSpPr>
        <p:spPr>
          <a:xfrm>
            <a:off x="78181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3" name="action-cross-mixed-accent-2">
            <a:extLst>
              <a:ext uri="{FF2B5EF4-FFF2-40B4-BE49-F238E27FC236}">
                <a16:creationId xmlns:a16="http://schemas.microsoft.com/office/drawing/2014/main" id="{EC88E100-D424-48E1-A7FC-896EEF2DE841}"/>
              </a:ext>
            </a:extLst>
          </p:cNvPr>
          <p:cNvSpPr>
            <a:spLocks noGrp="1"/>
          </p:cNvSpPr>
          <p:nvPr/>
        </p:nvSpPr>
        <p:spPr>
          <a:xfrm>
            <a:off x="7818120" y="4232910"/>
            <a:ext cx="144780" cy="30480"/>
          </a:xfrm>
          <a:prstGeom prst="rect">
            <a:avLst/>
          </a:prstGeom>
          <a:solidFill>
            <a:srgbClr val="799CB7"/>
          </a:solidFill>
          <a:ln w="0">
            <a:noFill/>
          </a:ln>
        </p:spPr>
        <p:txBody>
          <a:bodyPr/>
          <a:lstStyle/>
          <a:p>
            <a:endParaRPr lang="zh-CN" altLang="en-US" sz="2000"/>
          </a:p>
        </p:txBody>
      </p:sp>
      <p:sp>
        <p:nvSpPr>
          <p:cNvPr id="304" name="action-cross-mixed-3">
            <a:extLst>
              <a:ext uri="{FF2B5EF4-FFF2-40B4-BE49-F238E27FC236}">
                <a16:creationId xmlns:a16="http://schemas.microsoft.com/office/drawing/2014/main" id="{EDABF31C-A08C-40D4-B135-F03BF199683F}"/>
              </a:ext>
            </a:extLst>
          </p:cNvPr>
          <p:cNvSpPr>
            <a:spLocks noGrp="1"/>
          </p:cNvSpPr>
          <p:nvPr/>
        </p:nvSpPr>
        <p:spPr>
          <a:xfrm>
            <a:off x="80086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5" name="action-cross-mixed-accent-3">
            <a:extLst>
              <a:ext uri="{FF2B5EF4-FFF2-40B4-BE49-F238E27FC236}">
                <a16:creationId xmlns:a16="http://schemas.microsoft.com/office/drawing/2014/main" id="{5A30E7E6-6F69-408C-969B-2F24B999F05C}"/>
              </a:ext>
            </a:extLst>
          </p:cNvPr>
          <p:cNvSpPr>
            <a:spLocks noGrp="1"/>
          </p:cNvSpPr>
          <p:nvPr/>
        </p:nvSpPr>
        <p:spPr>
          <a:xfrm>
            <a:off x="8008620" y="4232910"/>
            <a:ext cx="144780" cy="30480"/>
          </a:xfrm>
          <a:prstGeom prst="rect">
            <a:avLst/>
          </a:prstGeom>
          <a:solidFill>
            <a:srgbClr val="799CB7"/>
          </a:solidFill>
          <a:ln w="0">
            <a:noFill/>
          </a:ln>
        </p:spPr>
        <p:txBody>
          <a:bodyPr/>
          <a:lstStyle/>
          <a:p>
            <a:endParaRPr lang="zh-CN" altLang="en-US" sz="2000"/>
          </a:p>
        </p:txBody>
      </p:sp>
      <p:sp>
        <p:nvSpPr>
          <p:cNvPr id="306" name="action-cross-read-label">
            <a:extLst>
              <a:ext uri="{FF2B5EF4-FFF2-40B4-BE49-F238E27FC236}">
                <a16:creationId xmlns:a16="http://schemas.microsoft.com/office/drawing/2014/main" id="{FCB2F656-828E-48A3-A72C-698ED17857D4}"/>
              </a:ext>
            </a:extLst>
          </p:cNvPr>
          <p:cNvSpPr>
            <a:spLocks noGrp="1"/>
          </p:cNvSpPr>
          <p:nvPr/>
        </p:nvSpPr>
        <p:spPr>
          <a:xfrm>
            <a:off x="7330440" y="4354830"/>
            <a:ext cx="1021080" cy="27432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 reads</a:t>
            </a:r>
          </a:p>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a:t>
            </a:r>
          </a:p>
        </p:txBody>
      </p:sp>
      <p:sp>
        <p:nvSpPr>
          <p:cNvPr id="307" name="action-self">
            <a:extLst>
              <a:ext uri="{FF2B5EF4-FFF2-40B4-BE49-F238E27FC236}">
                <a16:creationId xmlns:a16="http://schemas.microsoft.com/office/drawing/2014/main" id="{6A70A90B-E855-478A-BEB5-5F91D28598BA}"/>
              </a:ext>
            </a:extLst>
          </p:cNvPr>
          <p:cNvSpPr>
            <a:spLocks noGrp="1"/>
          </p:cNvSpPr>
          <p:nvPr/>
        </p:nvSpPr>
        <p:spPr>
          <a:xfrm>
            <a:off x="8450580" y="3775710"/>
            <a:ext cx="1028700" cy="899160"/>
          </a:xfrm>
          <a:prstGeom prst="roundRect">
            <a:avLst>
              <a:gd name="adj" fmla="val 2542"/>
            </a:avLst>
          </a:prstGeom>
          <a:solidFill>
            <a:srgbClr val="E6EEEA"/>
          </a:solidFill>
          <a:ln w="5334">
            <a:solidFill>
              <a:srgbClr val="8FA99F"/>
            </a:solidFill>
          </a:ln>
        </p:spPr>
        <p:txBody>
          <a:bodyPr/>
          <a:lstStyle/>
          <a:p>
            <a:endParaRPr lang="zh-CN" altLang="en-US" sz="2000"/>
          </a:p>
        </p:txBody>
      </p:sp>
      <p:sp>
        <p:nvSpPr>
          <p:cNvPr id="308" name="action-self-tile-00">
            <a:extLst>
              <a:ext uri="{FF2B5EF4-FFF2-40B4-BE49-F238E27FC236}">
                <a16:creationId xmlns:a16="http://schemas.microsoft.com/office/drawing/2014/main" id="{4794C2D6-A117-405B-90DC-CF1DFECB8919}"/>
              </a:ext>
            </a:extLst>
          </p:cNvPr>
          <p:cNvSpPr>
            <a:spLocks noGrp="1"/>
          </p:cNvSpPr>
          <p:nvPr/>
        </p:nvSpPr>
        <p:spPr>
          <a:xfrm>
            <a:off x="8526780" y="3874770"/>
            <a:ext cx="175260" cy="76200"/>
          </a:xfrm>
          <a:prstGeom prst="roundRect">
            <a:avLst>
              <a:gd name="adj" fmla="val 10000"/>
            </a:avLst>
          </a:prstGeom>
          <a:solidFill>
            <a:srgbClr val="8FA99F"/>
          </a:solidFill>
          <a:ln w="0">
            <a:noFill/>
          </a:ln>
        </p:spPr>
        <p:txBody>
          <a:bodyPr/>
          <a:lstStyle/>
          <a:p>
            <a:endParaRPr lang="zh-CN" altLang="en-US" sz="2000"/>
          </a:p>
        </p:txBody>
      </p:sp>
      <p:sp>
        <p:nvSpPr>
          <p:cNvPr id="309" name="action-self-tile-01">
            <a:extLst>
              <a:ext uri="{FF2B5EF4-FFF2-40B4-BE49-F238E27FC236}">
                <a16:creationId xmlns:a16="http://schemas.microsoft.com/office/drawing/2014/main" id="{B470F8E6-4411-4557-8D81-8FCDCE8B0BC7}"/>
              </a:ext>
            </a:extLst>
          </p:cNvPr>
          <p:cNvSpPr>
            <a:spLocks noGrp="1"/>
          </p:cNvSpPr>
          <p:nvPr/>
        </p:nvSpPr>
        <p:spPr>
          <a:xfrm>
            <a:off x="8747760" y="3874770"/>
            <a:ext cx="175260" cy="76200"/>
          </a:xfrm>
          <a:prstGeom prst="roundRect">
            <a:avLst>
              <a:gd name="adj" fmla="val 10000"/>
            </a:avLst>
          </a:prstGeom>
          <a:solidFill>
            <a:srgbClr val="CFDBE4"/>
          </a:solidFill>
          <a:ln w="0">
            <a:noFill/>
          </a:ln>
        </p:spPr>
        <p:txBody>
          <a:bodyPr/>
          <a:lstStyle/>
          <a:p>
            <a:endParaRPr lang="zh-CN" altLang="en-US" sz="2000"/>
          </a:p>
        </p:txBody>
      </p:sp>
      <p:sp>
        <p:nvSpPr>
          <p:cNvPr id="310" name="action-self-tile-02">
            <a:extLst>
              <a:ext uri="{FF2B5EF4-FFF2-40B4-BE49-F238E27FC236}">
                <a16:creationId xmlns:a16="http://schemas.microsoft.com/office/drawing/2014/main" id="{99E15679-3187-4C82-B2A1-C28F959C462E}"/>
              </a:ext>
            </a:extLst>
          </p:cNvPr>
          <p:cNvSpPr>
            <a:spLocks noGrp="1"/>
          </p:cNvSpPr>
          <p:nvPr/>
        </p:nvSpPr>
        <p:spPr>
          <a:xfrm>
            <a:off x="8968740" y="3874770"/>
            <a:ext cx="175260" cy="76200"/>
          </a:xfrm>
          <a:prstGeom prst="roundRect">
            <a:avLst>
              <a:gd name="adj" fmla="val 10000"/>
            </a:avLst>
          </a:prstGeom>
          <a:solidFill>
            <a:srgbClr val="CFDBE4"/>
          </a:solidFill>
          <a:ln w="0">
            <a:noFill/>
          </a:ln>
        </p:spPr>
        <p:txBody>
          <a:bodyPr/>
          <a:lstStyle/>
          <a:p>
            <a:endParaRPr lang="zh-CN" altLang="en-US" sz="2000"/>
          </a:p>
        </p:txBody>
      </p:sp>
      <p:sp>
        <p:nvSpPr>
          <p:cNvPr id="311" name="action-self-tile-03">
            <a:extLst>
              <a:ext uri="{FF2B5EF4-FFF2-40B4-BE49-F238E27FC236}">
                <a16:creationId xmlns:a16="http://schemas.microsoft.com/office/drawing/2014/main" id="{394DBB2D-7BB2-471C-B10F-20FA59EAD4D8}"/>
              </a:ext>
            </a:extLst>
          </p:cNvPr>
          <p:cNvSpPr>
            <a:spLocks noGrp="1"/>
          </p:cNvSpPr>
          <p:nvPr/>
        </p:nvSpPr>
        <p:spPr>
          <a:xfrm>
            <a:off x="9189720" y="3874770"/>
            <a:ext cx="175260" cy="76200"/>
          </a:xfrm>
          <a:prstGeom prst="roundRect">
            <a:avLst>
              <a:gd name="adj" fmla="val 10000"/>
            </a:avLst>
          </a:prstGeom>
          <a:solidFill>
            <a:srgbClr val="8FA99F"/>
          </a:solidFill>
          <a:ln w="0">
            <a:noFill/>
          </a:ln>
        </p:spPr>
        <p:txBody>
          <a:bodyPr/>
          <a:lstStyle/>
          <a:p>
            <a:endParaRPr lang="zh-CN" altLang="en-US" sz="2000"/>
          </a:p>
        </p:txBody>
      </p:sp>
      <p:sp>
        <p:nvSpPr>
          <p:cNvPr id="312" name="action-self-tile-10">
            <a:extLst>
              <a:ext uri="{FF2B5EF4-FFF2-40B4-BE49-F238E27FC236}">
                <a16:creationId xmlns:a16="http://schemas.microsoft.com/office/drawing/2014/main" id="{AB6857E3-A5A0-4AC7-88DF-326158B9C639}"/>
              </a:ext>
            </a:extLst>
          </p:cNvPr>
          <p:cNvSpPr>
            <a:spLocks noGrp="1"/>
          </p:cNvSpPr>
          <p:nvPr/>
        </p:nvSpPr>
        <p:spPr>
          <a:xfrm>
            <a:off x="852678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3" name="action-self-tile-11">
            <a:extLst>
              <a:ext uri="{FF2B5EF4-FFF2-40B4-BE49-F238E27FC236}">
                <a16:creationId xmlns:a16="http://schemas.microsoft.com/office/drawing/2014/main" id="{E9F1B71E-AFCD-4118-B769-4173828C5D74}"/>
              </a:ext>
            </a:extLst>
          </p:cNvPr>
          <p:cNvSpPr>
            <a:spLocks noGrp="1"/>
          </p:cNvSpPr>
          <p:nvPr/>
        </p:nvSpPr>
        <p:spPr>
          <a:xfrm>
            <a:off x="8747760" y="3996690"/>
            <a:ext cx="175260" cy="76200"/>
          </a:xfrm>
          <a:prstGeom prst="roundRect">
            <a:avLst>
              <a:gd name="adj" fmla="val 10000"/>
            </a:avLst>
          </a:prstGeom>
          <a:solidFill>
            <a:srgbClr val="8FA99F"/>
          </a:solidFill>
          <a:ln w="0">
            <a:noFill/>
          </a:ln>
        </p:spPr>
        <p:txBody>
          <a:bodyPr/>
          <a:lstStyle/>
          <a:p>
            <a:endParaRPr lang="zh-CN" altLang="en-US" sz="2000"/>
          </a:p>
        </p:txBody>
      </p:sp>
      <p:sp>
        <p:nvSpPr>
          <p:cNvPr id="314" name="action-self-tile-12">
            <a:extLst>
              <a:ext uri="{FF2B5EF4-FFF2-40B4-BE49-F238E27FC236}">
                <a16:creationId xmlns:a16="http://schemas.microsoft.com/office/drawing/2014/main" id="{5991C45A-B361-4DD2-8564-24665CDE0BDD}"/>
              </a:ext>
            </a:extLst>
          </p:cNvPr>
          <p:cNvSpPr>
            <a:spLocks noGrp="1"/>
          </p:cNvSpPr>
          <p:nvPr/>
        </p:nvSpPr>
        <p:spPr>
          <a:xfrm>
            <a:off x="896874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5" name="action-self-tile-13">
            <a:extLst>
              <a:ext uri="{FF2B5EF4-FFF2-40B4-BE49-F238E27FC236}">
                <a16:creationId xmlns:a16="http://schemas.microsoft.com/office/drawing/2014/main" id="{2A4AF089-D983-40B2-83EE-8BEE9976A4E9}"/>
              </a:ext>
            </a:extLst>
          </p:cNvPr>
          <p:cNvSpPr>
            <a:spLocks noGrp="1"/>
          </p:cNvSpPr>
          <p:nvPr/>
        </p:nvSpPr>
        <p:spPr>
          <a:xfrm>
            <a:off x="918972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6" name="action-self-tile-20">
            <a:extLst>
              <a:ext uri="{FF2B5EF4-FFF2-40B4-BE49-F238E27FC236}">
                <a16:creationId xmlns:a16="http://schemas.microsoft.com/office/drawing/2014/main" id="{DC09F703-BE94-47FB-8D7D-B136381331A7}"/>
              </a:ext>
            </a:extLst>
          </p:cNvPr>
          <p:cNvSpPr>
            <a:spLocks noGrp="1"/>
          </p:cNvSpPr>
          <p:nvPr/>
        </p:nvSpPr>
        <p:spPr>
          <a:xfrm>
            <a:off x="852678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17" name="action-self-tile-21">
            <a:extLst>
              <a:ext uri="{FF2B5EF4-FFF2-40B4-BE49-F238E27FC236}">
                <a16:creationId xmlns:a16="http://schemas.microsoft.com/office/drawing/2014/main" id="{096994C7-21D9-4FDF-BB6A-A1F70E89CDD7}"/>
              </a:ext>
            </a:extLst>
          </p:cNvPr>
          <p:cNvSpPr>
            <a:spLocks noGrp="1"/>
          </p:cNvSpPr>
          <p:nvPr/>
        </p:nvSpPr>
        <p:spPr>
          <a:xfrm>
            <a:off x="874776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18" name="action-self-tile-22">
            <a:extLst>
              <a:ext uri="{FF2B5EF4-FFF2-40B4-BE49-F238E27FC236}">
                <a16:creationId xmlns:a16="http://schemas.microsoft.com/office/drawing/2014/main" id="{FFCFFDA7-BAE5-4673-9D3F-B0F18537EBA1}"/>
              </a:ext>
            </a:extLst>
          </p:cNvPr>
          <p:cNvSpPr>
            <a:spLocks noGrp="1"/>
          </p:cNvSpPr>
          <p:nvPr/>
        </p:nvSpPr>
        <p:spPr>
          <a:xfrm>
            <a:off x="8968740" y="4118610"/>
            <a:ext cx="175260" cy="76200"/>
          </a:xfrm>
          <a:prstGeom prst="roundRect">
            <a:avLst>
              <a:gd name="adj" fmla="val 10000"/>
            </a:avLst>
          </a:prstGeom>
          <a:solidFill>
            <a:srgbClr val="8FA99F"/>
          </a:solidFill>
          <a:ln w="0">
            <a:noFill/>
          </a:ln>
        </p:spPr>
        <p:txBody>
          <a:bodyPr/>
          <a:lstStyle/>
          <a:p>
            <a:endParaRPr lang="zh-CN" altLang="en-US" sz="2000"/>
          </a:p>
        </p:txBody>
      </p:sp>
      <p:sp>
        <p:nvSpPr>
          <p:cNvPr id="319" name="action-self-tile-23">
            <a:extLst>
              <a:ext uri="{FF2B5EF4-FFF2-40B4-BE49-F238E27FC236}">
                <a16:creationId xmlns:a16="http://schemas.microsoft.com/office/drawing/2014/main" id="{8382963D-640A-4C1C-AFB4-37E6A2E13C59}"/>
              </a:ext>
            </a:extLst>
          </p:cNvPr>
          <p:cNvSpPr>
            <a:spLocks noGrp="1"/>
          </p:cNvSpPr>
          <p:nvPr/>
        </p:nvSpPr>
        <p:spPr>
          <a:xfrm>
            <a:off x="918972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20" name="action-self-read-label">
            <a:extLst>
              <a:ext uri="{FF2B5EF4-FFF2-40B4-BE49-F238E27FC236}">
                <a16:creationId xmlns:a16="http://schemas.microsoft.com/office/drawing/2014/main" id="{72953009-D9F3-482E-A4E0-14743328A243}"/>
              </a:ext>
            </a:extLst>
          </p:cNvPr>
          <p:cNvSpPr>
            <a:spLocks noGrp="1"/>
          </p:cNvSpPr>
          <p:nvPr/>
        </p:nvSpPr>
        <p:spPr>
          <a:xfrm>
            <a:off x="8473440" y="4324350"/>
            <a:ext cx="982980" cy="26670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 context</a:t>
            </a:r>
          </a:p>
        </p:txBody>
      </p:sp>
      <p:pic>
        <p:nvPicPr>
          <p:cNvPr id="796" name="图形 795"/>
          <p:cNvPicPr>
            <a:picLocks noChangeAspect="1"/>
          </p:cNvPicPr>
          <p:nvPr/>
        </p:nvPicPr>
        <p:blipFill>
          <a:blip r:embed="rId43">
            <a:extLst>
              <a:ext uri="{96DAC541-7B7A-43D3-8B79-37D633B846F1}">
                <asvg:svgBlip xmlns:asvg="http://schemas.microsoft.com/office/drawing/2016/SVG/main" r:embed="rId44"/>
              </a:ext>
            </a:extLst>
          </a:blip>
          <a:stretch/>
        </p:blipFill>
        <p:spPr>
          <a:xfrm>
            <a:off x="7522683" y="3535966"/>
            <a:ext cx="636594" cy="167069"/>
          </a:xfrm>
          <a:prstGeom prst="rect">
            <a:avLst/>
          </a:prstGeom>
        </p:spPr>
      </p:pic>
      <p:pic>
        <p:nvPicPr>
          <p:cNvPr id="797" name="图形 796"/>
          <p:cNvPicPr>
            <a:picLocks noChangeAspect="1"/>
          </p:cNvPicPr>
          <p:nvPr/>
        </p:nvPicPr>
        <p:blipFill>
          <a:blip r:embed="rId45">
            <a:extLst>
              <a:ext uri="{96DAC541-7B7A-43D3-8B79-37D633B846F1}">
                <asvg:svgBlip xmlns:asvg="http://schemas.microsoft.com/office/drawing/2016/SVG/main" r:embed="rId46"/>
              </a:ext>
            </a:extLst>
          </a:blip>
          <a:stretch/>
        </p:blipFill>
        <p:spPr>
          <a:xfrm>
            <a:off x="8676532" y="3535966"/>
            <a:ext cx="576796" cy="167069"/>
          </a:xfrm>
          <a:prstGeom prst="rect">
            <a:avLst/>
          </a:prstGeom>
        </p:spPr>
      </p:pic>
      <p:sp>
        <p:nvSpPr>
          <p:cNvPr id="323" name="head-geometry">
            <a:extLst>
              <a:ext uri="{FF2B5EF4-FFF2-40B4-BE49-F238E27FC236}">
                <a16:creationId xmlns:a16="http://schemas.microsoft.com/office/drawing/2014/main" id="{671F9FA1-67B0-4673-8F8C-EB3937954393}"/>
              </a:ext>
            </a:extLst>
          </p:cNvPr>
          <p:cNvSpPr>
            <a:spLocks noGrp="1"/>
          </p:cNvSpPr>
          <p:nvPr/>
        </p:nvSpPr>
        <p:spPr>
          <a:xfrm>
            <a:off x="7536180" y="4727936"/>
            <a:ext cx="19431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endParaRPr sz="1600" i="0" dirty="0">
              <a:solidFill>
                <a:srgbClr val="4D0D05"/>
              </a:solidFill>
              <a:latin typeface="Toppan Bunkyu Mincho Regular"/>
              <a:ea typeface="Toppan Bunkyu Mincho Regular"/>
              <a:cs typeface="Toppan Bunkyu Mincho Regular"/>
            </a:endParaRPr>
          </a:p>
        </p:txBody>
      </p:sp>
      <p:sp>
        <p:nvSpPr>
          <p:cNvPr id="324" name="video-residual-top">
            <a:extLst>
              <a:ext uri="{FF2B5EF4-FFF2-40B4-BE49-F238E27FC236}">
                <a16:creationId xmlns:a16="http://schemas.microsoft.com/office/drawing/2014/main" id="{3F401436-ADF9-45DA-845D-492CABDC0871}"/>
              </a:ext>
            </a:extLst>
          </p:cNvPr>
          <p:cNvSpPr>
            <a:spLocks noGrp="1"/>
          </p:cNvSpPr>
          <p:nvPr/>
        </p:nvSpPr>
        <p:spPr>
          <a:xfrm>
            <a:off x="9921240" y="2503170"/>
            <a:ext cx="944880" cy="60960"/>
          </a:xfrm>
          <a:custGeom>
            <a:avLst/>
            <a:gdLst/>
            <a:ahLst/>
            <a:cxnLst/>
            <a:rect l="0" t="0" r="0" b="0"/>
            <a:pathLst>
              <a:path w="1181100" h="76200">
                <a:moveTo>
                  <a:pt x="0" y="76200"/>
                </a:moveTo>
                <a:lnTo>
                  <a:pt x="76200" y="0"/>
                </a:lnTo>
                <a:lnTo>
                  <a:pt x="1181100" y="0"/>
                </a:lnTo>
                <a:lnTo>
                  <a:pt x="1104900" y="76200"/>
                </a:lnTo>
                <a:close/>
              </a:path>
            </a:pathLst>
          </a:custGeom>
          <a:solidFill>
            <a:srgbClr val="F9FAFD"/>
          </a:solidFill>
          <a:ln w="11430">
            <a:solidFill>
              <a:srgbClr val="63788A"/>
            </a:solidFill>
          </a:ln>
        </p:spPr>
        <p:txBody>
          <a:bodyPr/>
          <a:lstStyle/>
          <a:p>
            <a:endParaRPr lang="zh-CN" altLang="en-US" sz="2000"/>
          </a:p>
        </p:txBody>
      </p:sp>
      <p:sp>
        <p:nvSpPr>
          <p:cNvPr id="325" name="video-residual-side">
            <a:extLst>
              <a:ext uri="{FF2B5EF4-FFF2-40B4-BE49-F238E27FC236}">
                <a16:creationId xmlns:a16="http://schemas.microsoft.com/office/drawing/2014/main" id="{C165F36E-BC6C-458C-97B4-24D3F4A62828}"/>
              </a:ext>
            </a:extLst>
          </p:cNvPr>
          <p:cNvSpPr>
            <a:spLocks noGrp="1"/>
          </p:cNvSpPr>
          <p:nvPr/>
        </p:nvSpPr>
        <p:spPr>
          <a:xfrm>
            <a:off x="10805160" y="2503170"/>
            <a:ext cx="60960" cy="944880"/>
          </a:xfrm>
          <a:custGeom>
            <a:avLst/>
            <a:gdLst/>
            <a:ahLst/>
            <a:cxnLst/>
            <a:rect l="0" t="0" r="0" b="0"/>
            <a:pathLst>
              <a:path w="76200" h="1181100">
                <a:moveTo>
                  <a:pt x="0" y="76200"/>
                </a:moveTo>
                <a:lnTo>
                  <a:pt x="76200" y="0"/>
                </a:lnTo>
                <a:lnTo>
                  <a:pt x="76200" y="1104900"/>
                </a:lnTo>
                <a:lnTo>
                  <a:pt x="0" y="1181100"/>
                </a:lnTo>
                <a:close/>
              </a:path>
            </a:pathLst>
          </a:custGeom>
          <a:solidFill>
            <a:srgbClr val="BDCDD9"/>
          </a:solidFill>
          <a:ln w="11430">
            <a:solidFill>
              <a:srgbClr val="63788A"/>
            </a:solidFill>
          </a:ln>
        </p:spPr>
        <p:txBody>
          <a:bodyPr/>
          <a:lstStyle/>
          <a:p>
            <a:endParaRPr lang="zh-CN" altLang="en-US" sz="2000"/>
          </a:p>
        </p:txBody>
      </p:sp>
      <p:sp>
        <p:nvSpPr>
          <p:cNvPr id="326" name="video-residual-front">
            <a:extLst>
              <a:ext uri="{FF2B5EF4-FFF2-40B4-BE49-F238E27FC236}">
                <a16:creationId xmlns:a16="http://schemas.microsoft.com/office/drawing/2014/main" id="{3F8A0A96-B073-44B4-8685-5A426C662762}"/>
              </a:ext>
            </a:extLst>
          </p:cNvPr>
          <p:cNvSpPr>
            <a:spLocks noGrp="1"/>
          </p:cNvSpPr>
          <p:nvPr/>
        </p:nvSpPr>
        <p:spPr>
          <a:xfrm>
            <a:off x="9921240" y="2564130"/>
            <a:ext cx="883920" cy="883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27" name="video-residuallanguage0">
            <a:extLst>
              <a:ext uri="{FF2B5EF4-FFF2-40B4-BE49-F238E27FC236}">
                <a16:creationId xmlns:a16="http://schemas.microsoft.com/office/drawing/2014/main" id="{9AB3A407-A803-4478-A71B-6482C53C7B1E}"/>
              </a:ext>
            </a:extLst>
          </p:cNvPr>
          <p:cNvSpPr>
            <a:spLocks noGrp="1"/>
          </p:cNvSpPr>
          <p:nvPr/>
        </p:nvSpPr>
        <p:spPr>
          <a:xfrm>
            <a:off x="1005840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28" name="video-residuallanguageglyph0">
            <a:extLst>
              <a:ext uri="{FF2B5EF4-FFF2-40B4-BE49-F238E27FC236}">
                <a16:creationId xmlns:a16="http://schemas.microsoft.com/office/drawing/2014/main" id="{7800272B-764E-4866-99DA-FC0611D415FD}"/>
              </a:ext>
            </a:extLst>
          </p:cNvPr>
          <p:cNvSpPr>
            <a:spLocks noGrp="1"/>
          </p:cNvSpPr>
          <p:nvPr/>
        </p:nvSpPr>
        <p:spPr>
          <a:xfrm>
            <a:off x="10081260" y="2670810"/>
            <a:ext cx="53340" cy="0"/>
          </a:xfrm>
          <a:prstGeom prst="line">
            <a:avLst/>
          </a:prstGeom>
          <a:noFill/>
          <a:ln w="5334">
            <a:solidFill>
              <a:srgbClr val="9AA1A1"/>
            </a:solidFill>
          </a:ln>
        </p:spPr>
        <p:txBody>
          <a:bodyPr/>
          <a:lstStyle/>
          <a:p>
            <a:endParaRPr lang="zh-CN" altLang="en-US" sz="2000"/>
          </a:p>
        </p:txBody>
      </p:sp>
      <p:sp>
        <p:nvSpPr>
          <p:cNvPr id="329" name="video-residuallanguage1">
            <a:extLst>
              <a:ext uri="{FF2B5EF4-FFF2-40B4-BE49-F238E27FC236}">
                <a16:creationId xmlns:a16="http://schemas.microsoft.com/office/drawing/2014/main" id="{A7866027-7FAD-492A-887F-BF7C4D82C461}"/>
              </a:ext>
            </a:extLst>
          </p:cNvPr>
          <p:cNvSpPr>
            <a:spLocks noGrp="1"/>
          </p:cNvSpPr>
          <p:nvPr/>
        </p:nvSpPr>
        <p:spPr>
          <a:xfrm>
            <a:off x="1018794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0" name="video-residuallanguageglyph1">
            <a:extLst>
              <a:ext uri="{FF2B5EF4-FFF2-40B4-BE49-F238E27FC236}">
                <a16:creationId xmlns:a16="http://schemas.microsoft.com/office/drawing/2014/main" id="{4AA34F87-028C-4D30-A836-0D4790B93D05}"/>
              </a:ext>
            </a:extLst>
          </p:cNvPr>
          <p:cNvSpPr>
            <a:spLocks noGrp="1"/>
          </p:cNvSpPr>
          <p:nvPr/>
        </p:nvSpPr>
        <p:spPr>
          <a:xfrm>
            <a:off x="10210800" y="2670810"/>
            <a:ext cx="53340" cy="0"/>
          </a:xfrm>
          <a:prstGeom prst="line">
            <a:avLst/>
          </a:prstGeom>
          <a:noFill/>
          <a:ln w="5334">
            <a:solidFill>
              <a:srgbClr val="9AA1A1"/>
            </a:solidFill>
          </a:ln>
        </p:spPr>
        <p:txBody>
          <a:bodyPr/>
          <a:lstStyle/>
          <a:p>
            <a:endParaRPr lang="zh-CN" altLang="en-US" sz="2000"/>
          </a:p>
        </p:txBody>
      </p:sp>
      <p:sp>
        <p:nvSpPr>
          <p:cNvPr id="331" name="video-residuallanguage2">
            <a:extLst>
              <a:ext uri="{FF2B5EF4-FFF2-40B4-BE49-F238E27FC236}">
                <a16:creationId xmlns:a16="http://schemas.microsoft.com/office/drawing/2014/main" id="{B29A65CF-D70D-4DCF-80E7-0C27A8041A16}"/>
              </a:ext>
            </a:extLst>
          </p:cNvPr>
          <p:cNvSpPr>
            <a:spLocks noGrp="1"/>
          </p:cNvSpPr>
          <p:nvPr/>
        </p:nvSpPr>
        <p:spPr>
          <a:xfrm>
            <a:off x="1031748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2" name="video-residuallanguageglyph2">
            <a:extLst>
              <a:ext uri="{FF2B5EF4-FFF2-40B4-BE49-F238E27FC236}">
                <a16:creationId xmlns:a16="http://schemas.microsoft.com/office/drawing/2014/main" id="{11AC6D13-EF8F-4CCE-8B03-0CA026B3FA75}"/>
              </a:ext>
            </a:extLst>
          </p:cNvPr>
          <p:cNvSpPr>
            <a:spLocks noGrp="1"/>
          </p:cNvSpPr>
          <p:nvPr/>
        </p:nvSpPr>
        <p:spPr>
          <a:xfrm>
            <a:off x="10340340" y="2670810"/>
            <a:ext cx="53340" cy="0"/>
          </a:xfrm>
          <a:prstGeom prst="line">
            <a:avLst/>
          </a:prstGeom>
          <a:noFill/>
          <a:ln w="5334">
            <a:solidFill>
              <a:srgbClr val="9AA1A1"/>
            </a:solidFill>
          </a:ln>
        </p:spPr>
        <p:txBody>
          <a:bodyPr/>
          <a:lstStyle/>
          <a:p>
            <a:endParaRPr lang="zh-CN" altLang="en-US" sz="2000"/>
          </a:p>
        </p:txBody>
      </p:sp>
      <p:sp>
        <p:nvSpPr>
          <p:cNvPr id="333" name="video-residuallanguage3">
            <a:extLst>
              <a:ext uri="{FF2B5EF4-FFF2-40B4-BE49-F238E27FC236}">
                <a16:creationId xmlns:a16="http://schemas.microsoft.com/office/drawing/2014/main" id="{EBDEDB88-8660-4B7A-8F52-C8FC1C549CD2}"/>
              </a:ext>
            </a:extLst>
          </p:cNvPr>
          <p:cNvSpPr>
            <a:spLocks noGrp="1"/>
          </p:cNvSpPr>
          <p:nvPr/>
        </p:nvSpPr>
        <p:spPr>
          <a:xfrm>
            <a:off x="1044702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4" name="video-residuallanguageglyph3">
            <a:extLst>
              <a:ext uri="{FF2B5EF4-FFF2-40B4-BE49-F238E27FC236}">
                <a16:creationId xmlns:a16="http://schemas.microsoft.com/office/drawing/2014/main" id="{B29EF882-7939-4DEC-A225-AD60C15F28DB}"/>
              </a:ext>
            </a:extLst>
          </p:cNvPr>
          <p:cNvSpPr>
            <a:spLocks noGrp="1"/>
          </p:cNvSpPr>
          <p:nvPr/>
        </p:nvSpPr>
        <p:spPr>
          <a:xfrm>
            <a:off x="10469880" y="2670810"/>
            <a:ext cx="53340" cy="0"/>
          </a:xfrm>
          <a:prstGeom prst="line">
            <a:avLst/>
          </a:prstGeom>
          <a:noFill/>
          <a:ln w="5334">
            <a:solidFill>
              <a:srgbClr val="9AA1A1"/>
            </a:solidFill>
          </a:ln>
        </p:spPr>
        <p:txBody>
          <a:bodyPr/>
          <a:lstStyle/>
          <a:p>
            <a:endParaRPr lang="zh-CN" altLang="en-US" sz="2000"/>
          </a:p>
        </p:txBody>
      </p:sp>
      <p:pic>
        <p:nvPicPr>
          <p:cNvPr id="810" name="图形 809"/>
          <p:cNvPicPr>
            <a:picLocks noChangeAspect="1"/>
          </p:cNvPicPr>
          <p:nvPr/>
        </p:nvPicPr>
        <p:blipFill>
          <a:blip r:embed="rId47">
            <a:extLst>
              <a:ext uri="{96DAC541-7B7A-43D3-8B79-37D633B846F1}">
                <asvg:svgBlip xmlns:asvg="http://schemas.microsoft.com/office/drawing/2016/SVG/main" r:embed="rId48"/>
              </a:ext>
            </a:extLst>
          </a:blip>
          <a:stretch/>
        </p:blipFill>
        <p:spPr>
          <a:xfrm>
            <a:off x="10639402" y="2624900"/>
            <a:ext cx="57196" cy="99441"/>
          </a:xfrm>
          <a:prstGeom prst="rect">
            <a:avLst/>
          </a:prstGeom>
        </p:spPr>
      </p:pic>
      <p:sp>
        <p:nvSpPr>
          <p:cNvPr id="336" name="video-residual-text">
            <a:extLst>
              <a:ext uri="{FF2B5EF4-FFF2-40B4-BE49-F238E27FC236}">
                <a16:creationId xmlns:a16="http://schemas.microsoft.com/office/drawing/2014/main" id="{BE907F20-AE59-44EF-9D4F-A266030C35D8}"/>
              </a:ext>
            </a:extLst>
          </p:cNvPr>
          <p:cNvSpPr>
            <a:spLocks noGrp="1"/>
          </p:cNvSpPr>
          <p:nvPr/>
        </p:nvSpPr>
        <p:spPr>
          <a:xfrm>
            <a:off x="9944100" y="2769870"/>
            <a:ext cx="838200" cy="6553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Residual</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Text Attn</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FFN</a:t>
            </a:r>
          </a:p>
        </p:txBody>
      </p:sp>
      <p:sp>
        <p:nvSpPr>
          <p:cNvPr id="337" name="action-residual-top">
            <a:extLst>
              <a:ext uri="{FF2B5EF4-FFF2-40B4-BE49-F238E27FC236}">
                <a16:creationId xmlns:a16="http://schemas.microsoft.com/office/drawing/2014/main" id="{BAD13EE6-90A0-4D26-95F2-DEC952805252}"/>
              </a:ext>
            </a:extLst>
          </p:cNvPr>
          <p:cNvSpPr>
            <a:spLocks noGrp="1"/>
          </p:cNvSpPr>
          <p:nvPr/>
        </p:nvSpPr>
        <p:spPr>
          <a:xfrm>
            <a:off x="9921240" y="3722370"/>
            <a:ext cx="944880" cy="60960"/>
          </a:xfrm>
          <a:custGeom>
            <a:avLst/>
            <a:gdLst/>
            <a:ahLst/>
            <a:cxnLst/>
            <a:rect l="0" t="0" r="0" b="0"/>
            <a:pathLst>
              <a:path w="1181100" h="76200">
                <a:moveTo>
                  <a:pt x="0" y="76200"/>
                </a:moveTo>
                <a:lnTo>
                  <a:pt x="76200" y="0"/>
                </a:lnTo>
                <a:lnTo>
                  <a:pt x="1181100" y="0"/>
                </a:lnTo>
                <a:lnTo>
                  <a:pt x="1104900" y="76200"/>
                </a:lnTo>
                <a:close/>
              </a:path>
            </a:pathLst>
          </a:custGeom>
          <a:solidFill>
            <a:srgbClr val="F9FAFD"/>
          </a:solidFill>
          <a:ln w="11430">
            <a:solidFill>
              <a:srgbClr val="63788A"/>
            </a:solidFill>
          </a:ln>
        </p:spPr>
        <p:txBody>
          <a:bodyPr/>
          <a:lstStyle/>
          <a:p>
            <a:endParaRPr lang="zh-CN" altLang="en-US" sz="2000"/>
          </a:p>
        </p:txBody>
      </p:sp>
      <p:sp>
        <p:nvSpPr>
          <p:cNvPr id="338" name="action-residual-side">
            <a:extLst>
              <a:ext uri="{FF2B5EF4-FFF2-40B4-BE49-F238E27FC236}">
                <a16:creationId xmlns:a16="http://schemas.microsoft.com/office/drawing/2014/main" id="{09C5666C-6B30-47CA-A3BD-D74AFD6238E2}"/>
              </a:ext>
            </a:extLst>
          </p:cNvPr>
          <p:cNvSpPr>
            <a:spLocks noGrp="1"/>
          </p:cNvSpPr>
          <p:nvPr/>
        </p:nvSpPr>
        <p:spPr>
          <a:xfrm>
            <a:off x="10805160" y="3722370"/>
            <a:ext cx="60960" cy="944880"/>
          </a:xfrm>
          <a:custGeom>
            <a:avLst/>
            <a:gdLst/>
            <a:ahLst/>
            <a:cxnLst/>
            <a:rect l="0" t="0" r="0" b="0"/>
            <a:pathLst>
              <a:path w="76200" h="1181100">
                <a:moveTo>
                  <a:pt x="0" y="76200"/>
                </a:moveTo>
                <a:lnTo>
                  <a:pt x="76200" y="0"/>
                </a:lnTo>
                <a:lnTo>
                  <a:pt x="76200" y="1104900"/>
                </a:lnTo>
                <a:lnTo>
                  <a:pt x="0" y="1181100"/>
                </a:lnTo>
                <a:close/>
              </a:path>
            </a:pathLst>
          </a:custGeom>
          <a:solidFill>
            <a:srgbClr val="BDCDD9"/>
          </a:solidFill>
          <a:ln w="11430">
            <a:solidFill>
              <a:srgbClr val="63788A"/>
            </a:solidFill>
          </a:ln>
        </p:spPr>
        <p:txBody>
          <a:bodyPr/>
          <a:lstStyle/>
          <a:p>
            <a:endParaRPr lang="zh-CN" altLang="en-US" sz="2000"/>
          </a:p>
        </p:txBody>
      </p:sp>
      <p:sp>
        <p:nvSpPr>
          <p:cNvPr id="339" name="action-residual-front">
            <a:extLst>
              <a:ext uri="{FF2B5EF4-FFF2-40B4-BE49-F238E27FC236}">
                <a16:creationId xmlns:a16="http://schemas.microsoft.com/office/drawing/2014/main" id="{DA6400AE-DEB7-44AC-91D1-71C886F07841}"/>
              </a:ext>
            </a:extLst>
          </p:cNvPr>
          <p:cNvSpPr>
            <a:spLocks noGrp="1"/>
          </p:cNvSpPr>
          <p:nvPr/>
        </p:nvSpPr>
        <p:spPr>
          <a:xfrm>
            <a:off x="9921240" y="3783330"/>
            <a:ext cx="883920" cy="883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40" name="action-residuallanguage0">
            <a:extLst>
              <a:ext uri="{FF2B5EF4-FFF2-40B4-BE49-F238E27FC236}">
                <a16:creationId xmlns:a16="http://schemas.microsoft.com/office/drawing/2014/main" id="{5EF217CF-1F7E-44E4-A972-9306ECD88A1E}"/>
              </a:ext>
            </a:extLst>
          </p:cNvPr>
          <p:cNvSpPr>
            <a:spLocks noGrp="1"/>
          </p:cNvSpPr>
          <p:nvPr/>
        </p:nvSpPr>
        <p:spPr>
          <a:xfrm>
            <a:off x="1005840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1" name="action-residuallanguageglyph0">
            <a:extLst>
              <a:ext uri="{FF2B5EF4-FFF2-40B4-BE49-F238E27FC236}">
                <a16:creationId xmlns:a16="http://schemas.microsoft.com/office/drawing/2014/main" id="{1A289141-AA7F-4F5D-8E51-1E982B0FA652}"/>
              </a:ext>
            </a:extLst>
          </p:cNvPr>
          <p:cNvSpPr>
            <a:spLocks noGrp="1"/>
          </p:cNvSpPr>
          <p:nvPr/>
        </p:nvSpPr>
        <p:spPr>
          <a:xfrm>
            <a:off x="10081260" y="3890010"/>
            <a:ext cx="53340" cy="0"/>
          </a:xfrm>
          <a:prstGeom prst="line">
            <a:avLst/>
          </a:prstGeom>
          <a:noFill/>
          <a:ln w="5334">
            <a:solidFill>
              <a:srgbClr val="9AA1A1"/>
            </a:solidFill>
          </a:ln>
        </p:spPr>
        <p:txBody>
          <a:bodyPr/>
          <a:lstStyle/>
          <a:p>
            <a:endParaRPr lang="zh-CN" altLang="en-US" sz="2000"/>
          </a:p>
        </p:txBody>
      </p:sp>
      <p:sp>
        <p:nvSpPr>
          <p:cNvPr id="342" name="action-residuallanguage1">
            <a:extLst>
              <a:ext uri="{FF2B5EF4-FFF2-40B4-BE49-F238E27FC236}">
                <a16:creationId xmlns:a16="http://schemas.microsoft.com/office/drawing/2014/main" id="{DDA177B1-E98C-4962-9F7E-8B3DAC2CDA9B}"/>
              </a:ext>
            </a:extLst>
          </p:cNvPr>
          <p:cNvSpPr>
            <a:spLocks noGrp="1"/>
          </p:cNvSpPr>
          <p:nvPr/>
        </p:nvSpPr>
        <p:spPr>
          <a:xfrm>
            <a:off x="1018794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3" name="action-residuallanguageglyph1">
            <a:extLst>
              <a:ext uri="{FF2B5EF4-FFF2-40B4-BE49-F238E27FC236}">
                <a16:creationId xmlns:a16="http://schemas.microsoft.com/office/drawing/2014/main" id="{C0DE5AD7-7F97-4096-A040-39DD6F999417}"/>
              </a:ext>
            </a:extLst>
          </p:cNvPr>
          <p:cNvSpPr>
            <a:spLocks noGrp="1"/>
          </p:cNvSpPr>
          <p:nvPr/>
        </p:nvSpPr>
        <p:spPr>
          <a:xfrm>
            <a:off x="10210800" y="3890010"/>
            <a:ext cx="53340" cy="0"/>
          </a:xfrm>
          <a:prstGeom prst="line">
            <a:avLst/>
          </a:prstGeom>
          <a:noFill/>
          <a:ln w="5334">
            <a:solidFill>
              <a:srgbClr val="9AA1A1"/>
            </a:solidFill>
          </a:ln>
        </p:spPr>
        <p:txBody>
          <a:bodyPr/>
          <a:lstStyle/>
          <a:p>
            <a:endParaRPr lang="zh-CN" altLang="en-US" sz="2000"/>
          </a:p>
        </p:txBody>
      </p:sp>
      <p:sp>
        <p:nvSpPr>
          <p:cNvPr id="344" name="action-residuallanguage2">
            <a:extLst>
              <a:ext uri="{FF2B5EF4-FFF2-40B4-BE49-F238E27FC236}">
                <a16:creationId xmlns:a16="http://schemas.microsoft.com/office/drawing/2014/main" id="{B2DD0F8A-6CE0-4C0B-83FD-682DC4B86DE4}"/>
              </a:ext>
            </a:extLst>
          </p:cNvPr>
          <p:cNvSpPr>
            <a:spLocks noGrp="1"/>
          </p:cNvSpPr>
          <p:nvPr/>
        </p:nvSpPr>
        <p:spPr>
          <a:xfrm>
            <a:off x="1031748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5" name="action-residuallanguageglyph2">
            <a:extLst>
              <a:ext uri="{FF2B5EF4-FFF2-40B4-BE49-F238E27FC236}">
                <a16:creationId xmlns:a16="http://schemas.microsoft.com/office/drawing/2014/main" id="{1AE51CFD-824D-477E-BFBD-7F64843FCDD5}"/>
              </a:ext>
            </a:extLst>
          </p:cNvPr>
          <p:cNvSpPr>
            <a:spLocks noGrp="1"/>
          </p:cNvSpPr>
          <p:nvPr/>
        </p:nvSpPr>
        <p:spPr>
          <a:xfrm>
            <a:off x="10340340" y="3890010"/>
            <a:ext cx="53340" cy="0"/>
          </a:xfrm>
          <a:prstGeom prst="line">
            <a:avLst/>
          </a:prstGeom>
          <a:noFill/>
          <a:ln w="5334">
            <a:solidFill>
              <a:srgbClr val="9AA1A1"/>
            </a:solidFill>
          </a:ln>
        </p:spPr>
        <p:txBody>
          <a:bodyPr/>
          <a:lstStyle/>
          <a:p>
            <a:endParaRPr lang="zh-CN" altLang="en-US" sz="2000"/>
          </a:p>
        </p:txBody>
      </p:sp>
      <p:sp>
        <p:nvSpPr>
          <p:cNvPr id="346" name="action-residuallanguage3">
            <a:extLst>
              <a:ext uri="{FF2B5EF4-FFF2-40B4-BE49-F238E27FC236}">
                <a16:creationId xmlns:a16="http://schemas.microsoft.com/office/drawing/2014/main" id="{EAD78BC9-B530-4B9C-A25C-0F2BFB2764E0}"/>
              </a:ext>
            </a:extLst>
          </p:cNvPr>
          <p:cNvSpPr>
            <a:spLocks noGrp="1"/>
          </p:cNvSpPr>
          <p:nvPr/>
        </p:nvSpPr>
        <p:spPr>
          <a:xfrm>
            <a:off x="1044702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7" name="action-residuallanguageglyph3">
            <a:extLst>
              <a:ext uri="{FF2B5EF4-FFF2-40B4-BE49-F238E27FC236}">
                <a16:creationId xmlns:a16="http://schemas.microsoft.com/office/drawing/2014/main" id="{A465BDA0-1915-4D6C-89F7-03136BEEA6D5}"/>
              </a:ext>
            </a:extLst>
          </p:cNvPr>
          <p:cNvSpPr>
            <a:spLocks noGrp="1"/>
          </p:cNvSpPr>
          <p:nvPr/>
        </p:nvSpPr>
        <p:spPr>
          <a:xfrm>
            <a:off x="10469880" y="3890010"/>
            <a:ext cx="53340" cy="0"/>
          </a:xfrm>
          <a:prstGeom prst="line">
            <a:avLst/>
          </a:prstGeom>
          <a:noFill/>
          <a:ln w="5334">
            <a:solidFill>
              <a:srgbClr val="9AA1A1"/>
            </a:solidFill>
          </a:ln>
        </p:spPr>
        <p:txBody>
          <a:bodyPr/>
          <a:lstStyle/>
          <a:p>
            <a:endParaRPr lang="zh-CN" altLang="en-US" sz="2000"/>
          </a:p>
        </p:txBody>
      </p:sp>
      <p:pic>
        <p:nvPicPr>
          <p:cNvPr id="823" name="图形 822"/>
          <p:cNvPicPr>
            <a:picLocks noChangeAspect="1"/>
          </p:cNvPicPr>
          <p:nvPr/>
        </p:nvPicPr>
        <p:blipFill>
          <a:blip r:embed="rId47">
            <a:extLst>
              <a:ext uri="{96DAC541-7B7A-43D3-8B79-37D633B846F1}">
                <asvg:svgBlip xmlns:asvg="http://schemas.microsoft.com/office/drawing/2016/SVG/main" r:embed="rId48"/>
              </a:ext>
            </a:extLst>
          </a:blip>
          <a:stretch/>
        </p:blipFill>
        <p:spPr>
          <a:xfrm>
            <a:off x="10639402" y="3844100"/>
            <a:ext cx="57196" cy="99441"/>
          </a:xfrm>
          <a:prstGeom prst="rect">
            <a:avLst/>
          </a:prstGeom>
        </p:spPr>
      </p:pic>
      <p:sp>
        <p:nvSpPr>
          <p:cNvPr id="349" name="action-residual-text">
            <a:extLst>
              <a:ext uri="{FF2B5EF4-FFF2-40B4-BE49-F238E27FC236}">
                <a16:creationId xmlns:a16="http://schemas.microsoft.com/office/drawing/2014/main" id="{C6568A6C-B178-489D-9BFE-FB1642E093B4}"/>
              </a:ext>
            </a:extLst>
          </p:cNvPr>
          <p:cNvSpPr>
            <a:spLocks noGrp="1"/>
          </p:cNvSpPr>
          <p:nvPr/>
        </p:nvSpPr>
        <p:spPr>
          <a:xfrm>
            <a:off x="9944100" y="3989070"/>
            <a:ext cx="838200" cy="6553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Residual</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Text Attn</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FFN</a:t>
            </a:r>
          </a:p>
        </p:txBody>
      </p:sp>
      <p:sp>
        <p:nvSpPr>
          <p:cNvPr id="350" name="Local block arrow 15">
            <a:extLst>
              <a:ext uri="{FF2B5EF4-FFF2-40B4-BE49-F238E27FC236}">
                <a16:creationId xmlns:a16="http://schemas.microsoft.com/office/drawing/2014/main" id="{7FF13F78-D64B-4B94-BA9E-D60B690F7C02}"/>
              </a:ext>
            </a:extLst>
          </p:cNvPr>
          <p:cNvSpPr>
            <a:spLocks noGrp="1"/>
          </p:cNvSpPr>
          <p:nvPr/>
        </p:nvSpPr>
        <p:spPr>
          <a:xfrm>
            <a:off x="9654540" y="2952750"/>
            <a:ext cx="2362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51" name="Local block arrow 16">
            <a:extLst>
              <a:ext uri="{FF2B5EF4-FFF2-40B4-BE49-F238E27FC236}">
                <a16:creationId xmlns:a16="http://schemas.microsoft.com/office/drawing/2014/main" id="{D98A4A8E-E212-475B-BDF3-BAC05BB42B50}"/>
              </a:ext>
            </a:extLst>
          </p:cNvPr>
          <p:cNvSpPr>
            <a:spLocks noGrp="1"/>
          </p:cNvSpPr>
          <p:nvPr/>
        </p:nvSpPr>
        <p:spPr>
          <a:xfrm>
            <a:off x="9654540" y="4171950"/>
            <a:ext cx="2362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53" name="Overall straight block arrow action-output">
            <a:extLst>
              <a:ext uri="{FF2B5EF4-FFF2-40B4-BE49-F238E27FC236}">
                <a16:creationId xmlns:a16="http://schemas.microsoft.com/office/drawing/2014/main" id="{695C1456-7C35-4C6B-93A3-A43C538959CF}"/>
              </a:ext>
            </a:extLst>
          </p:cNvPr>
          <p:cNvSpPr>
            <a:spLocks noGrp="1"/>
          </p:cNvSpPr>
          <p:nvPr/>
        </p:nvSpPr>
        <p:spPr>
          <a:xfrm>
            <a:off x="10896600" y="4126230"/>
            <a:ext cx="350520" cy="313568"/>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354" name="gradient-mechanism">
            <a:extLst>
              <a:ext uri="{FF2B5EF4-FFF2-40B4-BE49-F238E27FC236}">
                <a16:creationId xmlns:a16="http://schemas.microsoft.com/office/drawing/2014/main" id="{D176A448-DDA0-48FD-B114-6A9D2D38ED72}"/>
              </a:ext>
            </a:extLst>
          </p:cNvPr>
          <p:cNvSpPr>
            <a:spLocks noGrp="1"/>
          </p:cNvSpPr>
          <p:nvPr/>
        </p:nvSpPr>
        <p:spPr>
          <a:xfrm>
            <a:off x="4130040" y="4804410"/>
            <a:ext cx="2628900" cy="220980"/>
          </a:xfrm>
          <a:prstGeom prst="rect">
            <a:avLst/>
          </a:prstGeom>
          <a:noFill/>
          <a:ln w="0">
            <a:noFill/>
          </a:ln>
        </p:spPr>
        <p:txBody>
          <a:bodyPr wrap="none" lIns="0" tIns="0" rIns="0" bIns="0" anchor="ctr">
            <a:noAutofit/>
          </a:bodyPr>
          <a:lstStyle/>
          <a:p>
            <a:pPr algn="l">
              <a:defRPr sz="138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Reciprocal gradients</a:t>
            </a:r>
          </a:p>
        </p:txBody>
      </p:sp>
      <p:sp>
        <p:nvSpPr>
          <p:cNvPr id="355" name="gradient-band">
            <a:extLst>
              <a:ext uri="{FF2B5EF4-FFF2-40B4-BE49-F238E27FC236}">
                <a16:creationId xmlns:a16="http://schemas.microsoft.com/office/drawing/2014/main" id="{E1E11569-308A-4269-9B65-941FF1D1166F}"/>
              </a:ext>
            </a:extLst>
          </p:cNvPr>
          <p:cNvSpPr>
            <a:spLocks noGrp="1"/>
          </p:cNvSpPr>
          <p:nvPr/>
        </p:nvSpPr>
        <p:spPr>
          <a:xfrm>
            <a:off x="4091940" y="5078730"/>
            <a:ext cx="6705600" cy="594360"/>
          </a:xfrm>
          <a:prstGeom prst="roundRect">
            <a:avLst>
              <a:gd name="adj" fmla="val 5128"/>
            </a:avLst>
          </a:prstGeom>
          <a:solidFill>
            <a:srgbClr val="E6EDF0"/>
          </a:solidFill>
          <a:ln w="0">
            <a:noFill/>
          </a:ln>
        </p:spPr>
        <p:txBody>
          <a:bodyPr/>
          <a:lstStyle/>
          <a:p>
            <a:endParaRPr lang="zh-CN" altLang="en-US" sz="2000"/>
          </a:p>
        </p:txBody>
      </p:sp>
      <p:pic>
        <p:nvPicPr>
          <p:cNvPr id="831" name="图形 830"/>
          <p:cNvPicPr>
            <a:picLocks noChangeAspect="1"/>
          </p:cNvPicPr>
          <p:nvPr/>
        </p:nvPicPr>
        <p:blipFill>
          <a:blip r:embed="rId49">
            <a:extLst>
              <a:ext uri="{96DAC541-7B7A-43D3-8B79-37D633B846F1}">
                <asvg:svgBlip xmlns:asvg="http://schemas.microsoft.com/office/drawing/2016/SVG/main" r:embed="rId50"/>
              </a:ext>
            </a:extLst>
          </a:blip>
          <a:stretch/>
        </p:blipFill>
        <p:spPr>
          <a:xfrm>
            <a:off x="4567844" y="5146706"/>
            <a:ext cx="457892" cy="184087"/>
          </a:xfrm>
          <a:prstGeom prst="rect">
            <a:avLst/>
          </a:prstGeom>
        </p:spPr>
      </p:pic>
      <p:sp>
        <p:nvSpPr>
          <p:cNvPr id="357" name="Local block arrow 17">
            <a:extLst>
              <a:ext uri="{FF2B5EF4-FFF2-40B4-BE49-F238E27FC236}">
                <a16:creationId xmlns:a16="http://schemas.microsoft.com/office/drawing/2014/main" id="{16491A0E-5253-4452-A5CD-A0DA0C566853}"/>
              </a:ext>
            </a:extLst>
          </p:cNvPr>
          <p:cNvSpPr>
            <a:spLocks noGrp="1"/>
          </p:cNvSpPr>
          <p:nvPr/>
        </p:nvSpPr>
        <p:spPr>
          <a:xfrm>
            <a:off x="5448300" y="5185410"/>
            <a:ext cx="3886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33" name="图形 832"/>
          <p:cNvPicPr>
            <a:picLocks noChangeAspect="1"/>
          </p:cNvPicPr>
          <p:nvPr/>
        </p:nvPicPr>
        <p:blipFill>
          <a:blip r:embed="rId51">
            <a:extLst>
              <a:ext uri="{96DAC541-7B7A-43D3-8B79-37D633B846F1}">
                <asvg:svgBlip xmlns:asvg="http://schemas.microsoft.com/office/drawing/2016/SVG/main" r:embed="rId52"/>
              </a:ext>
            </a:extLst>
          </a:blip>
          <a:stretch/>
        </p:blipFill>
        <p:spPr>
          <a:xfrm>
            <a:off x="6297069" y="5148533"/>
            <a:ext cx="687521" cy="180434"/>
          </a:xfrm>
          <a:prstGeom prst="rect">
            <a:avLst/>
          </a:prstGeom>
        </p:spPr>
      </p:pic>
      <p:sp>
        <p:nvSpPr>
          <p:cNvPr id="359" name="Local block arrow 18">
            <a:extLst>
              <a:ext uri="{FF2B5EF4-FFF2-40B4-BE49-F238E27FC236}">
                <a16:creationId xmlns:a16="http://schemas.microsoft.com/office/drawing/2014/main" id="{0349AE7F-A2B6-4943-B9DA-DDD66885DA33}"/>
              </a:ext>
            </a:extLst>
          </p:cNvPr>
          <p:cNvSpPr>
            <a:spLocks noGrp="1"/>
          </p:cNvSpPr>
          <p:nvPr/>
        </p:nvSpPr>
        <p:spPr>
          <a:xfrm>
            <a:off x="7414260" y="5185410"/>
            <a:ext cx="3657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60" name="updated-parameters-w">
            <a:extLst>
              <a:ext uri="{FF2B5EF4-FFF2-40B4-BE49-F238E27FC236}">
                <a16:creationId xmlns:a16="http://schemas.microsoft.com/office/drawing/2014/main" id="{41960BD6-18A9-45FD-8D55-FDC341A6F3EF}"/>
              </a:ext>
            </a:extLst>
          </p:cNvPr>
          <p:cNvSpPr>
            <a:spLocks noGrp="1"/>
          </p:cNvSpPr>
          <p:nvPr/>
        </p:nvSpPr>
        <p:spPr>
          <a:xfrm>
            <a:off x="7863840" y="5139690"/>
            <a:ext cx="1638300" cy="205740"/>
          </a:xfrm>
          <a:prstGeom prst="rect">
            <a:avLst/>
          </a:prstGeom>
          <a:noFill/>
          <a:ln w="0">
            <a:noFill/>
          </a:ln>
        </p:spPr>
        <p:txBody>
          <a:bodyPr wrap="none" lIns="0" tIns="0" rIns="0" bIns="0" anchor="ctr">
            <a:noAutofit/>
          </a:bodyPr>
          <a:lstStyle/>
          <a:p>
            <a:pPr algn="ctr">
              <a:defRPr sz="1200" i="0">
                <a:solidFill>
                  <a:srgbClr val="4E718D"/>
                </a:solidFill>
                <a:latin typeface="Toppan Bunkyu Mincho Regular"/>
                <a:ea typeface="Toppan Bunkyu Mincho Regular"/>
                <a:cs typeface="Toppan Bunkyu Mincho Regular"/>
              </a:defRPr>
            </a:pPr>
            <a:r>
              <a:rPr sz="1400" i="0">
                <a:solidFill>
                  <a:srgbClr val="4E718D"/>
                </a:solidFill>
                <a:latin typeface="Toppan Bunkyu Mincho Regular"/>
                <a:ea typeface="Toppan Bunkyu Mincho Regular"/>
                <a:cs typeface="Toppan Bunkyu Mincho Regular"/>
              </a:rPr>
              <a:t>Video weights</a:t>
            </a:r>
          </a:p>
        </p:txBody>
      </p:sp>
      <p:pic>
        <p:nvPicPr>
          <p:cNvPr id="836" name="图形 835"/>
          <p:cNvPicPr>
            <a:picLocks noChangeAspect="1"/>
          </p:cNvPicPr>
          <p:nvPr/>
        </p:nvPicPr>
        <p:blipFill>
          <a:blip r:embed="rId53">
            <a:extLst>
              <a:ext uri="{96DAC541-7B7A-43D3-8B79-37D633B846F1}">
                <asvg:svgBlip xmlns:asvg="http://schemas.microsoft.com/office/drawing/2016/SVG/main" r:embed="rId54"/>
              </a:ext>
            </a:extLst>
          </a:blip>
          <a:stretch/>
        </p:blipFill>
        <p:spPr>
          <a:xfrm>
            <a:off x="9663351" y="5149994"/>
            <a:ext cx="218599" cy="177512"/>
          </a:xfrm>
          <a:prstGeom prst="rect">
            <a:avLst/>
          </a:prstGeom>
        </p:spPr>
      </p:pic>
      <p:sp>
        <p:nvSpPr>
          <p:cNvPr id="362" name="parameter-stack-w2">
            <a:extLst>
              <a:ext uri="{FF2B5EF4-FFF2-40B4-BE49-F238E27FC236}">
                <a16:creationId xmlns:a16="http://schemas.microsoft.com/office/drawing/2014/main" id="{A7C72F80-B45D-4F08-9C39-0973CD1E51F3}"/>
              </a:ext>
            </a:extLst>
          </p:cNvPr>
          <p:cNvSpPr>
            <a:spLocks noGrp="1"/>
          </p:cNvSpPr>
          <p:nvPr/>
        </p:nvSpPr>
        <p:spPr>
          <a:xfrm>
            <a:off x="10256520" y="511683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63" name="parameter-stack-w1">
            <a:extLst>
              <a:ext uri="{FF2B5EF4-FFF2-40B4-BE49-F238E27FC236}">
                <a16:creationId xmlns:a16="http://schemas.microsoft.com/office/drawing/2014/main" id="{2D8199B8-CFA1-4DBD-917A-8210B767F295}"/>
              </a:ext>
            </a:extLst>
          </p:cNvPr>
          <p:cNvSpPr>
            <a:spLocks noGrp="1"/>
          </p:cNvSpPr>
          <p:nvPr/>
        </p:nvSpPr>
        <p:spPr>
          <a:xfrm>
            <a:off x="10218420" y="514731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64" name="parameter-stack-w0">
            <a:extLst>
              <a:ext uri="{FF2B5EF4-FFF2-40B4-BE49-F238E27FC236}">
                <a16:creationId xmlns:a16="http://schemas.microsoft.com/office/drawing/2014/main" id="{A483B84A-FFB1-4596-AB93-38E1E9D5D924}"/>
              </a:ext>
            </a:extLst>
          </p:cNvPr>
          <p:cNvSpPr>
            <a:spLocks noGrp="1"/>
          </p:cNvSpPr>
          <p:nvPr/>
        </p:nvSpPr>
        <p:spPr>
          <a:xfrm>
            <a:off x="10180320" y="5177790"/>
            <a:ext cx="373380" cy="129540"/>
          </a:xfrm>
          <a:prstGeom prst="roundRect">
            <a:avLst>
              <a:gd name="adj" fmla="val 5882"/>
            </a:avLst>
          </a:prstGeom>
          <a:solidFill>
            <a:srgbClr val="A8BFD2"/>
          </a:solidFill>
          <a:ln w="6096">
            <a:solidFill>
              <a:srgbClr val="8EA4B3"/>
            </a:solidFill>
          </a:ln>
        </p:spPr>
        <p:txBody>
          <a:bodyPr/>
          <a:lstStyle/>
          <a:p>
            <a:endParaRPr lang="zh-CN" altLang="en-US" sz="2000"/>
          </a:p>
        </p:txBody>
      </p:sp>
      <p:pic>
        <p:nvPicPr>
          <p:cNvPr id="840" name="图形 839"/>
          <p:cNvPicPr>
            <a:picLocks noChangeAspect="1"/>
          </p:cNvPicPr>
          <p:nvPr/>
        </p:nvPicPr>
        <p:blipFill>
          <a:blip r:embed="rId55">
            <a:extLst>
              <a:ext uri="{96DAC541-7B7A-43D3-8B79-37D633B846F1}">
                <asvg:svgBlip xmlns:asvg="http://schemas.microsoft.com/office/drawing/2016/SVG/main" r:embed="rId56"/>
              </a:ext>
            </a:extLst>
          </a:blip>
          <a:stretch/>
        </p:blipFill>
        <p:spPr>
          <a:xfrm>
            <a:off x="4534347" y="5428646"/>
            <a:ext cx="524887" cy="184087"/>
          </a:xfrm>
          <a:prstGeom prst="rect">
            <a:avLst/>
          </a:prstGeom>
        </p:spPr>
      </p:pic>
      <p:sp>
        <p:nvSpPr>
          <p:cNvPr id="366" name="Local block arrow 19">
            <a:extLst>
              <a:ext uri="{FF2B5EF4-FFF2-40B4-BE49-F238E27FC236}">
                <a16:creationId xmlns:a16="http://schemas.microsoft.com/office/drawing/2014/main" id="{840408E5-2E0C-423B-93B9-8EDAA5E34758}"/>
              </a:ext>
            </a:extLst>
          </p:cNvPr>
          <p:cNvSpPr>
            <a:spLocks noGrp="1"/>
          </p:cNvSpPr>
          <p:nvPr/>
        </p:nvSpPr>
        <p:spPr>
          <a:xfrm>
            <a:off x="5448300" y="5467350"/>
            <a:ext cx="3886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42" name="图形 841"/>
          <p:cNvPicPr>
            <a:picLocks noChangeAspect="1"/>
          </p:cNvPicPr>
          <p:nvPr/>
        </p:nvPicPr>
        <p:blipFill>
          <a:blip r:embed="rId57">
            <a:extLst>
              <a:ext uri="{96DAC541-7B7A-43D3-8B79-37D633B846F1}">
                <asvg:svgBlip xmlns:asvg="http://schemas.microsoft.com/office/drawing/2016/SVG/main" r:embed="rId58"/>
              </a:ext>
            </a:extLst>
          </a:blip>
          <a:stretch/>
        </p:blipFill>
        <p:spPr>
          <a:xfrm>
            <a:off x="6329360" y="5430473"/>
            <a:ext cx="622940" cy="180434"/>
          </a:xfrm>
          <a:prstGeom prst="rect">
            <a:avLst/>
          </a:prstGeom>
        </p:spPr>
      </p:pic>
      <p:sp>
        <p:nvSpPr>
          <p:cNvPr id="368" name="Local block arrow 20">
            <a:extLst>
              <a:ext uri="{FF2B5EF4-FFF2-40B4-BE49-F238E27FC236}">
                <a16:creationId xmlns:a16="http://schemas.microsoft.com/office/drawing/2014/main" id="{7FD79F40-952E-46DB-9A06-052629FB5C03}"/>
              </a:ext>
            </a:extLst>
          </p:cNvPr>
          <p:cNvSpPr>
            <a:spLocks noGrp="1"/>
          </p:cNvSpPr>
          <p:nvPr/>
        </p:nvSpPr>
        <p:spPr>
          <a:xfrm>
            <a:off x="7414260" y="5467350"/>
            <a:ext cx="3657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69" name="updated-parameters-a">
            <a:extLst>
              <a:ext uri="{FF2B5EF4-FFF2-40B4-BE49-F238E27FC236}">
                <a16:creationId xmlns:a16="http://schemas.microsoft.com/office/drawing/2014/main" id="{3CD5B956-9435-4096-B587-C509315F3E8D}"/>
              </a:ext>
            </a:extLst>
          </p:cNvPr>
          <p:cNvSpPr>
            <a:spLocks noGrp="1"/>
          </p:cNvSpPr>
          <p:nvPr/>
        </p:nvSpPr>
        <p:spPr>
          <a:xfrm>
            <a:off x="7863840" y="5421630"/>
            <a:ext cx="1638300" cy="205740"/>
          </a:xfrm>
          <a:prstGeom prst="rect">
            <a:avLst/>
          </a:prstGeom>
          <a:noFill/>
          <a:ln w="0">
            <a:noFill/>
          </a:ln>
        </p:spPr>
        <p:txBody>
          <a:bodyPr wrap="none" lIns="0" tIns="0" rIns="0" bIns="0" anchor="ctr">
            <a:noAutofit/>
          </a:bodyPr>
          <a:lstStyle/>
          <a:p>
            <a:pPr algn="ctr">
              <a:defRPr sz="1200" i="0">
                <a:solidFill>
                  <a:srgbClr val="668B80"/>
                </a:solidFill>
                <a:latin typeface="Toppan Bunkyu Mincho Regular"/>
                <a:ea typeface="Toppan Bunkyu Mincho Regular"/>
                <a:cs typeface="Toppan Bunkyu Mincho Regular"/>
              </a:defRPr>
            </a:pPr>
            <a:r>
              <a:rPr sz="1400" i="0">
                <a:solidFill>
                  <a:srgbClr val="668B80"/>
                </a:solidFill>
                <a:latin typeface="Toppan Bunkyu Mincho Regular"/>
                <a:ea typeface="Toppan Bunkyu Mincho Regular"/>
                <a:cs typeface="Toppan Bunkyu Mincho Regular"/>
              </a:rPr>
              <a:t>Action weights</a:t>
            </a:r>
          </a:p>
        </p:txBody>
      </p:sp>
      <p:pic>
        <p:nvPicPr>
          <p:cNvPr id="845" name="图形 844"/>
          <p:cNvPicPr>
            <a:picLocks noChangeAspect="1"/>
          </p:cNvPicPr>
          <p:nvPr/>
        </p:nvPicPr>
        <p:blipFill>
          <a:blip r:embed="rId59">
            <a:extLst>
              <a:ext uri="{96DAC541-7B7A-43D3-8B79-37D633B846F1}">
                <asvg:svgBlip xmlns:asvg="http://schemas.microsoft.com/office/drawing/2016/SVG/main" r:embed="rId60"/>
              </a:ext>
            </a:extLst>
          </a:blip>
          <a:stretch/>
        </p:blipFill>
        <p:spPr>
          <a:xfrm>
            <a:off x="9679491" y="5431934"/>
            <a:ext cx="186318" cy="177512"/>
          </a:xfrm>
          <a:prstGeom prst="rect">
            <a:avLst/>
          </a:prstGeom>
        </p:spPr>
      </p:pic>
      <p:sp>
        <p:nvSpPr>
          <p:cNvPr id="371" name="parameter-stack-a2">
            <a:extLst>
              <a:ext uri="{FF2B5EF4-FFF2-40B4-BE49-F238E27FC236}">
                <a16:creationId xmlns:a16="http://schemas.microsoft.com/office/drawing/2014/main" id="{441CA66F-1CD9-442C-8782-47512361F515}"/>
              </a:ext>
            </a:extLst>
          </p:cNvPr>
          <p:cNvSpPr>
            <a:spLocks noGrp="1"/>
          </p:cNvSpPr>
          <p:nvPr/>
        </p:nvSpPr>
        <p:spPr>
          <a:xfrm>
            <a:off x="10256520" y="539877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72" name="parameter-stack-a1">
            <a:extLst>
              <a:ext uri="{FF2B5EF4-FFF2-40B4-BE49-F238E27FC236}">
                <a16:creationId xmlns:a16="http://schemas.microsoft.com/office/drawing/2014/main" id="{C84C751E-B657-407A-983C-F460CFE55391}"/>
              </a:ext>
            </a:extLst>
          </p:cNvPr>
          <p:cNvSpPr>
            <a:spLocks noGrp="1"/>
          </p:cNvSpPr>
          <p:nvPr/>
        </p:nvSpPr>
        <p:spPr>
          <a:xfrm>
            <a:off x="10218420" y="542925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73" name="parameter-stack-a0">
            <a:extLst>
              <a:ext uri="{FF2B5EF4-FFF2-40B4-BE49-F238E27FC236}">
                <a16:creationId xmlns:a16="http://schemas.microsoft.com/office/drawing/2014/main" id="{A4BF5ABB-BED8-4A0C-A845-2DE10A963BF1}"/>
              </a:ext>
            </a:extLst>
          </p:cNvPr>
          <p:cNvSpPr>
            <a:spLocks noGrp="1"/>
          </p:cNvSpPr>
          <p:nvPr/>
        </p:nvSpPr>
        <p:spPr>
          <a:xfrm>
            <a:off x="10180320" y="5459730"/>
            <a:ext cx="373380" cy="129540"/>
          </a:xfrm>
          <a:prstGeom prst="roundRect">
            <a:avLst>
              <a:gd name="adj" fmla="val 5882"/>
            </a:avLst>
          </a:prstGeom>
          <a:solidFill>
            <a:srgbClr val="A9C2B6"/>
          </a:solidFill>
          <a:ln w="6096">
            <a:solidFill>
              <a:srgbClr val="8EA4B3"/>
            </a:solidFill>
          </a:ln>
        </p:spPr>
        <p:txBody>
          <a:bodyPr/>
          <a:lstStyle/>
          <a:p>
            <a:endParaRPr lang="zh-CN" altLang="en-US" sz="2000"/>
          </a:p>
        </p:txBody>
      </p:sp>
      <p:sp>
        <p:nvSpPr>
          <p:cNvPr id="374" name="readout-title">
            <a:extLst>
              <a:ext uri="{FF2B5EF4-FFF2-40B4-BE49-F238E27FC236}">
                <a16:creationId xmlns:a16="http://schemas.microsoft.com/office/drawing/2014/main" id="{95E3F216-B472-4781-87EA-5193581B66B5}"/>
              </a:ext>
            </a:extLst>
          </p:cNvPr>
          <p:cNvSpPr>
            <a:spLocks noGrp="1"/>
          </p:cNvSpPr>
          <p:nvPr/>
        </p:nvSpPr>
        <p:spPr>
          <a:xfrm>
            <a:off x="11353800" y="1310640"/>
            <a:ext cx="4358640" cy="274320"/>
          </a:xfrm>
          <a:prstGeom prst="rect">
            <a:avLst/>
          </a:prstGeom>
          <a:noFill/>
          <a:ln w="0">
            <a:noFill/>
          </a:ln>
        </p:spPr>
        <p:txBody>
          <a:bodyPr wrap="none" lIns="0" tIns="0" rIns="0" bIns="0" anchor="ctr">
            <a:noAutofit/>
          </a:bodyPr>
          <a:lstStyle/>
          <a:p>
            <a:pPr algn="ctr">
              <a:defRPr sz="1680" i="0">
                <a:solidFill>
                  <a:srgbClr val="202B33"/>
                </a:solidFill>
                <a:latin typeface="Toppan Bunkyu Mincho Regular"/>
                <a:ea typeface="Toppan Bunkyu Mincho Regular"/>
                <a:cs typeface="Toppan Bunkyu Mincho Regular"/>
              </a:defRPr>
            </a:pPr>
            <a:r>
              <a:rPr b="1" dirty="0">
                <a:solidFill>
                  <a:srgbClr val="202B33"/>
                </a:solidFill>
                <a:latin typeface="Toppan Bunkyu Gothic Regular" panose="020B0400000000000000" pitchFamily="34" charset="-128"/>
                <a:ea typeface="Toppan Bunkyu Gothic Regular" panose="020B0400000000000000" pitchFamily="34" charset="-128"/>
                <a:cs typeface="Toppan Bunkyu Mincho Regular"/>
              </a:rPr>
              <a:t>Velocity matching and joint sampling</a:t>
            </a:r>
          </a:p>
        </p:txBody>
      </p:sp>
      <p:pic>
        <p:nvPicPr>
          <p:cNvPr id="850" name="图形 849"/>
          <p:cNvPicPr>
            <a:picLocks noChangeAspect="1"/>
          </p:cNvPicPr>
          <p:nvPr/>
        </p:nvPicPr>
        <p:blipFill>
          <a:blip r:embed="rId61">
            <a:extLst>
              <a:ext uri="{96DAC541-7B7A-43D3-8B79-37D633B846F1}">
                <asvg:svgBlip xmlns:asvg="http://schemas.microsoft.com/office/drawing/2016/SVG/main" r:embed="rId62"/>
              </a:ext>
            </a:extLst>
          </a:blip>
          <a:stretch/>
        </p:blipFill>
        <p:spPr>
          <a:xfrm>
            <a:off x="11536280" y="1658222"/>
            <a:ext cx="4031780" cy="264955"/>
          </a:xfrm>
          <a:prstGeom prst="rect">
            <a:avLst/>
          </a:prstGeom>
        </p:spPr>
      </p:pic>
      <p:sp>
        <p:nvSpPr>
          <p:cNvPr id="376" name="loss-weighting">
            <a:extLst>
              <a:ext uri="{FF2B5EF4-FFF2-40B4-BE49-F238E27FC236}">
                <a16:creationId xmlns:a16="http://schemas.microsoft.com/office/drawing/2014/main" id="{8C28E770-74D8-4DAA-A8D4-9CFE7C87ACD8}"/>
              </a:ext>
            </a:extLst>
          </p:cNvPr>
          <p:cNvSpPr>
            <a:spLocks noGrp="1"/>
          </p:cNvSpPr>
          <p:nvPr/>
        </p:nvSpPr>
        <p:spPr>
          <a:xfrm>
            <a:off x="11338560" y="1973580"/>
            <a:ext cx="23622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200" b="1" i="0" dirty="0">
                <a:solidFill>
                  <a:srgbClr val="657580"/>
                </a:solidFill>
                <a:latin typeface="Toppan Bunkyu Mincho Regular"/>
                <a:ea typeface="Toppan Bunkyu Mincho Regular"/>
                <a:cs typeface="Toppan Bunkyu Mincho Regular"/>
              </a:rPr>
              <a:t>Filled cells: supervised targets</a:t>
            </a:r>
          </a:p>
        </p:txBody>
      </p:sp>
      <p:sp>
        <p:nvSpPr>
          <p:cNvPr id="377" name="world-velocity-top">
            <a:extLst>
              <a:ext uri="{FF2B5EF4-FFF2-40B4-BE49-F238E27FC236}">
                <a16:creationId xmlns:a16="http://schemas.microsoft.com/office/drawing/2014/main" id="{5171BEFC-8687-4B55-BEFB-610DAF71540A}"/>
              </a:ext>
            </a:extLst>
          </p:cNvPr>
          <p:cNvSpPr>
            <a:spLocks noGrp="1"/>
          </p:cNvSpPr>
          <p:nvPr/>
        </p:nvSpPr>
        <p:spPr>
          <a:xfrm>
            <a:off x="11241082" y="2857500"/>
            <a:ext cx="958538" cy="59378"/>
          </a:xfrm>
          <a:custGeom>
            <a:avLst/>
            <a:gdLst/>
            <a:ahLst/>
            <a:cxnLst/>
            <a:rect l="0" t="0" r="0" b="0"/>
            <a:pathLst>
              <a:path w="1076325" h="66675">
                <a:moveTo>
                  <a:pt x="0" y="66675"/>
                </a:moveTo>
                <a:lnTo>
                  <a:pt x="66675" y="0"/>
                </a:lnTo>
                <a:lnTo>
                  <a:pt x="1076325" y="0"/>
                </a:lnTo>
                <a:lnTo>
                  <a:pt x="1009650" y="66675"/>
                </a:lnTo>
                <a:close/>
              </a:path>
            </a:pathLst>
          </a:custGeom>
          <a:solidFill>
            <a:srgbClr val="F9FAFD"/>
          </a:solidFill>
          <a:ln w="11430">
            <a:solidFill>
              <a:srgbClr val="63788A"/>
            </a:solidFill>
          </a:ln>
        </p:spPr>
        <p:txBody>
          <a:bodyPr/>
          <a:lstStyle/>
          <a:p>
            <a:endParaRPr lang="zh-CN" altLang="en-US" sz="2000"/>
          </a:p>
        </p:txBody>
      </p:sp>
      <p:sp>
        <p:nvSpPr>
          <p:cNvPr id="378" name="world-velocity-side">
            <a:extLst>
              <a:ext uri="{FF2B5EF4-FFF2-40B4-BE49-F238E27FC236}">
                <a16:creationId xmlns:a16="http://schemas.microsoft.com/office/drawing/2014/main" id="{9D1BF356-7861-495C-89AC-13055300716A}"/>
              </a:ext>
            </a:extLst>
          </p:cNvPr>
          <p:cNvSpPr>
            <a:spLocks noGrp="1"/>
          </p:cNvSpPr>
          <p:nvPr/>
        </p:nvSpPr>
        <p:spPr>
          <a:xfrm>
            <a:off x="12140242" y="2857500"/>
            <a:ext cx="59378" cy="534402"/>
          </a:xfrm>
          <a:custGeom>
            <a:avLst/>
            <a:gdLst/>
            <a:ahLst/>
            <a:cxnLst/>
            <a:rect l="0" t="0" r="0" b="0"/>
            <a:pathLst>
              <a:path w="66675" h="600075">
                <a:moveTo>
                  <a:pt x="0" y="66675"/>
                </a:moveTo>
                <a:lnTo>
                  <a:pt x="66675" y="0"/>
                </a:lnTo>
                <a:lnTo>
                  <a:pt x="66675" y="533400"/>
                </a:lnTo>
                <a:lnTo>
                  <a:pt x="0" y="600075"/>
                </a:lnTo>
                <a:close/>
              </a:path>
            </a:pathLst>
          </a:custGeom>
          <a:solidFill>
            <a:srgbClr val="BECED8"/>
          </a:solidFill>
          <a:ln w="11430">
            <a:solidFill>
              <a:srgbClr val="63788A"/>
            </a:solidFill>
          </a:ln>
        </p:spPr>
        <p:txBody>
          <a:bodyPr/>
          <a:lstStyle/>
          <a:p>
            <a:endParaRPr lang="zh-CN" altLang="en-US" sz="2000"/>
          </a:p>
        </p:txBody>
      </p:sp>
      <p:sp>
        <p:nvSpPr>
          <p:cNvPr id="379" name="world-velocity-front">
            <a:extLst>
              <a:ext uri="{FF2B5EF4-FFF2-40B4-BE49-F238E27FC236}">
                <a16:creationId xmlns:a16="http://schemas.microsoft.com/office/drawing/2014/main" id="{D48F5CF3-BBE0-4AF2-95BA-CD333A6CA8E9}"/>
              </a:ext>
            </a:extLst>
          </p:cNvPr>
          <p:cNvSpPr>
            <a:spLocks noGrp="1"/>
          </p:cNvSpPr>
          <p:nvPr/>
        </p:nvSpPr>
        <p:spPr>
          <a:xfrm>
            <a:off x="11247120" y="2910840"/>
            <a:ext cx="899160" cy="475028"/>
          </a:xfrm>
          <a:prstGeom prst="rect">
            <a:avLst/>
          </a:prstGeom>
          <a:solidFill>
            <a:srgbClr val="EEF3F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855" name="图形 854"/>
          <p:cNvPicPr>
            <a:picLocks noChangeAspect="1"/>
          </p:cNvPicPr>
          <p:nvPr/>
        </p:nvPicPr>
        <p:blipFill>
          <a:blip r:embed="rId63">
            <a:extLst>
              <a:ext uri="{96DAC541-7B7A-43D3-8B79-37D633B846F1}">
                <asvg:svgBlip xmlns:asvg="http://schemas.microsoft.com/office/drawing/2016/SVG/main" r:embed="rId64"/>
              </a:ext>
            </a:extLst>
          </a:blip>
          <a:stretch/>
        </p:blipFill>
        <p:spPr>
          <a:xfrm>
            <a:off x="11591237" y="3017737"/>
            <a:ext cx="274456" cy="253996"/>
          </a:xfrm>
          <a:prstGeom prst="rect">
            <a:avLst/>
          </a:prstGeom>
        </p:spPr>
      </p:pic>
      <p:pic>
        <p:nvPicPr>
          <p:cNvPr id="856" name="图形 855"/>
          <p:cNvPicPr>
            <a:picLocks noChangeAspect="1"/>
          </p:cNvPicPr>
          <p:nvPr/>
        </p:nvPicPr>
        <p:blipFill>
          <a:blip r:embed="rId65">
            <a:extLst>
              <a:ext uri="{96DAC541-7B7A-43D3-8B79-37D633B846F1}">
                <asvg:svgBlip xmlns:asvg="http://schemas.microsoft.com/office/drawing/2016/SVG/main" r:embed="rId66"/>
              </a:ext>
            </a:extLst>
          </a:blip>
          <a:stretch/>
        </p:blipFill>
        <p:spPr>
          <a:xfrm>
            <a:off x="11737658" y="2274570"/>
            <a:ext cx="1699597" cy="245725"/>
          </a:xfrm>
          <a:prstGeom prst="rect">
            <a:avLst/>
          </a:prstGeom>
        </p:spPr>
      </p:pic>
      <p:sp>
        <p:nvSpPr>
          <p:cNvPr id="382" name="valid-coordinate-w0">
            <a:extLst>
              <a:ext uri="{FF2B5EF4-FFF2-40B4-BE49-F238E27FC236}">
                <a16:creationId xmlns:a16="http://schemas.microsoft.com/office/drawing/2014/main" id="{5EA3099C-A21C-4D55-99D5-F406AB272F33}"/>
              </a:ext>
            </a:extLst>
          </p:cNvPr>
          <p:cNvSpPr>
            <a:spLocks noGrp="1"/>
          </p:cNvSpPr>
          <p:nvPr/>
        </p:nvSpPr>
        <p:spPr>
          <a:xfrm>
            <a:off x="1229106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3" name="valid-coordinate-w1">
            <a:extLst>
              <a:ext uri="{FF2B5EF4-FFF2-40B4-BE49-F238E27FC236}">
                <a16:creationId xmlns:a16="http://schemas.microsoft.com/office/drawing/2014/main" id="{C62AB075-BC0B-46A4-B46F-2024F0451393}"/>
              </a:ext>
            </a:extLst>
          </p:cNvPr>
          <p:cNvSpPr>
            <a:spLocks noGrp="1"/>
          </p:cNvSpPr>
          <p:nvPr/>
        </p:nvSpPr>
        <p:spPr>
          <a:xfrm>
            <a:off x="1245870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4" name="valid-coordinate-w2">
            <a:extLst>
              <a:ext uri="{FF2B5EF4-FFF2-40B4-BE49-F238E27FC236}">
                <a16:creationId xmlns:a16="http://schemas.microsoft.com/office/drawing/2014/main" id="{030CF344-3EE3-4B7F-91ED-F8CCE2A3DF87}"/>
              </a:ext>
            </a:extLst>
          </p:cNvPr>
          <p:cNvSpPr>
            <a:spLocks noGrp="1"/>
          </p:cNvSpPr>
          <p:nvPr/>
        </p:nvSpPr>
        <p:spPr>
          <a:xfrm>
            <a:off x="1262634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5" name="valid-coordinate-w3">
            <a:extLst>
              <a:ext uri="{FF2B5EF4-FFF2-40B4-BE49-F238E27FC236}">
                <a16:creationId xmlns:a16="http://schemas.microsoft.com/office/drawing/2014/main" id="{09EC1649-E571-4C67-B7B2-450CDC610992}"/>
              </a:ext>
            </a:extLst>
          </p:cNvPr>
          <p:cNvSpPr>
            <a:spLocks noGrp="1"/>
          </p:cNvSpPr>
          <p:nvPr/>
        </p:nvSpPr>
        <p:spPr>
          <a:xfrm>
            <a:off x="12793980" y="262890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386" name="masked-coordinate-w">
            <a:extLst>
              <a:ext uri="{FF2B5EF4-FFF2-40B4-BE49-F238E27FC236}">
                <a16:creationId xmlns:a16="http://schemas.microsoft.com/office/drawing/2014/main" id="{5AB9C181-91B8-461E-8390-32018778A9E8}"/>
              </a:ext>
            </a:extLst>
          </p:cNvPr>
          <p:cNvSpPr>
            <a:spLocks noGrp="1"/>
          </p:cNvSpPr>
          <p:nvPr/>
        </p:nvSpPr>
        <p:spPr>
          <a:xfrm flipV="1">
            <a:off x="12816840" y="2651760"/>
            <a:ext cx="76200" cy="53340"/>
          </a:xfrm>
          <a:prstGeom prst="line">
            <a:avLst/>
          </a:prstGeom>
          <a:noFill/>
          <a:ln w="6096">
            <a:solidFill>
              <a:srgbClr val="BEC6CC"/>
            </a:solidFill>
          </a:ln>
        </p:spPr>
        <p:txBody>
          <a:bodyPr/>
          <a:lstStyle/>
          <a:p>
            <a:endParaRPr lang="zh-CN" altLang="en-US" sz="2000"/>
          </a:p>
        </p:txBody>
      </p:sp>
      <p:sp>
        <p:nvSpPr>
          <p:cNvPr id="387" name="valid-coordinate-w4">
            <a:extLst>
              <a:ext uri="{FF2B5EF4-FFF2-40B4-BE49-F238E27FC236}">
                <a16:creationId xmlns:a16="http://schemas.microsoft.com/office/drawing/2014/main" id="{163C346C-5F64-4629-81E3-BC19D9C1BBC5}"/>
              </a:ext>
            </a:extLst>
          </p:cNvPr>
          <p:cNvSpPr>
            <a:spLocks noGrp="1"/>
          </p:cNvSpPr>
          <p:nvPr/>
        </p:nvSpPr>
        <p:spPr>
          <a:xfrm>
            <a:off x="1296162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pic>
        <p:nvPicPr>
          <p:cNvPr id="863" name="图形 862"/>
          <p:cNvPicPr>
            <a:picLocks noChangeAspect="1"/>
          </p:cNvPicPr>
          <p:nvPr/>
        </p:nvPicPr>
        <p:blipFill>
          <a:blip r:embed="rId67">
            <a:extLst>
              <a:ext uri="{96DAC541-7B7A-43D3-8B79-37D633B846F1}">
                <asvg:svgBlip xmlns:asvg="http://schemas.microsoft.com/office/drawing/2016/SVG/main" r:embed="rId68"/>
              </a:ext>
            </a:extLst>
          </a:blip>
          <a:stretch/>
        </p:blipFill>
        <p:spPr>
          <a:xfrm>
            <a:off x="13306916" y="2604391"/>
            <a:ext cx="335165" cy="225306"/>
          </a:xfrm>
          <a:prstGeom prst="rect">
            <a:avLst/>
          </a:prstGeom>
        </p:spPr>
      </p:pic>
      <p:sp>
        <p:nvSpPr>
          <p:cNvPr id="389" name="Local block arrow 21">
            <a:extLst>
              <a:ext uri="{FF2B5EF4-FFF2-40B4-BE49-F238E27FC236}">
                <a16:creationId xmlns:a16="http://schemas.microsoft.com/office/drawing/2014/main" id="{AD97990D-C8F6-430A-A86D-7BF078962CD6}"/>
              </a:ext>
            </a:extLst>
          </p:cNvPr>
          <p:cNvSpPr>
            <a:spLocks noGrp="1"/>
          </p:cNvSpPr>
          <p:nvPr/>
        </p:nvSpPr>
        <p:spPr>
          <a:xfrm>
            <a:off x="12268199" y="2834640"/>
            <a:ext cx="169843" cy="206015"/>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0" name="euler-w">
            <a:extLst>
              <a:ext uri="{FF2B5EF4-FFF2-40B4-BE49-F238E27FC236}">
                <a16:creationId xmlns:a16="http://schemas.microsoft.com/office/drawing/2014/main" id="{F54E81D4-9DB9-4FE7-BC2E-955CA8065EC3}"/>
              </a:ext>
            </a:extLst>
          </p:cNvPr>
          <p:cNvSpPr>
            <a:spLocks noGrp="1"/>
          </p:cNvSpPr>
          <p:nvPr/>
        </p:nvSpPr>
        <p:spPr>
          <a:xfrm>
            <a:off x="12496800" y="29413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391" name="euler-w-label">
            <a:extLst>
              <a:ext uri="{FF2B5EF4-FFF2-40B4-BE49-F238E27FC236}">
                <a16:creationId xmlns:a16="http://schemas.microsoft.com/office/drawing/2014/main" id="{47EC444F-64FC-407D-AD6E-18DF5C54A504}"/>
              </a:ext>
            </a:extLst>
          </p:cNvPr>
          <p:cNvSpPr>
            <a:spLocks noGrp="1"/>
          </p:cNvSpPr>
          <p:nvPr/>
        </p:nvSpPr>
        <p:spPr>
          <a:xfrm>
            <a:off x="12527280" y="29870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392" name="Local block arrow 22">
            <a:extLst>
              <a:ext uri="{FF2B5EF4-FFF2-40B4-BE49-F238E27FC236}">
                <a16:creationId xmlns:a16="http://schemas.microsoft.com/office/drawing/2014/main" id="{584BDC6D-7E44-46DD-B892-CCC3DA4846BE}"/>
              </a:ext>
            </a:extLst>
          </p:cNvPr>
          <p:cNvSpPr>
            <a:spLocks noGrp="1"/>
          </p:cNvSpPr>
          <p:nvPr/>
        </p:nvSpPr>
        <p:spPr>
          <a:xfrm>
            <a:off x="12207240" y="30708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3" name="Local block arrow 23">
            <a:extLst>
              <a:ext uri="{FF2B5EF4-FFF2-40B4-BE49-F238E27FC236}">
                <a16:creationId xmlns:a16="http://schemas.microsoft.com/office/drawing/2014/main" id="{81BB7B9B-7367-4C96-B6F4-E2C16FA34D7C}"/>
              </a:ext>
            </a:extLst>
          </p:cNvPr>
          <p:cNvSpPr>
            <a:spLocks noGrp="1"/>
          </p:cNvSpPr>
          <p:nvPr/>
        </p:nvSpPr>
        <p:spPr>
          <a:xfrm>
            <a:off x="13426440" y="30708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4" name="future-video-label">
            <a:extLst>
              <a:ext uri="{FF2B5EF4-FFF2-40B4-BE49-F238E27FC236}">
                <a16:creationId xmlns:a16="http://schemas.microsoft.com/office/drawing/2014/main" id="{56532D92-BF9B-4BEC-ABDC-AB4A8180DDAC}"/>
              </a:ext>
            </a:extLst>
          </p:cNvPr>
          <p:cNvSpPr>
            <a:spLocks noGrp="1"/>
          </p:cNvSpPr>
          <p:nvPr/>
        </p:nvSpPr>
        <p:spPr>
          <a:xfrm>
            <a:off x="13830300" y="2034540"/>
            <a:ext cx="1866900" cy="205740"/>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Future video</a:t>
            </a:r>
          </a:p>
        </p:txBody>
      </p:sp>
      <p:pic>
        <p:nvPicPr>
          <p:cNvPr id="870" name="图片 869"/>
          <p:cNvPicPr>
            <a:picLocks noChangeAspect="1"/>
          </p:cNvPicPr>
          <p:nvPr/>
        </p:nvPicPr>
        <p:blipFill>
          <a:blip r:embed="rId69"/>
          <a:stretch/>
        </p:blipFill>
        <p:spPr>
          <a:xfrm>
            <a:off x="13830300" y="2255533"/>
            <a:ext cx="1866900" cy="622300"/>
          </a:xfrm>
          <a:prstGeom prst="rect">
            <a:avLst/>
          </a:prstGeom>
        </p:spPr>
      </p:pic>
      <p:sp>
        <p:nvSpPr>
          <p:cNvPr id="396" name="future-video-frame">
            <a:extLst>
              <a:ext uri="{FF2B5EF4-FFF2-40B4-BE49-F238E27FC236}">
                <a16:creationId xmlns:a16="http://schemas.microsoft.com/office/drawing/2014/main" id="{979BBE61-6A47-49E5-9767-FA7E1C2E921D}"/>
              </a:ext>
            </a:extLst>
          </p:cNvPr>
          <p:cNvSpPr>
            <a:spLocks noGrp="1"/>
          </p:cNvSpPr>
          <p:nvPr/>
        </p:nvSpPr>
        <p:spPr>
          <a:xfrm>
            <a:off x="13830300" y="2255520"/>
            <a:ext cx="1866900" cy="622325"/>
          </a:xfrm>
          <a:prstGeom prst="rect">
            <a:avLst/>
          </a:prstGeom>
          <a:noFill/>
          <a:ln w="6096">
            <a:solidFill>
              <a:srgbClr val="788D9C"/>
            </a:solidFill>
          </a:ln>
        </p:spPr>
        <p:txBody>
          <a:bodyPr/>
          <a:lstStyle/>
          <a:p>
            <a:endParaRPr lang="zh-CN" altLang="en-US" sz="2000"/>
          </a:p>
        </p:txBody>
      </p:sp>
      <p:sp>
        <p:nvSpPr>
          <p:cNvPr id="397" name="Local block arrow 24">
            <a:extLst>
              <a:ext uri="{FF2B5EF4-FFF2-40B4-BE49-F238E27FC236}">
                <a16:creationId xmlns:a16="http://schemas.microsoft.com/office/drawing/2014/main" id="{B6E73198-8E78-4C37-A7BE-6986BA73698A}"/>
              </a:ext>
            </a:extLst>
          </p:cNvPr>
          <p:cNvSpPr>
            <a:spLocks noGrp="1"/>
          </p:cNvSpPr>
          <p:nvPr/>
        </p:nvSpPr>
        <p:spPr>
          <a:xfrm>
            <a:off x="14710410" y="2887980"/>
            <a:ext cx="106680" cy="4572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8" name="video-decoding">
            <a:extLst>
              <a:ext uri="{FF2B5EF4-FFF2-40B4-BE49-F238E27FC236}">
                <a16:creationId xmlns:a16="http://schemas.microsoft.com/office/drawing/2014/main" id="{C7DA5305-8D5D-4220-8B14-2D2124A1E935}"/>
              </a:ext>
            </a:extLst>
          </p:cNvPr>
          <p:cNvSpPr>
            <a:spLocks noGrp="1"/>
          </p:cNvSpPr>
          <p:nvPr/>
        </p:nvSpPr>
        <p:spPr>
          <a:xfrm>
            <a:off x="13830300" y="2941320"/>
            <a:ext cx="1866900" cy="365760"/>
          </a:xfrm>
          <a:prstGeom prst="roundRect">
            <a:avLst>
              <a:gd name="adj" fmla="val 8333"/>
            </a:avLst>
          </a:prstGeom>
          <a:solidFill>
            <a:srgbClr val="DDE4E8"/>
          </a:solidFill>
          <a:ln w="8382">
            <a:solidFill>
              <a:srgbClr val="788D9C"/>
            </a:solidFill>
          </a:ln>
        </p:spPr>
        <p:txBody>
          <a:bodyPr/>
          <a:lstStyle/>
          <a:p>
            <a:endParaRPr lang="zh-CN" altLang="en-US" sz="2000"/>
          </a:p>
        </p:txBody>
      </p:sp>
      <p:sp>
        <p:nvSpPr>
          <p:cNvPr id="399" name="video-decoding-title">
            <a:extLst>
              <a:ext uri="{FF2B5EF4-FFF2-40B4-BE49-F238E27FC236}">
                <a16:creationId xmlns:a16="http://schemas.microsoft.com/office/drawing/2014/main" id="{E79711C6-073A-4233-A213-8F382FEE655F}"/>
              </a:ext>
            </a:extLst>
          </p:cNvPr>
          <p:cNvSpPr>
            <a:spLocks noGrp="1"/>
          </p:cNvSpPr>
          <p:nvPr/>
        </p:nvSpPr>
        <p:spPr>
          <a:xfrm>
            <a:off x="13856970" y="2994660"/>
            <a:ext cx="1813560" cy="25908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VAE Decoder</a:t>
            </a:r>
          </a:p>
        </p:txBody>
      </p:sp>
      <p:sp>
        <p:nvSpPr>
          <p:cNvPr id="400" name="decoder-frozen">
            <a:extLst>
              <a:ext uri="{FF2B5EF4-FFF2-40B4-BE49-F238E27FC236}">
                <a16:creationId xmlns:a16="http://schemas.microsoft.com/office/drawing/2014/main" id="{52059764-579F-47FB-ADEA-A248FC09FE4A}"/>
              </a:ext>
            </a:extLst>
          </p:cNvPr>
          <p:cNvSpPr>
            <a:spLocks noGrp="1"/>
          </p:cNvSpPr>
          <p:nvPr/>
        </p:nvSpPr>
        <p:spPr>
          <a:xfrm>
            <a:off x="13830300" y="3352800"/>
            <a:ext cx="18669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1" dirty="0">
                <a:solidFill>
                  <a:schemeClr val="accent4">
                    <a:lumMod val="50000"/>
                  </a:schemeClr>
                </a:solidFill>
                <a:latin typeface="Toppan Bunkyu Mincho Regular"/>
                <a:ea typeface="Toppan Bunkyu Mincho Regular"/>
              </a:rPr>
              <a:t>Frozen</a:t>
            </a:r>
          </a:p>
        </p:txBody>
      </p:sp>
      <p:pic>
        <p:nvPicPr>
          <p:cNvPr id="876" name="图形 875"/>
          <p:cNvPicPr>
            <a:picLocks noChangeAspect="1"/>
          </p:cNvPicPr>
          <p:nvPr/>
        </p:nvPicPr>
        <p:blipFill>
          <a:blip r:embed="rId70">
            <a:extLst>
              <a:ext uri="{96DAC541-7B7A-43D3-8B79-37D633B846F1}">
                <asvg:svgBlip xmlns:asvg="http://schemas.microsoft.com/office/drawing/2016/SVG/main" r:embed="rId71"/>
              </a:ext>
            </a:extLst>
          </a:blip>
          <a:stretch/>
        </p:blipFill>
        <p:spPr>
          <a:xfrm>
            <a:off x="13462333" y="3132009"/>
            <a:ext cx="220616" cy="389519"/>
          </a:xfrm>
          <a:prstGeom prst="rect">
            <a:avLst/>
          </a:prstGeom>
        </p:spPr>
      </p:pic>
      <p:sp>
        <p:nvSpPr>
          <p:cNvPr id="402" name="action-stream-readouts-top">
            <a:extLst>
              <a:ext uri="{FF2B5EF4-FFF2-40B4-BE49-F238E27FC236}">
                <a16:creationId xmlns:a16="http://schemas.microsoft.com/office/drawing/2014/main" id="{1C5D6654-0FBE-4499-8CEE-24C4C9730A75}"/>
              </a:ext>
            </a:extLst>
          </p:cNvPr>
          <p:cNvSpPr>
            <a:spLocks noGrp="1"/>
          </p:cNvSpPr>
          <p:nvPr/>
        </p:nvSpPr>
        <p:spPr>
          <a:xfrm>
            <a:off x="11241082" y="4038600"/>
            <a:ext cx="958538" cy="50915"/>
          </a:xfrm>
          <a:custGeom>
            <a:avLst/>
            <a:gdLst/>
            <a:ahLst/>
            <a:cxnLst/>
            <a:rect l="0" t="0" r="0" b="0"/>
            <a:pathLst>
              <a:path w="1076325" h="66675">
                <a:moveTo>
                  <a:pt x="0" y="66675"/>
                </a:moveTo>
                <a:lnTo>
                  <a:pt x="66675" y="0"/>
                </a:lnTo>
                <a:lnTo>
                  <a:pt x="1076325" y="0"/>
                </a:lnTo>
                <a:lnTo>
                  <a:pt x="1009650" y="66675"/>
                </a:lnTo>
                <a:close/>
              </a:path>
            </a:pathLst>
          </a:custGeom>
          <a:solidFill>
            <a:srgbClr val="F9FAFD"/>
          </a:solidFill>
          <a:ln w="11430">
            <a:solidFill>
              <a:srgbClr val="63788A"/>
            </a:solidFill>
          </a:ln>
        </p:spPr>
        <p:txBody>
          <a:bodyPr/>
          <a:lstStyle/>
          <a:p>
            <a:endParaRPr lang="zh-CN" altLang="en-US" sz="2000"/>
          </a:p>
        </p:txBody>
      </p:sp>
      <p:sp>
        <p:nvSpPr>
          <p:cNvPr id="403" name="action-stream-readouts-side">
            <a:extLst>
              <a:ext uri="{FF2B5EF4-FFF2-40B4-BE49-F238E27FC236}">
                <a16:creationId xmlns:a16="http://schemas.microsoft.com/office/drawing/2014/main" id="{AB472BB2-65ED-4150-AEA1-30E86C1A7C84}"/>
              </a:ext>
            </a:extLst>
          </p:cNvPr>
          <p:cNvSpPr>
            <a:spLocks noGrp="1"/>
          </p:cNvSpPr>
          <p:nvPr/>
        </p:nvSpPr>
        <p:spPr>
          <a:xfrm>
            <a:off x="12140242" y="4038600"/>
            <a:ext cx="59378" cy="1571105"/>
          </a:xfrm>
          <a:custGeom>
            <a:avLst/>
            <a:gdLst/>
            <a:ahLst/>
            <a:cxnLst/>
            <a:rect l="0" t="0" r="0" b="0"/>
            <a:pathLst>
              <a:path w="66675" h="2057400">
                <a:moveTo>
                  <a:pt x="0" y="66675"/>
                </a:moveTo>
                <a:lnTo>
                  <a:pt x="66675" y="0"/>
                </a:lnTo>
                <a:lnTo>
                  <a:pt x="66675" y="1990725"/>
                </a:lnTo>
                <a:lnTo>
                  <a:pt x="0" y="2057400"/>
                </a:lnTo>
                <a:close/>
              </a:path>
            </a:pathLst>
          </a:custGeom>
          <a:solidFill>
            <a:srgbClr val="C0D0C8"/>
          </a:solidFill>
          <a:ln w="11430">
            <a:solidFill>
              <a:srgbClr val="63788A"/>
            </a:solidFill>
          </a:ln>
        </p:spPr>
        <p:txBody>
          <a:bodyPr/>
          <a:lstStyle/>
          <a:p>
            <a:endParaRPr lang="zh-CN" altLang="en-US" sz="2000"/>
          </a:p>
        </p:txBody>
      </p:sp>
      <p:sp>
        <p:nvSpPr>
          <p:cNvPr id="404" name="action-stream-readouts-front">
            <a:extLst>
              <a:ext uri="{FF2B5EF4-FFF2-40B4-BE49-F238E27FC236}">
                <a16:creationId xmlns:a16="http://schemas.microsoft.com/office/drawing/2014/main" id="{9E71FF75-3A2A-4965-BDB7-21E301305F49}"/>
              </a:ext>
            </a:extLst>
          </p:cNvPr>
          <p:cNvSpPr>
            <a:spLocks noGrp="1"/>
          </p:cNvSpPr>
          <p:nvPr/>
        </p:nvSpPr>
        <p:spPr>
          <a:xfrm>
            <a:off x="11247120" y="4091940"/>
            <a:ext cx="899160" cy="1520190"/>
          </a:xfrm>
          <a:prstGeom prst="rect">
            <a:avLst/>
          </a:prstGeom>
          <a:solidFill>
            <a:srgbClr val="EFF4F1"/>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880" name="图形 879"/>
          <p:cNvPicPr>
            <a:picLocks noChangeAspect="1"/>
          </p:cNvPicPr>
          <p:nvPr/>
        </p:nvPicPr>
        <p:blipFill>
          <a:blip r:embed="rId72">
            <a:extLst>
              <a:ext uri="{96DAC541-7B7A-43D3-8B79-37D633B846F1}">
                <asvg:svgBlip xmlns:asvg="http://schemas.microsoft.com/office/drawing/2016/SVG/main" r:embed="rId73"/>
              </a:ext>
            </a:extLst>
          </a:blip>
          <a:stretch/>
        </p:blipFill>
        <p:spPr>
          <a:xfrm>
            <a:off x="11587704" y="4166364"/>
            <a:ext cx="294191" cy="322441"/>
          </a:xfrm>
          <a:prstGeom prst="rect">
            <a:avLst/>
          </a:prstGeom>
        </p:spPr>
      </p:pic>
      <p:sp>
        <p:nvSpPr>
          <p:cNvPr id="406" name="typed-head-divider">
            <a:extLst>
              <a:ext uri="{FF2B5EF4-FFF2-40B4-BE49-F238E27FC236}">
                <a16:creationId xmlns:a16="http://schemas.microsoft.com/office/drawing/2014/main" id="{AE1FCDC7-8EAD-4819-BD75-4CB16BDE98F1}"/>
              </a:ext>
            </a:extLst>
          </p:cNvPr>
          <p:cNvSpPr>
            <a:spLocks noGrp="1"/>
          </p:cNvSpPr>
          <p:nvPr/>
        </p:nvSpPr>
        <p:spPr>
          <a:xfrm>
            <a:off x="11349055" y="4853940"/>
            <a:ext cx="721025" cy="0"/>
          </a:xfrm>
          <a:prstGeom prst="line">
            <a:avLst/>
          </a:prstGeom>
          <a:noFill/>
          <a:ln w="6096">
            <a:solidFill>
              <a:srgbClr val="BECAC5"/>
            </a:solidFill>
          </a:ln>
        </p:spPr>
        <p:txBody>
          <a:bodyPr/>
          <a:lstStyle/>
          <a:p>
            <a:endParaRPr lang="zh-CN" altLang="en-US" sz="2000"/>
          </a:p>
        </p:txBody>
      </p:sp>
      <p:pic>
        <p:nvPicPr>
          <p:cNvPr id="882" name="图形 881"/>
          <p:cNvPicPr>
            <a:picLocks noChangeAspect="1"/>
          </p:cNvPicPr>
          <p:nvPr/>
        </p:nvPicPr>
        <p:blipFill>
          <a:blip r:embed="rId74">
            <a:extLst>
              <a:ext uri="{96DAC541-7B7A-43D3-8B79-37D633B846F1}">
                <asvg:svgBlip xmlns:asvg="http://schemas.microsoft.com/office/drawing/2016/SVG/main" r:embed="rId75"/>
              </a:ext>
            </a:extLst>
          </a:blip>
          <a:stretch/>
        </p:blipFill>
        <p:spPr>
          <a:xfrm>
            <a:off x="11528854" y="5200351"/>
            <a:ext cx="316392" cy="355255"/>
          </a:xfrm>
          <a:prstGeom prst="rect">
            <a:avLst/>
          </a:prstGeom>
        </p:spPr>
      </p:pic>
      <p:sp>
        <p:nvSpPr>
          <p:cNvPr id="408" name="action-readout-type">
            <a:extLst>
              <a:ext uri="{FF2B5EF4-FFF2-40B4-BE49-F238E27FC236}">
                <a16:creationId xmlns:a16="http://schemas.microsoft.com/office/drawing/2014/main" id="{5183C0B9-0BCD-43F8-900B-FE19EDFB4F44}"/>
              </a:ext>
            </a:extLst>
          </p:cNvPr>
          <p:cNvSpPr>
            <a:spLocks noGrp="1"/>
          </p:cNvSpPr>
          <p:nvPr/>
        </p:nvSpPr>
        <p:spPr>
          <a:xfrm>
            <a:off x="11265811" y="4572000"/>
            <a:ext cx="865229" cy="196388"/>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600" b="1" i="0" dirty="0">
                <a:solidFill>
                  <a:srgbClr val="657580"/>
                </a:solidFill>
                <a:latin typeface="Toppan Bunkyu Mincho Regular"/>
                <a:ea typeface="Toppan Bunkyu Mincho Regular"/>
                <a:cs typeface="Toppan Bunkyu Mincho Regular"/>
              </a:rPr>
              <a:t>Action</a:t>
            </a:r>
          </a:p>
        </p:txBody>
      </p:sp>
      <p:sp>
        <p:nvSpPr>
          <p:cNvPr id="409" name="consequence-readout-type">
            <a:extLst>
              <a:ext uri="{FF2B5EF4-FFF2-40B4-BE49-F238E27FC236}">
                <a16:creationId xmlns:a16="http://schemas.microsoft.com/office/drawing/2014/main" id="{937F3676-F556-4437-BEC9-AD3950273935}"/>
              </a:ext>
            </a:extLst>
          </p:cNvPr>
          <p:cNvSpPr>
            <a:spLocks noGrp="1"/>
          </p:cNvSpPr>
          <p:nvPr/>
        </p:nvSpPr>
        <p:spPr>
          <a:xfrm>
            <a:off x="11258191" y="4948263"/>
            <a:ext cx="865229" cy="196388"/>
          </a:xfrm>
          <a:prstGeom prst="rect">
            <a:avLst/>
          </a:prstGeom>
          <a:noFill/>
          <a:ln w="0">
            <a:noFill/>
          </a:ln>
        </p:spPr>
        <p:txBody>
          <a:bodyPr wrap="none" lIns="0" tIns="0" rIns="0" bIns="0" anchor="ctr">
            <a:noAutofit/>
          </a:bodyPr>
          <a:lstStyle/>
          <a:p>
            <a:pPr algn="ctr">
              <a:defRPr sz="900" i="0">
                <a:solidFill>
                  <a:srgbClr val="657580"/>
                </a:solidFill>
                <a:latin typeface="Toppan Bunkyu Mincho Regular"/>
                <a:ea typeface="Toppan Bunkyu Mincho Regular"/>
                <a:cs typeface="Toppan Bunkyu Mincho Regular"/>
              </a:defRPr>
            </a:pPr>
            <a:r>
              <a:rPr sz="1100" i="0" dirty="0">
                <a:solidFill>
                  <a:srgbClr val="657580"/>
                </a:solidFill>
                <a:latin typeface="Toppan Bunkyu Mincho Regular"/>
                <a:ea typeface="Toppan Bunkyu Mincho Regular"/>
                <a:cs typeface="Toppan Bunkyu Mincho Regular"/>
              </a:rPr>
              <a:t>Consequence</a:t>
            </a:r>
          </a:p>
        </p:txBody>
      </p:sp>
      <p:pic>
        <p:nvPicPr>
          <p:cNvPr id="885" name="图形 884"/>
          <p:cNvPicPr>
            <a:picLocks noChangeAspect="1"/>
          </p:cNvPicPr>
          <p:nvPr/>
        </p:nvPicPr>
        <p:blipFill>
          <a:blip r:embed="rId76">
            <a:extLst>
              <a:ext uri="{96DAC541-7B7A-43D3-8B79-37D633B846F1}">
                <asvg:svgBlip xmlns:asvg="http://schemas.microsoft.com/office/drawing/2016/SVG/main" r:embed="rId77"/>
              </a:ext>
            </a:extLst>
          </a:blip>
          <a:stretch/>
        </p:blipFill>
        <p:spPr>
          <a:xfrm>
            <a:off x="11748661" y="3514381"/>
            <a:ext cx="1663829" cy="256783"/>
          </a:xfrm>
          <a:prstGeom prst="rect">
            <a:avLst/>
          </a:prstGeom>
        </p:spPr>
      </p:pic>
      <p:sp>
        <p:nvSpPr>
          <p:cNvPr id="411" name="valid-coordinate-a0">
            <a:extLst>
              <a:ext uri="{FF2B5EF4-FFF2-40B4-BE49-F238E27FC236}">
                <a16:creationId xmlns:a16="http://schemas.microsoft.com/office/drawing/2014/main" id="{12F39A47-4681-4378-B2DD-1BFC8D7B863D}"/>
              </a:ext>
            </a:extLst>
          </p:cNvPr>
          <p:cNvSpPr>
            <a:spLocks noGrp="1"/>
          </p:cNvSpPr>
          <p:nvPr/>
        </p:nvSpPr>
        <p:spPr>
          <a:xfrm>
            <a:off x="1229106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2" name="valid-coordinate-a1">
            <a:extLst>
              <a:ext uri="{FF2B5EF4-FFF2-40B4-BE49-F238E27FC236}">
                <a16:creationId xmlns:a16="http://schemas.microsoft.com/office/drawing/2014/main" id="{9B958537-2C9A-43B7-BAA4-B4009C16A8B7}"/>
              </a:ext>
            </a:extLst>
          </p:cNvPr>
          <p:cNvSpPr>
            <a:spLocks noGrp="1"/>
          </p:cNvSpPr>
          <p:nvPr/>
        </p:nvSpPr>
        <p:spPr>
          <a:xfrm>
            <a:off x="1245870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3" name="valid-coordinate-a2">
            <a:extLst>
              <a:ext uri="{FF2B5EF4-FFF2-40B4-BE49-F238E27FC236}">
                <a16:creationId xmlns:a16="http://schemas.microsoft.com/office/drawing/2014/main" id="{7D7D6D63-194D-4125-873D-63BF1DF2E12E}"/>
              </a:ext>
            </a:extLst>
          </p:cNvPr>
          <p:cNvSpPr>
            <a:spLocks noGrp="1"/>
          </p:cNvSpPr>
          <p:nvPr/>
        </p:nvSpPr>
        <p:spPr>
          <a:xfrm>
            <a:off x="1262634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4" name="valid-coordinate-a3">
            <a:extLst>
              <a:ext uri="{FF2B5EF4-FFF2-40B4-BE49-F238E27FC236}">
                <a16:creationId xmlns:a16="http://schemas.microsoft.com/office/drawing/2014/main" id="{AC966054-6CEF-42FA-AFD9-0836FAFC440C}"/>
              </a:ext>
            </a:extLst>
          </p:cNvPr>
          <p:cNvSpPr>
            <a:spLocks noGrp="1"/>
          </p:cNvSpPr>
          <p:nvPr/>
        </p:nvSpPr>
        <p:spPr>
          <a:xfrm>
            <a:off x="12793980" y="387858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415" name="masked-coordinate-a">
            <a:extLst>
              <a:ext uri="{FF2B5EF4-FFF2-40B4-BE49-F238E27FC236}">
                <a16:creationId xmlns:a16="http://schemas.microsoft.com/office/drawing/2014/main" id="{CE5DCCEE-0E26-4C24-9544-6741B35B8395}"/>
              </a:ext>
            </a:extLst>
          </p:cNvPr>
          <p:cNvSpPr>
            <a:spLocks noGrp="1"/>
          </p:cNvSpPr>
          <p:nvPr/>
        </p:nvSpPr>
        <p:spPr>
          <a:xfrm flipV="1">
            <a:off x="12816840" y="3901440"/>
            <a:ext cx="76200" cy="53340"/>
          </a:xfrm>
          <a:prstGeom prst="line">
            <a:avLst/>
          </a:prstGeom>
          <a:noFill/>
          <a:ln w="6096">
            <a:solidFill>
              <a:srgbClr val="BEC6CC"/>
            </a:solidFill>
          </a:ln>
        </p:spPr>
        <p:txBody>
          <a:bodyPr/>
          <a:lstStyle/>
          <a:p>
            <a:endParaRPr lang="zh-CN" altLang="en-US" sz="2000"/>
          </a:p>
        </p:txBody>
      </p:sp>
      <p:sp>
        <p:nvSpPr>
          <p:cNvPr id="416" name="valid-coordinate-a4">
            <a:extLst>
              <a:ext uri="{FF2B5EF4-FFF2-40B4-BE49-F238E27FC236}">
                <a16:creationId xmlns:a16="http://schemas.microsoft.com/office/drawing/2014/main" id="{BAD80C5A-E054-4B10-BAB3-09477688F355}"/>
              </a:ext>
            </a:extLst>
          </p:cNvPr>
          <p:cNvSpPr>
            <a:spLocks noGrp="1"/>
          </p:cNvSpPr>
          <p:nvPr/>
        </p:nvSpPr>
        <p:spPr>
          <a:xfrm>
            <a:off x="1296162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pic>
        <p:nvPicPr>
          <p:cNvPr id="892" name="图形 891"/>
          <p:cNvPicPr>
            <a:picLocks noChangeAspect="1"/>
          </p:cNvPicPr>
          <p:nvPr/>
        </p:nvPicPr>
        <p:blipFill>
          <a:blip r:embed="rId78">
            <a:extLst>
              <a:ext uri="{96DAC541-7B7A-43D3-8B79-37D633B846F1}">
                <asvg:svgBlip xmlns:asvg="http://schemas.microsoft.com/office/drawing/2016/SVG/main" r:embed="rId79"/>
              </a:ext>
            </a:extLst>
          </a:blip>
          <a:stretch/>
        </p:blipFill>
        <p:spPr>
          <a:xfrm>
            <a:off x="13322459" y="3854071"/>
            <a:ext cx="223202" cy="170938"/>
          </a:xfrm>
          <a:prstGeom prst="rect">
            <a:avLst/>
          </a:prstGeom>
        </p:spPr>
      </p:pic>
      <p:sp>
        <p:nvSpPr>
          <p:cNvPr id="418" name="Local block arrow 25">
            <a:extLst>
              <a:ext uri="{FF2B5EF4-FFF2-40B4-BE49-F238E27FC236}">
                <a16:creationId xmlns:a16="http://schemas.microsoft.com/office/drawing/2014/main" id="{C621C927-1907-4A98-B64C-643E848FF875}"/>
              </a:ext>
            </a:extLst>
          </p:cNvPr>
          <p:cNvSpPr>
            <a:spLocks noGrp="1"/>
          </p:cNvSpPr>
          <p:nvPr/>
        </p:nvSpPr>
        <p:spPr>
          <a:xfrm>
            <a:off x="12268199" y="4084320"/>
            <a:ext cx="169843" cy="179208"/>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19" name="euler-a">
            <a:extLst>
              <a:ext uri="{FF2B5EF4-FFF2-40B4-BE49-F238E27FC236}">
                <a16:creationId xmlns:a16="http://schemas.microsoft.com/office/drawing/2014/main" id="{CD22A940-68EB-4B2A-99FC-F6A865FE2BA1}"/>
              </a:ext>
            </a:extLst>
          </p:cNvPr>
          <p:cNvSpPr>
            <a:spLocks noGrp="1"/>
          </p:cNvSpPr>
          <p:nvPr/>
        </p:nvSpPr>
        <p:spPr>
          <a:xfrm>
            <a:off x="12496800" y="41605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420" name="euler-a-label">
            <a:extLst>
              <a:ext uri="{FF2B5EF4-FFF2-40B4-BE49-F238E27FC236}">
                <a16:creationId xmlns:a16="http://schemas.microsoft.com/office/drawing/2014/main" id="{93005D3F-282B-4E3D-B184-3F26BD95679E}"/>
              </a:ext>
            </a:extLst>
          </p:cNvPr>
          <p:cNvSpPr>
            <a:spLocks noGrp="1"/>
          </p:cNvSpPr>
          <p:nvPr/>
        </p:nvSpPr>
        <p:spPr>
          <a:xfrm>
            <a:off x="12527280" y="42062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421" name="Local block arrow 26">
            <a:extLst>
              <a:ext uri="{FF2B5EF4-FFF2-40B4-BE49-F238E27FC236}">
                <a16:creationId xmlns:a16="http://schemas.microsoft.com/office/drawing/2014/main" id="{B2CF3735-C177-4B91-A702-2F58EAA2E64E}"/>
              </a:ext>
            </a:extLst>
          </p:cNvPr>
          <p:cNvSpPr>
            <a:spLocks noGrp="1"/>
          </p:cNvSpPr>
          <p:nvPr/>
        </p:nvSpPr>
        <p:spPr>
          <a:xfrm>
            <a:off x="12207240" y="42900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22" name="Local block arrow 27">
            <a:extLst>
              <a:ext uri="{FF2B5EF4-FFF2-40B4-BE49-F238E27FC236}">
                <a16:creationId xmlns:a16="http://schemas.microsoft.com/office/drawing/2014/main" id="{3AC0B5A2-AEEA-46EA-B5B8-A5E5049A814A}"/>
              </a:ext>
            </a:extLst>
          </p:cNvPr>
          <p:cNvSpPr>
            <a:spLocks noGrp="1"/>
          </p:cNvSpPr>
          <p:nvPr/>
        </p:nvSpPr>
        <p:spPr>
          <a:xfrm>
            <a:off x="13426440" y="42900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98" name="图形 897"/>
          <p:cNvPicPr>
            <a:picLocks noChangeAspect="1"/>
          </p:cNvPicPr>
          <p:nvPr/>
        </p:nvPicPr>
        <p:blipFill>
          <a:blip r:embed="rId80">
            <a:extLst>
              <a:ext uri="{96DAC541-7B7A-43D3-8B79-37D633B846F1}">
                <asvg:svgBlip xmlns:asvg="http://schemas.microsoft.com/office/drawing/2016/SVG/main" r:embed="rId81"/>
              </a:ext>
            </a:extLst>
          </a:blip>
          <a:stretch/>
        </p:blipFill>
        <p:spPr>
          <a:xfrm>
            <a:off x="12283786" y="4660135"/>
            <a:ext cx="1111349" cy="177829"/>
          </a:xfrm>
          <a:prstGeom prst="rect">
            <a:avLst/>
          </a:prstGeom>
        </p:spPr>
      </p:pic>
      <p:sp>
        <p:nvSpPr>
          <p:cNvPr id="424" name="valid-coordinate-c0">
            <a:extLst>
              <a:ext uri="{FF2B5EF4-FFF2-40B4-BE49-F238E27FC236}">
                <a16:creationId xmlns:a16="http://schemas.microsoft.com/office/drawing/2014/main" id="{8FDEFD42-D26A-4C67-B503-C31C6F3F182B}"/>
              </a:ext>
            </a:extLst>
          </p:cNvPr>
          <p:cNvSpPr>
            <a:spLocks noGrp="1"/>
          </p:cNvSpPr>
          <p:nvPr/>
        </p:nvSpPr>
        <p:spPr>
          <a:xfrm>
            <a:off x="1229106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5" name="valid-coordinate-c1">
            <a:extLst>
              <a:ext uri="{FF2B5EF4-FFF2-40B4-BE49-F238E27FC236}">
                <a16:creationId xmlns:a16="http://schemas.microsoft.com/office/drawing/2014/main" id="{D3730D33-51CD-4295-8836-0B8FDA9826D5}"/>
              </a:ext>
            </a:extLst>
          </p:cNvPr>
          <p:cNvSpPr>
            <a:spLocks noGrp="1"/>
          </p:cNvSpPr>
          <p:nvPr/>
        </p:nvSpPr>
        <p:spPr>
          <a:xfrm>
            <a:off x="1245870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6" name="valid-coordinate-c2">
            <a:extLst>
              <a:ext uri="{FF2B5EF4-FFF2-40B4-BE49-F238E27FC236}">
                <a16:creationId xmlns:a16="http://schemas.microsoft.com/office/drawing/2014/main" id="{1783AE38-2B77-46C7-B638-D031D59BC842}"/>
              </a:ext>
            </a:extLst>
          </p:cNvPr>
          <p:cNvSpPr>
            <a:spLocks noGrp="1"/>
          </p:cNvSpPr>
          <p:nvPr/>
        </p:nvSpPr>
        <p:spPr>
          <a:xfrm>
            <a:off x="1262634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7" name="valid-coordinate-c3">
            <a:extLst>
              <a:ext uri="{FF2B5EF4-FFF2-40B4-BE49-F238E27FC236}">
                <a16:creationId xmlns:a16="http://schemas.microsoft.com/office/drawing/2014/main" id="{B310D53F-B2D2-432E-A468-533A3153666E}"/>
              </a:ext>
            </a:extLst>
          </p:cNvPr>
          <p:cNvSpPr>
            <a:spLocks noGrp="1"/>
          </p:cNvSpPr>
          <p:nvPr/>
        </p:nvSpPr>
        <p:spPr>
          <a:xfrm>
            <a:off x="12793980" y="494538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428" name="masked-coordinate-c">
            <a:extLst>
              <a:ext uri="{FF2B5EF4-FFF2-40B4-BE49-F238E27FC236}">
                <a16:creationId xmlns:a16="http://schemas.microsoft.com/office/drawing/2014/main" id="{E2B9A916-64F7-4CAC-A6A4-3BD127734652}"/>
              </a:ext>
            </a:extLst>
          </p:cNvPr>
          <p:cNvSpPr>
            <a:spLocks noGrp="1"/>
          </p:cNvSpPr>
          <p:nvPr/>
        </p:nvSpPr>
        <p:spPr>
          <a:xfrm flipV="1">
            <a:off x="12816840" y="4968240"/>
            <a:ext cx="76200" cy="53340"/>
          </a:xfrm>
          <a:prstGeom prst="line">
            <a:avLst/>
          </a:prstGeom>
          <a:noFill/>
          <a:ln w="6096">
            <a:solidFill>
              <a:srgbClr val="BEC6CC"/>
            </a:solidFill>
          </a:ln>
        </p:spPr>
        <p:txBody>
          <a:bodyPr/>
          <a:lstStyle/>
          <a:p>
            <a:endParaRPr lang="zh-CN" altLang="en-US" sz="2000"/>
          </a:p>
        </p:txBody>
      </p:sp>
      <p:sp>
        <p:nvSpPr>
          <p:cNvPr id="429" name="valid-coordinate-c4">
            <a:extLst>
              <a:ext uri="{FF2B5EF4-FFF2-40B4-BE49-F238E27FC236}">
                <a16:creationId xmlns:a16="http://schemas.microsoft.com/office/drawing/2014/main" id="{CE46C3F0-3C9C-4036-8F9E-E48BDCAF8525}"/>
              </a:ext>
            </a:extLst>
          </p:cNvPr>
          <p:cNvSpPr>
            <a:spLocks noGrp="1"/>
          </p:cNvSpPr>
          <p:nvPr/>
        </p:nvSpPr>
        <p:spPr>
          <a:xfrm>
            <a:off x="1296162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pic>
        <p:nvPicPr>
          <p:cNvPr id="905" name="图形 904"/>
          <p:cNvPicPr>
            <a:picLocks noChangeAspect="1"/>
          </p:cNvPicPr>
          <p:nvPr/>
        </p:nvPicPr>
        <p:blipFill>
          <a:blip r:embed="rId82">
            <a:extLst>
              <a:ext uri="{96DAC541-7B7A-43D3-8B79-37D633B846F1}">
                <asvg:svgBlip xmlns:asvg="http://schemas.microsoft.com/office/drawing/2016/SVG/main" r:embed="rId83"/>
              </a:ext>
            </a:extLst>
          </a:blip>
          <a:stretch/>
        </p:blipFill>
        <p:spPr>
          <a:xfrm>
            <a:off x="13326382" y="4920871"/>
            <a:ext cx="215356" cy="170938"/>
          </a:xfrm>
          <a:prstGeom prst="rect">
            <a:avLst/>
          </a:prstGeom>
        </p:spPr>
      </p:pic>
      <p:sp>
        <p:nvSpPr>
          <p:cNvPr id="431" name="Local block arrow 28">
            <a:extLst>
              <a:ext uri="{FF2B5EF4-FFF2-40B4-BE49-F238E27FC236}">
                <a16:creationId xmlns:a16="http://schemas.microsoft.com/office/drawing/2014/main" id="{8AB46FBF-46BD-4584-9EF3-507A3AC0911A}"/>
              </a:ext>
            </a:extLst>
          </p:cNvPr>
          <p:cNvSpPr>
            <a:spLocks noGrp="1"/>
          </p:cNvSpPr>
          <p:nvPr/>
        </p:nvSpPr>
        <p:spPr>
          <a:xfrm>
            <a:off x="12268199" y="5151119"/>
            <a:ext cx="169843" cy="192061"/>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2" name="euler-c">
            <a:extLst>
              <a:ext uri="{FF2B5EF4-FFF2-40B4-BE49-F238E27FC236}">
                <a16:creationId xmlns:a16="http://schemas.microsoft.com/office/drawing/2014/main" id="{D58BBD28-7126-40ED-84AD-EFA7E39B69AB}"/>
              </a:ext>
            </a:extLst>
          </p:cNvPr>
          <p:cNvSpPr>
            <a:spLocks noGrp="1"/>
          </p:cNvSpPr>
          <p:nvPr/>
        </p:nvSpPr>
        <p:spPr>
          <a:xfrm>
            <a:off x="12496800" y="52273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433" name="euler-c-label">
            <a:extLst>
              <a:ext uri="{FF2B5EF4-FFF2-40B4-BE49-F238E27FC236}">
                <a16:creationId xmlns:a16="http://schemas.microsoft.com/office/drawing/2014/main" id="{1F6900A7-3D99-4389-80A5-AD6DD8C899F6}"/>
              </a:ext>
            </a:extLst>
          </p:cNvPr>
          <p:cNvSpPr>
            <a:spLocks noGrp="1"/>
          </p:cNvSpPr>
          <p:nvPr/>
        </p:nvSpPr>
        <p:spPr>
          <a:xfrm>
            <a:off x="12527280" y="52730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434" name="Local block arrow 29">
            <a:extLst>
              <a:ext uri="{FF2B5EF4-FFF2-40B4-BE49-F238E27FC236}">
                <a16:creationId xmlns:a16="http://schemas.microsoft.com/office/drawing/2014/main" id="{2CED90B8-C099-4CFF-8EC4-0DE54A663456}"/>
              </a:ext>
            </a:extLst>
          </p:cNvPr>
          <p:cNvSpPr>
            <a:spLocks noGrp="1"/>
          </p:cNvSpPr>
          <p:nvPr/>
        </p:nvSpPr>
        <p:spPr>
          <a:xfrm>
            <a:off x="12207240" y="53568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5" name="Local block arrow 30">
            <a:extLst>
              <a:ext uri="{FF2B5EF4-FFF2-40B4-BE49-F238E27FC236}">
                <a16:creationId xmlns:a16="http://schemas.microsoft.com/office/drawing/2014/main" id="{0FEBE921-9C98-4A55-9D46-3DB69B64287B}"/>
              </a:ext>
            </a:extLst>
          </p:cNvPr>
          <p:cNvSpPr>
            <a:spLocks noGrp="1"/>
          </p:cNvSpPr>
          <p:nvPr/>
        </p:nvSpPr>
        <p:spPr>
          <a:xfrm>
            <a:off x="13426440" y="53568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6" name="output-separator-1">
            <a:extLst>
              <a:ext uri="{FF2B5EF4-FFF2-40B4-BE49-F238E27FC236}">
                <a16:creationId xmlns:a16="http://schemas.microsoft.com/office/drawing/2014/main" id="{DA39D660-FA05-459B-B54A-30B14C33C772}"/>
              </a:ext>
            </a:extLst>
          </p:cNvPr>
          <p:cNvSpPr>
            <a:spLocks noGrp="1"/>
          </p:cNvSpPr>
          <p:nvPr/>
        </p:nvSpPr>
        <p:spPr>
          <a:xfrm>
            <a:off x="13830300" y="3710940"/>
            <a:ext cx="1866900" cy="0"/>
          </a:xfrm>
          <a:prstGeom prst="line">
            <a:avLst/>
          </a:prstGeom>
          <a:noFill/>
          <a:ln w="6096">
            <a:solidFill>
              <a:srgbClr val="CCD5DB"/>
            </a:solidFill>
          </a:ln>
        </p:spPr>
        <p:txBody>
          <a:bodyPr/>
          <a:lstStyle/>
          <a:p>
            <a:endParaRPr lang="zh-CN" altLang="en-US" sz="2000"/>
          </a:p>
        </p:txBody>
      </p:sp>
      <p:sp>
        <p:nvSpPr>
          <p:cNvPr id="437" name="action-output-label">
            <a:extLst>
              <a:ext uri="{FF2B5EF4-FFF2-40B4-BE49-F238E27FC236}">
                <a16:creationId xmlns:a16="http://schemas.microsoft.com/office/drawing/2014/main" id="{8B6F7739-FB16-40C1-BF58-4A33FC65D97E}"/>
              </a:ext>
            </a:extLst>
          </p:cNvPr>
          <p:cNvSpPr>
            <a:spLocks noGrp="1"/>
          </p:cNvSpPr>
          <p:nvPr/>
        </p:nvSpPr>
        <p:spPr>
          <a:xfrm>
            <a:off x="13830300" y="3817620"/>
            <a:ext cx="1866900" cy="236220"/>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Action chunk</a:t>
            </a:r>
          </a:p>
        </p:txBody>
      </p:sp>
      <p:sp>
        <p:nvSpPr>
          <p:cNvPr id="438" name="motor-command-sequence-top">
            <a:extLst>
              <a:ext uri="{FF2B5EF4-FFF2-40B4-BE49-F238E27FC236}">
                <a16:creationId xmlns:a16="http://schemas.microsoft.com/office/drawing/2014/main" id="{41E7006E-49D5-4F72-B5E1-FF6429F74CEF}"/>
              </a:ext>
            </a:extLst>
          </p:cNvPr>
          <p:cNvSpPr>
            <a:spLocks noGrp="1"/>
          </p:cNvSpPr>
          <p:nvPr/>
        </p:nvSpPr>
        <p:spPr>
          <a:xfrm>
            <a:off x="13830300" y="4099560"/>
            <a:ext cx="1851660" cy="45720"/>
          </a:xfrm>
          <a:custGeom>
            <a:avLst/>
            <a:gdLst/>
            <a:ahLst/>
            <a:cxnLst/>
            <a:rect l="0" t="0" r="0" b="0"/>
            <a:pathLst>
              <a:path w="2314575" h="57150">
                <a:moveTo>
                  <a:pt x="0" y="57150"/>
                </a:moveTo>
                <a:lnTo>
                  <a:pt x="57150" y="0"/>
                </a:lnTo>
                <a:lnTo>
                  <a:pt x="2314575" y="0"/>
                </a:lnTo>
                <a:lnTo>
                  <a:pt x="2257425" y="57150"/>
                </a:lnTo>
                <a:close/>
              </a:path>
            </a:pathLst>
          </a:custGeom>
          <a:solidFill>
            <a:srgbClr val="F9FAFD"/>
          </a:solidFill>
          <a:ln w="11430">
            <a:solidFill>
              <a:srgbClr val="63788A"/>
            </a:solidFill>
          </a:ln>
        </p:spPr>
        <p:txBody>
          <a:bodyPr/>
          <a:lstStyle/>
          <a:p>
            <a:endParaRPr lang="zh-CN" altLang="en-US" sz="2000"/>
          </a:p>
        </p:txBody>
      </p:sp>
      <p:sp>
        <p:nvSpPr>
          <p:cNvPr id="439" name="motor-command-sequence-side">
            <a:extLst>
              <a:ext uri="{FF2B5EF4-FFF2-40B4-BE49-F238E27FC236}">
                <a16:creationId xmlns:a16="http://schemas.microsoft.com/office/drawing/2014/main" id="{11C72291-4DFC-40EE-8C54-AE637B26E620}"/>
              </a:ext>
            </a:extLst>
          </p:cNvPr>
          <p:cNvSpPr>
            <a:spLocks noGrp="1"/>
          </p:cNvSpPr>
          <p:nvPr/>
        </p:nvSpPr>
        <p:spPr>
          <a:xfrm>
            <a:off x="15636240" y="4099560"/>
            <a:ext cx="45720" cy="434340"/>
          </a:xfrm>
          <a:custGeom>
            <a:avLst/>
            <a:gdLst/>
            <a:ahLst/>
            <a:cxnLst/>
            <a:rect l="0" t="0" r="0" b="0"/>
            <a:pathLst>
              <a:path w="57150" h="542925">
                <a:moveTo>
                  <a:pt x="0" y="57150"/>
                </a:moveTo>
                <a:lnTo>
                  <a:pt x="57150" y="0"/>
                </a:lnTo>
                <a:lnTo>
                  <a:pt x="57150" y="485775"/>
                </a:lnTo>
                <a:lnTo>
                  <a:pt x="0" y="542925"/>
                </a:lnTo>
                <a:close/>
              </a:path>
            </a:pathLst>
          </a:custGeom>
          <a:solidFill>
            <a:srgbClr val="BDCAD5"/>
          </a:solidFill>
          <a:ln w="11430">
            <a:solidFill>
              <a:srgbClr val="63788A"/>
            </a:solidFill>
          </a:ln>
        </p:spPr>
        <p:txBody>
          <a:bodyPr/>
          <a:lstStyle/>
          <a:p>
            <a:endParaRPr lang="zh-CN" altLang="en-US" sz="2000"/>
          </a:p>
        </p:txBody>
      </p:sp>
      <p:sp>
        <p:nvSpPr>
          <p:cNvPr id="440" name="motor-command-sequence-front">
            <a:extLst>
              <a:ext uri="{FF2B5EF4-FFF2-40B4-BE49-F238E27FC236}">
                <a16:creationId xmlns:a16="http://schemas.microsoft.com/office/drawing/2014/main" id="{C22BBC2C-B2DE-4AFB-AD90-BD468BE139BF}"/>
              </a:ext>
            </a:extLst>
          </p:cNvPr>
          <p:cNvSpPr>
            <a:spLocks noGrp="1"/>
          </p:cNvSpPr>
          <p:nvPr/>
        </p:nvSpPr>
        <p:spPr>
          <a:xfrm>
            <a:off x="13830300" y="4145280"/>
            <a:ext cx="1805940" cy="388620"/>
          </a:xfrm>
          <a:prstGeom prst="rect">
            <a:avLst/>
          </a:prstGeom>
          <a:solidFill>
            <a:srgbClr val="EEF2F5"/>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441" name="action-coordinate-0-0">
            <a:extLst>
              <a:ext uri="{FF2B5EF4-FFF2-40B4-BE49-F238E27FC236}">
                <a16:creationId xmlns:a16="http://schemas.microsoft.com/office/drawing/2014/main" id="{812862E8-DA78-4B50-AAC2-7ACB28DD5A9A}"/>
              </a:ext>
            </a:extLst>
          </p:cNvPr>
          <p:cNvSpPr>
            <a:spLocks noGrp="1"/>
          </p:cNvSpPr>
          <p:nvPr/>
        </p:nvSpPr>
        <p:spPr>
          <a:xfrm>
            <a:off x="13891260" y="4198620"/>
            <a:ext cx="167640" cy="60960"/>
          </a:xfrm>
          <a:prstGeom prst="rect">
            <a:avLst/>
          </a:prstGeom>
          <a:solidFill>
            <a:srgbClr val="698CA8"/>
          </a:solidFill>
          <a:ln w="0">
            <a:noFill/>
          </a:ln>
        </p:spPr>
        <p:txBody>
          <a:bodyPr/>
          <a:lstStyle/>
          <a:p>
            <a:endParaRPr lang="zh-CN" altLang="en-US" sz="2000"/>
          </a:p>
        </p:txBody>
      </p:sp>
      <p:sp>
        <p:nvSpPr>
          <p:cNvPr id="442" name="action-coordinate-0-1">
            <a:extLst>
              <a:ext uri="{FF2B5EF4-FFF2-40B4-BE49-F238E27FC236}">
                <a16:creationId xmlns:a16="http://schemas.microsoft.com/office/drawing/2014/main" id="{DE0D1BD8-B0D7-4133-AA6F-F31C5250B469}"/>
              </a:ext>
            </a:extLst>
          </p:cNvPr>
          <p:cNvSpPr>
            <a:spLocks noGrp="1"/>
          </p:cNvSpPr>
          <p:nvPr/>
        </p:nvSpPr>
        <p:spPr>
          <a:xfrm>
            <a:off x="13891260" y="4290060"/>
            <a:ext cx="167640" cy="60960"/>
          </a:xfrm>
          <a:prstGeom prst="rect">
            <a:avLst/>
          </a:prstGeom>
          <a:solidFill>
            <a:srgbClr val="94AEC2"/>
          </a:solidFill>
          <a:ln w="0">
            <a:noFill/>
          </a:ln>
        </p:spPr>
        <p:txBody>
          <a:bodyPr/>
          <a:lstStyle/>
          <a:p>
            <a:endParaRPr lang="zh-CN" altLang="en-US" sz="2000"/>
          </a:p>
        </p:txBody>
      </p:sp>
      <p:sp>
        <p:nvSpPr>
          <p:cNvPr id="443" name="action-coordinate-0-2">
            <a:extLst>
              <a:ext uri="{FF2B5EF4-FFF2-40B4-BE49-F238E27FC236}">
                <a16:creationId xmlns:a16="http://schemas.microsoft.com/office/drawing/2014/main" id="{ACD22DE2-BD35-407E-BEA2-6945EC50BBC8}"/>
              </a:ext>
            </a:extLst>
          </p:cNvPr>
          <p:cNvSpPr>
            <a:spLocks noGrp="1"/>
          </p:cNvSpPr>
          <p:nvPr/>
        </p:nvSpPr>
        <p:spPr>
          <a:xfrm>
            <a:off x="13891260" y="4381500"/>
            <a:ext cx="167640" cy="60960"/>
          </a:xfrm>
          <a:prstGeom prst="rect">
            <a:avLst/>
          </a:prstGeom>
          <a:solidFill>
            <a:srgbClr val="BBCBD8"/>
          </a:solidFill>
          <a:ln w="0">
            <a:noFill/>
          </a:ln>
        </p:spPr>
        <p:txBody>
          <a:bodyPr/>
          <a:lstStyle/>
          <a:p>
            <a:endParaRPr lang="zh-CN" altLang="en-US" sz="2000"/>
          </a:p>
        </p:txBody>
      </p:sp>
      <p:sp>
        <p:nvSpPr>
          <p:cNvPr id="444" name="action-coordinate-1-0">
            <a:extLst>
              <a:ext uri="{FF2B5EF4-FFF2-40B4-BE49-F238E27FC236}">
                <a16:creationId xmlns:a16="http://schemas.microsoft.com/office/drawing/2014/main" id="{4EF8D356-5955-48D5-B7C2-B0C5EDB818A7}"/>
              </a:ext>
            </a:extLst>
          </p:cNvPr>
          <p:cNvSpPr>
            <a:spLocks noGrp="1"/>
          </p:cNvSpPr>
          <p:nvPr/>
        </p:nvSpPr>
        <p:spPr>
          <a:xfrm>
            <a:off x="14104620" y="4198620"/>
            <a:ext cx="167640" cy="60960"/>
          </a:xfrm>
          <a:prstGeom prst="rect">
            <a:avLst/>
          </a:prstGeom>
          <a:solidFill>
            <a:srgbClr val="698CA8"/>
          </a:solidFill>
          <a:ln w="0">
            <a:noFill/>
          </a:ln>
        </p:spPr>
        <p:txBody>
          <a:bodyPr/>
          <a:lstStyle/>
          <a:p>
            <a:endParaRPr lang="zh-CN" altLang="en-US" sz="2000"/>
          </a:p>
        </p:txBody>
      </p:sp>
      <p:sp>
        <p:nvSpPr>
          <p:cNvPr id="445" name="action-coordinate-1-1">
            <a:extLst>
              <a:ext uri="{FF2B5EF4-FFF2-40B4-BE49-F238E27FC236}">
                <a16:creationId xmlns:a16="http://schemas.microsoft.com/office/drawing/2014/main" id="{691F8C33-16E3-42DC-BED2-4ED36AB4B2B6}"/>
              </a:ext>
            </a:extLst>
          </p:cNvPr>
          <p:cNvSpPr>
            <a:spLocks noGrp="1"/>
          </p:cNvSpPr>
          <p:nvPr/>
        </p:nvSpPr>
        <p:spPr>
          <a:xfrm>
            <a:off x="14104620" y="4290060"/>
            <a:ext cx="167640" cy="60960"/>
          </a:xfrm>
          <a:prstGeom prst="rect">
            <a:avLst/>
          </a:prstGeom>
          <a:solidFill>
            <a:srgbClr val="94AEC2"/>
          </a:solidFill>
          <a:ln w="0">
            <a:noFill/>
          </a:ln>
        </p:spPr>
        <p:txBody>
          <a:bodyPr/>
          <a:lstStyle/>
          <a:p>
            <a:endParaRPr lang="zh-CN" altLang="en-US" sz="2000"/>
          </a:p>
        </p:txBody>
      </p:sp>
      <p:sp>
        <p:nvSpPr>
          <p:cNvPr id="446" name="action-coordinate-1-2">
            <a:extLst>
              <a:ext uri="{FF2B5EF4-FFF2-40B4-BE49-F238E27FC236}">
                <a16:creationId xmlns:a16="http://schemas.microsoft.com/office/drawing/2014/main" id="{3A4E7A08-3365-437A-8D89-84A3698A63D3}"/>
              </a:ext>
            </a:extLst>
          </p:cNvPr>
          <p:cNvSpPr>
            <a:spLocks noGrp="1"/>
          </p:cNvSpPr>
          <p:nvPr/>
        </p:nvSpPr>
        <p:spPr>
          <a:xfrm>
            <a:off x="14104620" y="4381500"/>
            <a:ext cx="167640" cy="60960"/>
          </a:xfrm>
          <a:prstGeom prst="rect">
            <a:avLst/>
          </a:prstGeom>
          <a:solidFill>
            <a:srgbClr val="BBCBD8"/>
          </a:solidFill>
          <a:ln w="0">
            <a:noFill/>
          </a:ln>
        </p:spPr>
        <p:txBody>
          <a:bodyPr/>
          <a:lstStyle/>
          <a:p>
            <a:endParaRPr lang="zh-CN" altLang="en-US" sz="2000"/>
          </a:p>
        </p:txBody>
      </p:sp>
      <p:sp>
        <p:nvSpPr>
          <p:cNvPr id="447" name="action-coordinate-2-0">
            <a:extLst>
              <a:ext uri="{FF2B5EF4-FFF2-40B4-BE49-F238E27FC236}">
                <a16:creationId xmlns:a16="http://schemas.microsoft.com/office/drawing/2014/main" id="{91104D03-FF9D-4780-AE50-F5B2172F738E}"/>
              </a:ext>
            </a:extLst>
          </p:cNvPr>
          <p:cNvSpPr>
            <a:spLocks noGrp="1"/>
          </p:cNvSpPr>
          <p:nvPr/>
        </p:nvSpPr>
        <p:spPr>
          <a:xfrm>
            <a:off x="14317980" y="4198620"/>
            <a:ext cx="167640" cy="60960"/>
          </a:xfrm>
          <a:prstGeom prst="rect">
            <a:avLst/>
          </a:prstGeom>
          <a:solidFill>
            <a:srgbClr val="698CA8"/>
          </a:solidFill>
          <a:ln w="0">
            <a:noFill/>
          </a:ln>
        </p:spPr>
        <p:txBody>
          <a:bodyPr/>
          <a:lstStyle/>
          <a:p>
            <a:endParaRPr lang="zh-CN" altLang="en-US" sz="2000"/>
          </a:p>
        </p:txBody>
      </p:sp>
      <p:sp>
        <p:nvSpPr>
          <p:cNvPr id="448" name="action-coordinate-2-1">
            <a:extLst>
              <a:ext uri="{FF2B5EF4-FFF2-40B4-BE49-F238E27FC236}">
                <a16:creationId xmlns:a16="http://schemas.microsoft.com/office/drawing/2014/main" id="{72CA1664-AE0C-488A-B28E-4AE95F1D84A7}"/>
              </a:ext>
            </a:extLst>
          </p:cNvPr>
          <p:cNvSpPr>
            <a:spLocks noGrp="1"/>
          </p:cNvSpPr>
          <p:nvPr/>
        </p:nvSpPr>
        <p:spPr>
          <a:xfrm>
            <a:off x="14317980" y="4290060"/>
            <a:ext cx="167640" cy="60960"/>
          </a:xfrm>
          <a:prstGeom prst="rect">
            <a:avLst/>
          </a:prstGeom>
          <a:solidFill>
            <a:srgbClr val="94AEC2"/>
          </a:solidFill>
          <a:ln w="0">
            <a:noFill/>
          </a:ln>
        </p:spPr>
        <p:txBody>
          <a:bodyPr/>
          <a:lstStyle/>
          <a:p>
            <a:endParaRPr lang="zh-CN" altLang="en-US" sz="2000"/>
          </a:p>
        </p:txBody>
      </p:sp>
      <p:sp>
        <p:nvSpPr>
          <p:cNvPr id="449" name="action-coordinate-2-2">
            <a:extLst>
              <a:ext uri="{FF2B5EF4-FFF2-40B4-BE49-F238E27FC236}">
                <a16:creationId xmlns:a16="http://schemas.microsoft.com/office/drawing/2014/main" id="{A7F3E6FA-B942-49AC-A24C-047A20B99BA9}"/>
              </a:ext>
            </a:extLst>
          </p:cNvPr>
          <p:cNvSpPr>
            <a:spLocks noGrp="1"/>
          </p:cNvSpPr>
          <p:nvPr/>
        </p:nvSpPr>
        <p:spPr>
          <a:xfrm>
            <a:off x="14317980" y="4381500"/>
            <a:ext cx="167640" cy="60960"/>
          </a:xfrm>
          <a:prstGeom prst="rect">
            <a:avLst/>
          </a:prstGeom>
          <a:solidFill>
            <a:srgbClr val="BBCBD8"/>
          </a:solidFill>
          <a:ln w="0">
            <a:noFill/>
          </a:ln>
        </p:spPr>
        <p:txBody>
          <a:bodyPr/>
          <a:lstStyle/>
          <a:p>
            <a:endParaRPr lang="zh-CN" altLang="en-US" sz="2000"/>
          </a:p>
        </p:txBody>
      </p:sp>
      <p:sp>
        <p:nvSpPr>
          <p:cNvPr id="450" name="action-coordinate-3-0">
            <a:extLst>
              <a:ext uri="{FF2B5EF4-FFF2-40B4-BE49-F238E27FC236}">
                <a16:creationId xmlns:a16="http://schemas.microsoft.com/office/drawing/2014/main" id="{FAA0A58B-82A4-4BD4-80DF-0E9DEAE510CF}"/>
              </a:ext>
            </a:extLst>
          </p:cNvPr>
          <p:cNvSpPr>
            <a:spLocks noGrp="1"/>
          </p:cNvSpPr>
          <p:nvPr/>
        </p:nvSpPr>
        <p:spPr>
          <a:xfrm>
            <a:off x="14531340" y="4198620"/>
            <a:ext cx="167640" cy="60960"/>
          </a:xfrm>
          <a:prstGeom prst="rect">
            <a:avLst/>
          </a:prstGeom>
          <a:solidFill>
            <a:srgbClr val="C3D0DA"/>
          </a:solidFill>
          <a:ln w="0">
            <a:noFill/>
          </a:ln>
        </p:spPr>
        <p:txBody>
          <a:bodyPr/>
          <a:lstStyle/>
          <a:p>
            <a:endParaRPr lang="zh-CN" altLang="en-US" sz="2000"/>
          </a:p>
        </p:txBody>
      </p:sp>
      <p:sp>
        <p:nvSpPr>
          <p:cNvPr id="451" name="action-coordinate-3-1">
            <a:extLst>
              <a:ext uri="{FF2B5EF4-FFF2-40B4-BE49-F238E27FC236}">
                <a16:creationId xmlns:a16="http://schemas.microsoft.com/office/drawing/2014/main" id="{AC977B6F-1DB5-4CDD-B259-6FBDECDD5E42}"/>
              </a:ext>
            </a:extLst>
          </p:cNvPr>
          <p:cNvSpPr>
            <a:spLocks noGrp="1"/>
          </p:cNvSpPr>
          <p:nvPr/>
        </p:nvSpPr>
        <p:spPr>
          <a:xfrm>
            <a:off x="14531340" y="4290060"/>
            <a:ext cx="167640" cy="60960"/>
          </a:xfrm>
          <a:prstGeom prst="rect">
            <a:avLst/>
          </a:prstGeom>
          <a:solidFill>
            <a:srgbClr val="DEE5EB"/>
          </a:solidFill>
          <a:ln w="0">
            <a:noFill/>
          </a:ln>
        </p:spPr>
        <p:txBody>
          <a:bodyPr/>
          <a:lstStyle/>
          <a:p>
            <a:endParaRPr lang="zh-CN" altLang="en-US" sz="2000"/>
          </a:p>
        </p:txBody>
      </p:sp>
      <p:sp>
        <p:nvSpPr>
          <p:cNvPr id="452" name="action-coordinate-3-2">
            <a:extLst>
              <a:ext uri="{FF2B5EF4-FFF2-40B4-BE49-F238E27FC236}">
                <a16:creationId xmlns:a16="http://schemas.microsoft.com/office/drawing/2014/main" id="{FA3C72B0-C07A-4FEA-9E58-6951A086FFB5}"/>
              </a:ext>
            </a:extLst>
          </p:cNvPr>
          <p:cNvSpPr>
            <a:spLocks noGrp="1"/>
          </p:cNvSpPr>
          <p:nvPr/>
        </p:nvSpPr>
        <p:spPr>
          <a:xfrm>
            <a:off x="14531340" y="4381500"/>
            <a:ext cx="167640" cy="60960"/>
          </a:xfrm>
          <a:prstGeom prst="rect">
            <a:avLst/>
          </a:prstGeom>
          <a:solidFill>
            <a:srgbClr val="B8C8D4"/>
          </a:solidFill>
          <a:ln w="0">
            <a:noFill/>
          </a:ln>
        </p:spPr>
        <p:txBody>
          <a:bodyPr/>
          <a:lstStyle/>
          <a:p>
            <a:endParaRPr lang="zh-CN" altLang="en-US" sz="2000"/>
          </a:p>
        </p:txBody>
      </p:sp>
      <p:sp>
        <p:nvSpPr>
          <p:cNvPr id="453" name="action-coordinate-4-0">
            <a:extLst>
              <a:ext uri="{FF2B5EF4-FFF2-40B4-BE49-F238E27FC236}">
                <a16:creationId xmlns:a16="http://schemas.microsoft.com/office/drawing/2014/main" id="{E943AA28-A9D3-45A0-A408-2CD1D1526F1B}"/>
              </a:ext>
            </a:extLst>
          </p:cNvPr>
          <p:cNvSpPr>
            <a:spLocks noGrp="1"/>
          </p:cNvSpPr>
          <p:nvPr/>
        </p:nvSpPr>
        <p:spPr>
          <a:xfrm>
            <a:off x="14744700" y="4198620"/>
            <a:ext cx="167640" cy="60960"/>
          </a:xfrm>
          <a:prstGeom prst="rect">
            <a:avLst/>
          </a:prstGeom>
          <a:solidFill>
            <a:srgbClr val="DEE5EB"/>
          </a:solidFill>
          <a:ln w="0">
            <a:noFill/>
          </a:ln>
        </p:spPr>
        <p:txBody>
          <a:bodyPr/>
          <a:lstStyle/>
          <a:p>
            <a:endParaRPr lang="zh-CN" altLang="en-US" sz="2000"/>
          </a:p>
        </p:txBody>
      </p:sp>
      <p:sp>
        <p:nvSpPr>
          <p:cNvPr id="454" name="action-coordinate-4-1">
            <a:extLst>
              <a:ext uri="{FF2B5EF4-FFF2-40B4-BE49-F238E27FC236}">
                <a16:creationId xmlns:a16="http://schemas.microsoft.com/office/drawing/2014/main" id="{BA1C16CD-E2B1-4759-B45A-E158D306EC7E}"/>
              </a:ext>
            </a:extLst>
          </p:cNvPr>
          <p:cNvSpPr>
            <a:spLocks noGrp="1"/>
          </p:cNvSpPr>
          <p:nvPr/>
        </p:nvSpPr>
        <p:spPr>
          <a:xfrm>
            <a:off x="14744700" y="4290060"/>
            <a:ext cx="167640" cy="60960"/>
          </a:xfrm>
          <a:prstGeom prst="rect">
            <a:avLst/>
          </a:prstGeom>
          <a:solidFill>
            <a:srgbClr val="B8C8D4"/>
          </a:solidFill>
          <a:ln w="0">
            <a:noFill/>
          </a:ln>
        </p:spPr>
        <p:txBody>
          <a:bodyPr/>
          <a:lstStyle/>
          <a:p>
            <a:endParaRPr lang="zh-CN" altLang="en-US" sz="2000"/>
          </a:p>
        </p:txBody>
      </p:sp>
      <p:sp>
        <p:nvSpPr>
          <p:cNvPr id="455" name="action-coordinate-4-2">
            <a:extLst>
              <a:ext uri="{FF2B5EF4-FFF2-40B4-BE49-F238E27FC236}">
                <a16:creationId xmlns:a16="http://schemas.microsoft.com/office/drawing/2014/main" id="{605A6ED3-4189-4EC3-B4A8-5621B0A19F07}"/>
              </a:ext>
            </a:extLst>
          </p:cNvPr>
          <p:cNvSpPr>
            <a:spLocks noGrp="1"/>
          </p:cNvSpPr>
          <p:nvPr/>
        </p:nvSpPr>
        <p:spPr>
          <a:xfrm>
            <a:off x="14744700" y="4381500"/>
            <a:ext cx="167640" cy="60960"/>
          </a:xfrm>
          <a:prstGeom prst="rect">
            <a:avLst/>
          </a:prstGeom>
          <a:solidFill>
            <a:srgbClr val="C3D0DA"/>
          </a:solidFill>
          <a:ln w="0">
            <a:noFill/>
          </a:ln>
        </p:spPr>
        <p:txBody>
          <a:bodyPr/>
          <a:lstStyle/>
          <a:p>
            <a:endParaRPr lang="zh-CN" altLang="en-US" sz="2000"/>
          </a:p>
        </p:txBody>
      </p:sp>
      <p:sp>
        <p:nvSpPr>
          <p:cNvPr id="456" name="action-coordinate-5-0">
            <a:extLst>
              <a:ext uri="{FF2B5EF4-FFF2-40B4-BE49-F238E27FC236}">
                <a16:creationId xmlns:a16="http://schemas.microsoft.com/office/drawing/2014/main" id="{52136939-EDF4-423A-BBF0-0FB4C1B760F7}"/>
              </a:ext>
            </a:extLst>
          </p:cNvPr>
          <p:cNvSpPr>
            <a:spLocks noGrp="1"/>
          </p:cNvSpPr>
          <p:nvPr/>
        </p:nvSpPr>
        <p:spPr>
          <a:xfrm>
            <a:off x="14958060" y="4198620"/>
            <a:ext cx="167640" cy="60960"/>
          </a:xfrm>
          <a:prstGeom prst="rect">
            <a:avLst/>
          </a:prstGeom>
          <a:solidFill>
            <a:srgbClr val="B8C8D4"/>
          </a:solidFill>
          <a:ln w="0">
            <a:noFill/>
          </a:ln>
        </p:spPr>
        <p:txBody>
          <a:bodyPr/>
          <a:lstStyle/>
          <a:p>
            <a:endParaRPr lang="zh-CN" altLang="en-US" sz="2000"/>
          </a:p>
        </p:txBody>
      </p:sp>
      <p:sp>
        <p:nvSpPr>
          <p:cNvPr id="457" name="action-coordinate-5-1">
            <a:extLst>
              <a:ext uri="{FF2B5EF4-FFF2-40B4-BE49-F238E27FC236}">
                <a16:creationId xmlns:a16="http://schemas.microsoft.com/office/drawing/2014/main" id="{95BA9852-80B5-474F-97F3-3502CD0B8298}"/>
              </a:ext>
            </a:extLst>
          </p:cNvPr>
          <p:cNvSpPr>
            <a:spLocks noGrp="1"/>
          </p:cNvSpPr>
          <p:nvPr/>
        </p:nvSpPr>
        <p:spPr>
          <a:xfrm>
            <a:off x="14958060" y="4290060"/>
            <a:ext cx="167640" cy="60960"/>
          </a:xfrm>
          <a:prstGeom prst="rect">
            <a:avLst/>
          </a:prstGeom>
          <a:solidFill>
            <a:srgbClr val="C3D0DA"/>
          </a:solidFill>
          <a:ln w="0">
            <a:noFill/>
          </a:ln>
        </p:spPr>
        <p:txBody>
          <a:bodyPr/>
          <a:lstStyle/>
          <a:p>
            <a:endParaRPr lang="zh-CN" altLang="en-US" sz="2000"/>
          </a:p>
        </p:txBody>
      </p:sp>
      <p:sp>
        <p:nvSpPr>
          <p:cNvPr id="458" name="action-coordinate-5-2">
            <a:extLst>
              <a:ext uri="{FF2B5EF4-FFF2-40B4-BE49-F238E27FC236}">
                <a16:creationId xmlns:a16="http://schemas.microsoft.com/office/drawing/2014/main" id="{DAC73DEA-198C-46F6-A765-7B91DEE6C670}"/>
              </a:ext>
            </a:extLst>
          </p:cNvPr>
          <p:cNvSpPr>
            <a:spLocks noGrp="1"/>
          </p:cNvSpPr>
          <p:nvPr/>
        </p:nvSpPr>
        <p:spPr>
          <a:xfrm>
            <a:off x="14958060" y="4381500"/>
            <a:ext cx="167640" cy="60960"/>
          </a:xfrm>
          <a:prstGeom prst="rect">
            <a:avLst/>
          </a:prstGeom>
          <a:solidFill>
            <a:srgbClr val="DEE5EB"/>
          </a:solidFill>
          <a:ln w="0">
            <a:noFill/>
          </a:ln>
        </p:spPr>
        <p:txBody>
          <a:bodyPr/>
          <a:lstStyle/>
          <a:p>
            <a:endParaRPr lang="zh-CN" altLang="en-US" sz="2000"/>
          </a:p>
        </p:txBody>
      </p:sp>
      <p:sp>
        <p:nvSpPr>
          <p:cNvPr id="459" name="action-coordinate-6-0">
            <a:extLst>
              <a:ext uri="{FF2B5EF4-FFF2-40B4-BE49-F238E27FC236}">
                <a16:creationId xmlns:a16="http://schemas.microsoft.com/office/drawing/2014/main" id="{DCE7A098-0DDB-42B2-8E57-69C8475BE382}"/>
              </a:ext>
            </a:extLst>
          </p:cNvPr>
          <p:cNvSpPr>
            <a:spLocks noGrp="1"/>
          </p:cNvSpPr>
          <p:nvPr/>
        </p:nvSpPr>
        <p:spPr>
          <a:xfrm>
            <a:off x="15171420" y="4198620"/>
            <a:ext cx="167640" cy="60960"/>
          </a:xfrm>
          <a:prstGeom prst="rect">
            <a:avLst/>
          </a:prstGeom>
          <a:solidFill>
            <a:srgbClr val="C3D0DA"/>
          </a:solidFill>
          <a:ln w="0">
            <a:noFill/>
          </a:ln>
        </p:spPr>
        <p:txBody>
          <a:bodyPr/>
          <a:lstStyle/>
          <a:p>
            <a:endParaRPr lang="zh-CN" altLang="en-US" sz="2000"/>
          </a:p>
        </p:txBody>
      </p:sp>
      <p:sp>
        <p:nvSpPr>
          <p:cNvPr id="460" name="action-coordinate-6-1">
            <a:extLst>
              <a:ext uri="{FF2B5EF4-FFF2-40B4-BE49-F238E27FC236}">
                <a16:creationId xmlns:a16="http://schemas.microsoft.com/office/drawing/2014/main" id="{6433293A-ADE8-4694-B84D-387250CB3BED}"/>
              </a:ext>
            </a:extLst>
          </p:cNvPr>
          <p:cNvSpPr>
            <a:spLocks noGrp="1"/>
          </p:cNvSpPr>
          <p:nvPr/>
        </p:nvSpPr>
        <p:spPr>
          <a:xfrm>
            <a:off x="15171420" y="4290060"/>
            <a:ext cx="167640" cy="60960"/>
          </a:xfrm>
          <a:prstGeom prst="rect">
            <a:avLst/>
          </a:prstGeom>
          <a:solidFill>
            <a:srgbClr val="DEE5EB"/>
          </a:solidFill>
          <a:ln w="0">
            <a:noFill/>
          </a:ln>
        </p:spPr>
        <p:txBody>
          <a:bodyPr/>
          <a:lstStyle/>
          <a:p>
            <a:endParaRPr lang="zh-CN" altLang="en-US" sz="2000"/>
          </a:p>
        </p:txBody>
      </p:sp>
      <p:sp>
        <p:nvSpPr>
          <p:cNvPr id="461" name="action-coordinate-6-2">
            <a:extLst>
              <a:ext uri="{FF2B5EF4-FFF2-40B4-BE49-F238E27FC236}">
                <a16:creationId xmlns:a16="http://schemas.microsoft.com/office/drawing/2014/main" id="{E284A733-E9A0-4481-BE5C-277F0EF390B7}"/>
              </a:ext>
            </a:extLst>
          </p:cNvPr>
          <p:cNvSpPr>
            <a:spLocks noGrp="1"/>
          </p:cNvSpPr>
          <p:nvPr/>
        </p:nvSpPr>
        <p:spPr>
          <a:xfrm>
            <a:off x="15171420" y="4381500"/>
            <a:ext cx="167640" cy="60960"/>
          </a:xfrm>
          <a:prstGeom prst="rect">
            <a:avLst/>
          </a:prstGeom>
          <a:solidFill>
            <a:srgbClr val="B8C8D4"/>
          </a:solidFill>
          <a:ln w="0">
            <a:noFill/>
          </a:ln>
        </p:spPr>
        <p:txBody>
          <a:bodyPr/>
          <a:lstStyle/>
          <a:p>
            <a:endParaRPr lang="zh-CN" altLang="en-US" sz="2000"/>
          </a:p>
        </p:txBody>
      </p:sp>
      <p:sp>
        <p:nvSpPr>
          <p:cNvPr id="462" name="action-coordinate-7-0">
            <a:extLst>
              <a:ext uri="{FF2B5EF4-FFF2-40B4-BE49-F238E27FC236}">
                <a16:creationId xmlns:a16="http://schemas.microsoft.com/office/drawing/2014/main" id="{00818BC1-E511-453F-89A1-4ED69C6A9527}"/>
              </a:ext>
            </a:extLst>
          </p:cNvPr>
          <p:cNvSpPr>
            <a:spLocks noGrp="1"/>
          </p:cNvSpPr>
          <p:nvPr/>
        </p:nvSpPr>
        <p:spPr>
          <a:xfrm>
            <a:off x="15384780" y="4198620"/>
            <a:ext cx="167640" cy="60960"/>
          </a:xfrm>
          <a:prstGeom prst="rect">
            <a:avLst/>
          </a:prstGeom>
          <a:solidFill>
            <a:srgbClr val="DEE5EB"/>
          </a:solidFill>
          <a:ln w="0">
            <a:noFill/>
          </a:ln>
        </p:spPr>
        <p:txBody>
          <a:bodyPr/>
          <a:lstStyle/>
          <a:p>
            <a:endParaRPr lang="zh-CN" altLang="en-US" sz="2000"/>
          </a:p>
        </p:txBody>
      </p:sp>
      <p:sp>
        <p:nvSpPr>
          <p:cNvPr id="463" name="action-coordinate-7-1">
            <a:extLst>
              <a:ext uri="{FF2B5EF4-FFF2-40B4-BE49-F238E27FC236}">
                <a16:creationId xmlns:a16="http://schemas.microsoft.com/office/drawing/2014/main" id="{A875D659-D191-4BA6-A32C-525E0D9F1957}"/>
              </a:ext>
            </a:extLst>
          </p:cNvPr>
          <p:cNvSpPr>
            <a:spLocks noGrp="1"/>
          </p:cNvSpPr>
          <p:nvPr/>
        </p:nvSpPr>
        <p:spPr>
          <a:xfrm>
            <a:off x="15384780" y="4290060"/>
            <a:ext cx="167640" cy="60960"/>
          </a:xfrm>
          <a:prstGeom prst="rect">
            <a:avLst/>
          </a:prstGeom>
          <a:solidFill>
            <a:srgbClr val="B8C8D4"/>
          </a:solidFill>
          <a:ln w="0">
            <a:noFill/>
          </a:ln>
        </p:spPr>
        <p:txBody>
          <a:bodyPr/>
          <a:lstStyle/>
          <a:p>
            <a:endParaRPr lang="zh-CN" altLang="en-US" sz="2000"/>
          </a:p>
        </p:txBody>
      </p:sp>
      <p:sp>
        <p:nvSpPr>
          <p:cNvPr id="464" name="action-coordinate-7-2">
            <a:extLst>
              <a:ext uri="{FF2B5EF4-FFF2-40B4-BE49-F238E27FC236}">
                <a16:creationId xmlns:a16="http://schemas.microsoft.com/office/drawing/2014/main" id="{DA9B37C2-042B-4EAA-9C3C-76688C36E7E4}"/>
              </a:ext>
            </a:extLst>
          </p:cNvPr>
          <p:cNvSpPr>
            <a:spLocks noGrp="1"/>
          </p:cNvSpPr>
          <p:nvPr/>
        </p:nvSpPr>
        <p:spPr>
          <a:xfrm>
            <a:off x="15384780" y="4381500"/>
            <a:ext cx="167640" cy="60960"/>
          </a:xfrm>
          <a:prstGeom prst="rect">
            <a:avLst/>
          </a:prstGeom>
          <a:solidFill>
            <a:srgbClr val="C3D0DA"/>
          </a:solidFill>
          <a:ln w="0">
            <a:noFill/>
          </a:ln>
        </p:spPr>
        <p:txBody>
          <a:bodyPr/>
          <a:lstStyle/>
          <a:p>
            <a:endParaRPr lang="zh-CN" altLang="en-US" sz="2000"/>
          </a:p>
        </p:txBody>
      </p:sp>
      <p:sp>
        <p:nvSpPr>
          <p:cNvPr id="465" name="executed-prefix-bracket">
            <a:extLst>
              <a:ext uri="{FF2B5EF4-FFF2-40B4-BE49-F238E27FC236}">
                <a16:creationId xmlns:a16="http://schemas.microsoft.com/office/drawing/2014/main" id="{ACF1E65B-6867-4738-BB12-5265D546489F}"/>
              </a:ext>
            </a:extLst>
          </p:cNvPr>
          <p:cNvSpPr>
            <a:spLocks noGrp="1"/>
          </p:cNvSpPr>
          <p:nvPr/>
        </p:nvSpPr>
        <p:spPr>
          <a:xfrm>
            <a:off x="13891260" y="4640580"/>
            <a:ext cx="594360" cy="0"/>
          </a:xfrm>
          <a:prstGeom prst="line">
            <a:avLst/>
          </a:prstGeom>
          <a:noFill/>
          <a:ln w="17526">
            <a:solidFill>
              <a:srgbClr val="862B36"/>
            </a:solidFill>
          </a:ln>
        </p:spPr>
        <p:txBody>
          <a:bodyPr/>
          <a:lstStyle/>
          <a:p>
            <a:endParaRPr lang="zh-CN" altLang="en-US" sz="2000"/>
          </a:p>
        </p:txBody>
      </p:sp>
      <p:sp>
        <p:nvSpPr>
          <p:cNvPr id="466" name="executed-prefix-left">
            <a:extLst>
              <a:ext uri="{FF2B5EF4-FFF2-40B4-BE49-F238E27FC236}">
                <a16:creationId xmlns:a16="http://schemas.microsoft.com/office/drawing/2014/main" id="{90601643-3113-4B73-82B2-6DE94B361E7A}"/>
              </a:ext>
            </a:extLst>
          </p:cNvPr>
          <p:cNvSpPr>
            <a:spLocks noGrp="1"/>
          </p:cNvSpPr>
          <p:nvPr/>
        </p:nvSpPr>
        <p:spPr>
          <a:xfrm>
            <a:off x="13891260" y="4579620"/>
            <a:ext cx="0" cy="60960"/>
          </a:xfrm>
          <a:prstGeom prst="line">
            <a:avLst/>
          </a:prstGeom>
          <a:noFill/>
          <a:ln w="17526">
            <a:solidFill>
              <a:srgbClr val="862B36"/>
            </a:solidFill>
          </a:ln>
        </p:spPr>
        <p:txBody>
          <a:bodyPr/>
          <a:lstStyle/>
          <a:p>
            <a:endParaRPr lang="zh-CN" altLang="en-US" sz="2000"/>
          </a:p>
        </p:txBody>
      </p:sp>
      <p:sp>
        <p:nvSpPr>
          <p:cNvPr id="467" name="executed-prefix-right">
            <a:extLst>
              <a:ext uri="{FF2B5EF4-FFF2-40B4-BE49-F238E27FC236}">
                <a16:creationId xmlns:a16="http://schemas.microsoft.com/office/drawing/2014/main" id="{D2B1C749-0AEA-45D6-B292-9BD331BF1688}"/>
              </a:ext>
            </a:extLst>
          </p:cNvPr>
          <p:cNvSpPr>
            <a:spLocks noGrp="1"/>
          </p:cNvSpPr>
          <p:nvPr/>
        </p:nvSpPr>
        <p:spPr>
          <a:xfrm>
            <a:off x="14485620" y="4579620"/>
            <a:ext cx="0" cy="60960"/>
          </a:xfrm>
          <a:prstGeom prst="line">
            <a:avLst/>
          </a:prstGeom>
          <a:noFill/>
          <a:ln w="17526">
            <a:solidFill>
              <a:srgbClr val="862B36"/>
            </a:solidFill>
          </a:ln>
        </p:spPr>
        <p:txBody>
          <a:bodyPr/>
          <a:lstStyle/>
          <a:p>
            <a:endParaRPr lang="zh-CN" altLang="en-US" sz="2000"/>
          </a:p>
        </p:txBody>
      </p:sp>
      <p:sp>
        <p:nvSpPr>
          <p:cNvPr id="468" name="action-execution">
            <a:extLst>
              <a:ext uri="{FF2B5EF4-FFF2-40B4-BE49-F238E27FC236}">
                <a16:creationId xmlns:a16="http://schemas.microsoft.com/office/drawing/2014/main" id="{E7B273EC-7302-4AA3-B645-57D3A386060F}"/>
              </a:ext>
            </a:extLst>
          </p:cNvPr>
          <p:cNvSpPr>
            <a:spLocks noGrp="1"/>
          </p:cNvSpPr>
          <p:nvPr/>
        </p:nvSpPr>
        <p:spPr>
          <a:xfrm>
            <a:off x="13849350" y="4641609"/>
            <a:ext cx="1150620" cy="205740"/>
          </a:xfrm>
          <a:prstGeom prst="rect">
            <a:avLst/>
          </a:prstGeom>
          <a:noFill/>
          <a:ln w="0">
            <a:noFill/>
          </a:ln>
        </p:spPr>
        <p:txBody>
          <a:bodyPr wrap="none" lIns="0" tIns="0" rIns="0" bIns="0" anchor="ctr">
            <a:noAutofit/>
          </a:bodyPr>
          <a:lstStyle/>
          <a:p>
            <a:pPr algn="ctr">
              <a:defRPr sz="114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Execute prefix</a:t>
            </a:r>
          </a:p>
        </p:txBody>
      </p:sp>
      <p:pic>
        <p:nvPicPr>
          <p:cNvPr id="944" name="图形 943"/>
          <p:cNvPicPr>
            <a:picLocks noChangeAspect="1"/>
          </p:cNvPicPr>
          <p:nvPr/>
        </p:nvPicPr>
        <p:blipFill>
          <a:blip r:embed="rId84">
            <a:extLst>
              <a:ext uri="{96DAC541-7B7A-43D3-8B79-37D633B846F1}">
                <asvg:svgBlip xmlns:asvg="http://schemas.microsoft.com/office/drawing/2016/SVG/main" r:embed="rId85"/>
              </a:ext>
            </a:extLst>
          </a:blip>
          <a:stretch/>
        </p:blipFill>
        <p:spPr>
          <a:xfrm>
            <a:off x="15149490" y="4617872"/>
            <a:ext cx="444392" cy="238333"/>
          </a:xfrm>
          <a:prstGeom prst="rect">
            <a:avLst/>
          </a:prstGeom>
        </p:spPr>
      </p:pic>
      <p:sp>
        <p:nvSpPr>
          <p:cNvPr id="470" name="output-separator-2">
            <a:extLst>
              <a:ext uri="{FF2B5EF4-FFF2-40B4-BE49-F238E27FC236}">
                <a16:creationId xmlns:a16="http://schemas.microsoft.com/office/drawing/2014/main" id="{C4BEE1D3-1D20-4A72-B667-4E700D2112DD}"/>
              </a:ext>
            </a:extLst>
          </p:cNvPr>
          <p:cNvSpPr>
            <a:spLocks noGrp="1"/>
          </p:cNvSpPr>
          <p:nvPr/>
        </p:nvSpPr>
        <p:spPr>
          <a:xfrm>
            <a:off x="13830300" y="4930140"/>
            <a:ext cx="1866900" cy="0"/>
          </a:xfrm>
          <a:prstGeom prst="line">
            <a:avLst/>
          </a:prstGeom>
          <a:noFill/>
          <a:ln w="6096">
            <a:solidFill>
              <a:srgbClr val="CCD5DB"/>
            </a:solidFill>
          </a:ln>
        </p:spPr>
        <p:txBody>
          <a:bodyPr/>
          <a:lstStyle/>
          <a:p>
            <a:endParaRPr lang="zh-CN" altLang="en-US" sz="2000"/>
          </a:p>
        </p:txBody>
      </p:sp>
      <p:sp>
        <p:nvSpPr>
          <p:cNvPr id="471" name="consequence-label">
            <a:extLst>
              <a:ext uri="{FF2B5EF4-FFF2-40B4-BE49-F238E27FC236}">
                <a16:creationId xmlns:a16="http://schemas.microsoft.com/office/drawing/2014/main" id="{73A83E1D-031B-4E4E-8732-A3DA3F59C59E}"/>
              </a:ext>
            </a:extLst>
          </p:cNvPr>
          <p:cNvSpPr>
            <a:spLocks noGrp="1"/>
          </p:cNvSpPr>
          <p:nvPr/>
        </p:nvSpPr>
        <p:spPr>
          <a:xfrm>
            <a:off x="13830300" y="5006340"/>
            <a:ext cx="1866900" cy="23622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Visual consequence</a:t>
            </a:r>
          </a:p>
        </p:txBody>
      </p:sp>
      <p:pic>
        <p:nvPicPr>
          <p:cNvPr id="947" name="图片 946"/>
          <p:cNvPicPr>
            <a:picLocks noChangeAspect="1"/>
          </p:cNvPicPr>
          <p:nvPr/>
        </p:nvPicPr>
        <p:blipFill>
          <a:blip r:embed="rId86"/>
          <a:stretch/>
        </p:blipFill>
        <p:spPr>
          <a:xfrm>
            <a:off x="13862016" y="5280660"/>
            <a:ext cx="1587534" cy="1058356"/>
          </a:xfrm>
          <a:prstGeom prst="rect">
            <a:avLst/>
          </a:prstGeom>
        </p:spPr>
      </p:pic>
      <p:pic>
        <p:nvPicPr>
          <p:cNvPr id="949" name="图形 948"/>
          <p:cNvPicPr>
            <a:picLocks noChangeAspect="1"/>
          </p:cNvPicPr>
          <p:nvPr/>
        </p:nvPicPr>
        <p:blipFill>
          <a:blip r:embed="rId87">
            <a:extLst>
              <a:ext uri="{96DAC541-7B7A-43D3-8B79-37D633B846F1}">
                <asvg:svgBlip xmlns:asvg="http://schemas.microsoft.com/office/drawing/2016/SVG/main" r:embed="rId88"/>
              </a:ext>
            </a:extLst>
          </a:blip>
          <a:stretch/>
        </p:blipFill>
        <p:spPr>
          <a:xfrm>
            <a:off x="11734800" y="5695950"/>
            <a:ext cx="1732754" cy="247224"/>
          </a:xfrm>
          <a:prstGeom prst="rect">
            <a:avLst/>
          </a:prstGeom>
        </p:spPr>
      </p:pic>
      <p:sp>
        <p:nvSpPr>
          <p:cNvPr id="475" name="shared-sampling-schedule">
            <a:extLst>
              <a:ext uri="{FF2B5EF4-FFF2-40B4-BE49-F238E27FC236}">
                <a16:creationId xmlns:a16="http://schemas.microsoft.com/office/drawing/2014/main" id="{0106A730-31BD-4C83-A8BB-A69E275A2708}"/>
              </a:ext>
            </a:extLst>
          </p:cNvPr>
          <p:cNvSpPr>
            <a:spLocks noGrp="1"/>
          </p:cNvSpPr>
          <p:nvPr/>
        </p:nvSpPr>
        <p:spPr>
          <a:xfrm>
            <a:off x="12124656" y="6014240"/>
            <a:ext cx="143256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0" dirty="0">
                <a:solidFill>
                  <a:schemeClr val="tx1">
                    <a:lumMod val="75000"/>
                    <a:lumOff val="25000"/>
                  </a:schemeClr>
                </a:solidFill>
                <a:latin typeface="Toppan Bunkyu Mincho Regular"/>
                <a:ea typeface="Toppan Bunkyu Mincho Regular"/>
                <a:cs typeface="Toppan Bunkyu Mincho Regular"/>
              </a:rPr>
              <a:t>Shared schedule</a:t>
            </a:r>
          </a:p>
        </p:txBody>
      </p:sp>
      <p:sp>
        <p:nvSpPr>
          <p:cNvPr id="6" name="矩形 5">
            <a:extLst>
              <a:ext uri="{FF2B5EF4-FFF2-40B4-BE49-F238E27FC236}">
                <a16:creationId xmlns:a16="http://schemas.microsoft.com/office/drawing/2014/main" id="{D28A7023-F0CD-0C0C-3A2F-2C06F6971A68}"/>
              </a:ext>
            </a:extLst>
          </p:cNvPr>
          <p:cNvSpPr/>
          <p:nvPr/>
        </p:nvSpPr>
        <p:spPr>
          <a:xfrm>
            <a:off x="4846587" y="5781726"/>
            <a:ext cx="5394425" cy="461665"/>
          </a:xfrm>
          <a:prstGeom prst="rect">
            <a:avLst/>
          </a:prstGeom>
          <a:noFill/>
        </p:spPr>
        <p:txBody>
          <a:bodyPr wrap="none" lIns="91440" tIns="45720" rIns="91440" bIns="45720">
            <a:spAutoFit/>
          </a:bodyPr>
          <a:lstStyle/>
          <a:p>
            <a:pPr algn="ctr"/>
            <a:r>
              <a:rPr lang="en-US" altLang="zh-CN" sz="2400" b="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Toppan Bunkyu Mincho Regular"/>
                <a:ea typeface="Toppan Bunkyu Mincho Regular"/>
              </a:rPr>
              <a:t>JAM: Joint Action–World Modeling</a:t>
            </a:r>
          </a:p>
        </p:txBody>
      </p:sp>
      <p:pic>
        <p:nvPicPr>
          <p:cNvPr id="8" name="图片 7">
            <a:extLst>
              <a:ext uri="{FF2B5EF4-FFF2-40B4-BE49-F238E27FC236}">
                <a16:creationId xmlns:a16="http://schemas.microsoft.com/office/drawing/2014/main" id="{B2BBE9F5-3721-C5DA-3CB6-CF6516761225}"/>
              </a:ext>
            </a:extLst>
          </p:cNvPr>
          <p:cNvPicPr>
            <a:picLocks noChangeAspect="1"/>
          </p:cNvPicPr>
          <p:nvPr/>
        </p:nvPicPr>
        <p:blipFill>
          <a:blip r:embed="rId89">
            <a:extLst>
              <a:ext uri="{BEBA8EAE-BF5A-486C-A8C5-ECC9F3942E4B}">
                <a14:imgProps xmlns:a14="http://schemas.microsoft.com/office/drawing/2010/main">
                  <a14:imgLayer r:embed="rId90">
                    <a14:imgEffect>
                      <a14:backgroundRemoval t="10000" b="90000" l="10000" r="90000"/>
                    </a14:imgEffect>
                  </a14:imgLayer>
                </a14:imgProps>
              </a:ext>
            </a:extLst>
          </a:blip>
          <a:stretch>
            <a:fillRect/>
          </a:stretch>
        </p:blipFill>
        <p:spPr>
          <a:xfrm>
            <a:off x="10507270" y="1196340"/>
            <a:ext cx="366233" cy="382156"/>
          </a:xfrm>
          <a:prstGeom prst="rect">
            <a:avLst/>
          </a:prstGeom>
        </p:spPr>
      </p:pic>
      <p:sp>
        <p:nvSpPr>
          <p:cNvPr id="352" name="Overall straight block arrow video-output">
            <a:extLst>
              <a:ext uri="{FF2B5EF4-FFF2-40B4-BE49-F238E27FC236}">
                <a16:creationId xmlns:a16="http://schemas.microsoft.com/office/drawing/2014/main" id="{EFB05E54-75E9-4808-98CA-13301EA67453}"/>
              </a:ext>
            </a:extLst>
          </p:cNvPr>
          <p:cNvSpPr>
            <a:spLocks noGrp="1"/>
          </p:cNvSpPr>
          <p:nvPr/>
        </p:nvSpPr>
        <p:spPr>
          <a:xfrm>
            <a:off x="10896600" y="2907029"/>
            <a:ext cx="350520" cy="331471"/>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31" name="Local block arrow 3">
            <a:extLst>
              <a:ext uri="{FF2B5EF4-FFF2-40B4-BE49-F238E27FC236}">
                <a16:creationId xmlns:a16="http://schemas.microsoft.com/office/drawing/2014/main" id="{DDDB3BBE-3298-4D88-8AF1-B20EA67793C7}"/>
              </a:ext>
            </a:extLst>
          </p:cNvPr>
          <p:cNvSpPr>
            <a:spLocks noGrp="1"/>
          </p:cNvSpPr>
          <p:nvPr/>
        </p:nvSpPr>
        <p:spPr>
          <a:xfrm>
            <a:off x="2509039" y="2823313"/>
            <a:ext cx="283588" cy="204092"/>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6" name="矩形 45">
            <a:extLst>
              <a:ext uri="{FF2B5EF4-FFF2-40B4-BE49-F238E27FC236}">
                <a16:creationId xmlns:a16="http://schemas.microsoft.com/office/drawing/2014/main" id="{5A515DC8-990E-5258-0426-0A712675DDFA}"/>
              </a:ext>
            </a:extLst>
          </p:cNvPr>
          <p:cNvSpPr/>
          <p:nvPr/>
        </p:nvSpPr>
        <p:spPr>
          <a:xfrm>
            <a:off x="7212784" y="4630348"/>
            <a:ext cx="2363146" cy="338554"/>
          </a:xfrm>
          <a:prstGeom prst="rect">
            <a:avLst/>
          </a:prstGeom>
          <a:noFill/>
        </p:spPr>
        <p:txBody>
          <a:bodyPr wrap="none" lIns="91440" tIns="45720" rIns="91440" bIns="45720">
            <a:spAutoFit/>
          </a:bodyPr>
          <a:lstStyle/>
          <a:p>
            <a:pPr algn="ctr"/>
            <a:r>
              <a:rPr sz="1600" b="1" i="0" cap="none" spc="0" dirty="0">
                <a:ln/>
                <a:solidFill>
                  <a:schemeClr val="bg2">
                    <a:lumMod val="25000"/>
                  </a:schemeClr>
                </a:solidFill>
                <a:effectLst>
                  <a:outerShdw blurRad="38100" dist="19050" dir="2700000" algn="tl" rotWithShape="0">
                    <a:schemeClr val="dk1">
                      <a:lumMod val="50000"/>
                      <a:alpha val="40000"/>
                    </a:schemeClr>
                  </a:outerShdw>
                </a:effectLst>
                <a:latin typeface="Toppan Bunkyu Mincho Regular"/>
                <a:ea typeface="Toppan Bunkyu Mincho Regular"/>
                <a:cs typeface="Toppan Bunkyu Mincho Regular"/>
              </a:rPr>
              <a:t>Shared head geometry</a:t>
            </a:r>
            <a:endParaRPr lang="zh-CN" altLang="en-US" sz="1600" b="1" cap="none" spc="0" dirty="0">
              <a:ln/>
              <a:solidFill>
                <a:schemeClr val="bg2">
                  <a:lumMod val="25000"/>
                </a:schemeClr>
              </a:solidFill>
              <a:effectLst>
                <a:outerShdw blurRad="38100" dist="19050" dir="2700000" algn="tl" rotWithShape="0">
                  <a:schemeClr val="dk1">
                    <a:lumMod val="50000"/>
                    <a:alpha val="40000"/>
                  </a:schemeClr>
                </a:outerShdw>
              </a:effectLst>
            </a:endParaRPr>
          </a:p>
        </p:txBody>
      </p:sp>
    </p:spTree>
    <p:extLst>
      <p:ext uri="{BB962C8B-B14F-4D97-AF65-F5344CB8AC3E}">
        <p14:creationId xmlns:p14="http://schemas.microsoft.com/office/powerpoint/2010/main" val="13030657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 name="图片 86"/>
          <p:cNvPicPr>
            <a:picLocks noChangeAspect="1"/>
          </p:cNvPicPr>
          <p:nvPr/>
        </p:nvPicPr>
        <p:blipFill>
          <a:blip r:embed="rId3"/>
          <a:stretch/>
        </p:blipFill>
        <p:spPr>
          <a:xfrm>
            <a:off x="3843873" y="758872"/>
            <a:ext cx="7991116" cy="3064491"/>
          </a:xfrm>
          <a:prstGeom prst="rect">
            <a:avLst/>
          </a:prstGeom>
        </p:spPr>
      </p:pic>
      <p:sp>
        <p:nvSpPr>
          <p:cNvPr id="2" name="title">
            <a:extLst>
              <a:ext uri="{FF2B5EF4-FFF2-40B4-BE49-F238E27FC236}">
                <a16:creationId xmlns:a16="http://schemas.microsoft.com/office/drawing/2014/main" id="{117F0AAF-06CB-4ACB-8C9E-00077D8B02D7}"/>
              </a:ext>
            </a:extLst>
          </p:cNvPr>
          <p:cNvSpPr>
            <a:spLocks noGrp="1"/>
          </p:cNvSpPr>
          <p:nvPr/>
        </p:nvSpPr>
        <p:spPr>
          <a:xfrm>
            <a:off x="3777587" y="364936"/>
            <a:ext cx="8294427" cy="290015"/>
          </a:xfrm>
          <a:prstGeom prst="rect">
            <a:avLst/>
          </a:prstGeom>
          <a:noFill/>
          <a:ln w="0">
            <a:noFill/>
          </a:ln>
        </p:spPr>
        <p:txBody>
          <a:bodyPr wrap="none" lIns="0" tIns="0" rIns="0" bIns="0" anchor="ctr">
            <a:noAutofit/>
          </a:bodyPr>
          <a:lstStyle/>
          <a:p>
            <a:pPr algn="ctr">
              <a:defRPr sz="2580" i="0">
                <a:solidFill>
                  <a:srgbClr val="202B33"/>
                </a:solidFill>
                <a:latin typeface="Toppan Bunkyu Mincho Regular"/>
                <a:ea typeface="Toppan Bunkyu Mincho Regular"/>
                <a:cs typeface="Toppan Bunkyu Mincho Regular"/>
              </a:defRPr>
            </a:pPr>
            <a:r>
              <a:rPr sz="2800" b="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Toppan Bunkyu Mincho Regular"/>
                <a:ea typeface="Toppan Bunkyu Mincho Regular"/>
              </a:rPr>
              <a:t>JAM: Action-Grounded World Pretraining</a:t>
            </a:r>
          </a:p>
        </p:txBody>
      </p:sp>
      <p:sp>
        <p:nvSpPr>
          <p:cNvPr id="5" name="layerwise-exchange">
            <a:extLst>
              <a:ext uri="{FF2B5EF4-FFF2-40B4-BE49-F238E27FC236}">
                <a16:creationId xmlns:a16="http://schemas.microsoft.com/office/drawing/2014/main" id="{B9808C23-48BC-4C2E-AABA-D490B751C165}"/>
              </a:ext>
            </a:extLst>
          </p:cNvPr>
          <p:cNvSpPr>
            <a:spLocks noGrp="1"/>
          </p:cNvSpPr>
          <p:nvPr/>
        </p:nvSpPr>
        <p:spPr>
          <a:xfrm>
            <a:off x="6339385" y="855544"/>
            <a:ext cx="2658470" cy="135340"/>
          </a:xfrm>
          <a:prstGeom prst="rect">
            <a:avLst/>
          </a:prstGeom>
          <a:noFill/>
          <a:ln w="0">
            <a:noFill/>
          </a:ln>
        </p:spPr>
        <p:txBody>
          <a:bodyPr wrap="none" lIns="0" tIns="0" rIns="0" bIns="0" anchor="ctr">
            <a:noAutofit/>
          </a:bodyPr>
          <a:lstStyle/>
          <a:p>
            <a:pPr algn="ctr">
              <a:defRPr sz="1380" i="0">
                <a:solidFill>
                  <a:srgbClr val="4E718D"/>
                </a:solidFill>
                <a:latin typeface="Toppan Bunkyu Mincho Regular"/>
                <a:ea typeface="Toppan Bunkyu Mincho Regular"/>
                <a:cs typeface="Toppan Bunkyu Mincho Regular"/>
              </a:defRPr>
            </a:pPr>
            <a:r>
              <a:rPr sz="1600" b="1" dirty="0" err="1">
                <a:solidFill>
                  <a:schemeClr val="bg2">
                    <a:lumMod val="50000"/>
                  </a:schemeClr>
                </a:solidFill>
                <a:latin typeface="Toppan Bunkyu Mincho Regular"/>
                <a:ea typeface="Toppan Bunkyu Mincho Regular"/>
              </a:rPr>
              <a:t>Layerwise</a:t>
            </a:r>
            <a:r>
              <a:rPr sz="1600" b="1" dirty="0">
                <a:solidFill>
                  <a:schemeClr val="bg2">
                    <a:lumMod val="50000"/>
                  </a:schemeClr>
                </a:solidFill>
                <a:latin typeface="Toppan Bunkyu Mincho Regular"/>
                <a:ea typeface="Toppan Bunkyu Mincho Regular"/>
              </a:rPr>
              <a:t> reciprocal attention</a:t>
            </a:r>
          </a:p>
        </p:txBody>
      </p:sp>
      <p:sp>
        <p:nvSpPr>
          <p:cNvPr id="10" name="video-read-source">
            <a:extLst>
              <a:ext uri="{FF2B5EF4-FFF2-40B4-BE49-F238E27FC236}">
                <a16:creationId xmlns:a16="http://schemas.microsoft.com/office/drawing/2014/main" id="{293479BE-4C55-479A-9B19-2145D57B061C}"/>
              </a:ext>
            </a:extLst>
          </p:cNvPr>
          <p:cNvSpPr>
            <a:spLocks noGrp="1"/>
          </p:cNvSpPr>
          <p:nvPr/>
        </p:nvSpPr>
        <p:spPr>
          <a:xfrm>
            <a:off x="5493508" y="3547634"/>
            <a:ext cx="1643418" cy="159508"/>
          </a:xfrm>
          <a:prstGeom prst="rect">
            <a:avLst/>
          </a:prstGeom>
          <a:noFill/>
          <a:ln w="0">
            <a:noFill/>
          </a:ln>
        </p:spPr>
        <p:txBody>
          <a:bodyPr wrap="none" lIns="0" tIns="0" rIns="0" bIns="0" anchor="ctr">
            <a:noAutofit/>
          </a:bodyPr>
          <a:lstStyle/>
          <a:p>
            <a:pPr algn="ctr">
              <a:defRPr sz="1560" i="0">
                <a:solidFill>
                  <a:srgbClr val="4E718D"/>
                </a:solidFill>
                <a:latin typeface="Toppan Bunkyu Mincho Regular"/>
                <a:ea typeface="Toppan Bunkyu Mincho Regular"/>
                <a:cs typeface="Toppan Bunkyu Mincho Regular"/>
              </a:defRPr>
            </a:pPr>
            <a:r>
              <a:rPr sz="1600" b="1" dirty="0">
                <a:solidFill>
                  <a:srgbClr val="4E718D"/>
                </a:solidFill>
                <a:latin typeface="Toppan Bunkyu Mincho Regular"/>
                <a:ea typeface="Toppan Bunkyu Mincho Regular"/>
                <a:cs typeface="Toppan Bunkyu Mincho Regular"/>
              </a:rPr>
              <a:t>Video features</a:t>
            </a:r>
          </a:p>
        </p:txBody>
      </p:sp>
      <p:sp>
        <p:nvSpPr>
          <p:cNvPr id="11" name="video-conditions-action">
            <a:extLst>
              <a:ext uri="{FF2B5EF4-FFF2-40B4-BE49-F238E27FC236}">
                <a16:creationId xmlns:a16="http://schemas.microsoft.com/office/drawing/2014/main" id="{FB94D225-AB78-4DA8-A46D-8844E72F85E2}"/>
              </a:ext>
            </a:extLst>
          </p:cNvPr>
          <p:cNvSpPr>
            <a:spLocks noGrp="1"/>
          </p:cNvSpPr>
          <p:nvPr/>
        </p:nvSpPr>
        <p:spPr>
          <a:xfrm>
            <a:off x="7116622" y="3591351"/>
            <a:ext cx="1355929" cy="188324"/>
          </a:xfrm>
          <a:prstGeom prst="rightArrow">
            <a:avLst>
              <a:gd name="adj1" fmla="val 28000"/>
              <a:gd name="adj2" fmla="val 33000"/>
            </a:avLst>
          </a:prstGeom>
          <a:solidFill>
            <a:srgbClr val="89949D"/>
          </a:solidFill>
          <a:ln w="2286">
            <a:solidFill>
              <a:srgbClr val="89949D"/>
            </a:solidFill>
          </a:ln>
        </p:spPr>
        <p:txBody>
          <a:bodyPr/>
          <a:lstStyle/>
          <a:p>
            <a:endParaRPr lang="zh-CN" altLang="en-US"/>
          </a:p>
        </p:txBody>
      </p:sp>
      <p:sp>
        <p:nvSpPr>
          <p:cNvPr id="12" name="action-read-target">
            <a:extLst>
              <a:ext uri="{FF2B5EF4-FFF2-40B4-BE49-F238E27FC236}">
                <a16:creationId xmlns:a16="http://schemas.microsoft.com/office/drawing/2014/main" id="{91DBE771-CD1A-4280-8C10-1E4D51A1505A}"/>
              </a:ext>
            </a:extLst>
          </p:cNvPr>
          <p:cNvSpPr>
            <a:spLocks noGrp="1"/>
          </p:cNvSpPr>
          <p:nvPr/>
        </p:nvSpPr>
        <p:spPr>
          <a:xfrm>
            <a:off x="8472552" y="3547634"/>
            <a:ext cx="1827094" cy="159508"/>
          </a:xfrm>
          <a:prstGeom prst="rect">
            <a:avLst/>
          </a:prstGeom>
          <a:noFill/>
          <a:ln w="0">
            <a:noFill/>
          </a:ln>
        </p:spPr>
        <p:txBody>
          <a:bodyPr wrap="none" lIns="0" tIns="0" rIns="0" bIns="0" anchor="ctr">
            <a:noAutofit/>
          </a:bodyPr>
          <a:lstStyle/>
          <a:p>
            <a:pPr algn="ctr">
              <a:defRPr sz="1560" i="0">
                <a:solidFill>
                  <a:srgbClr val="4E718D"/>
                </a:solidFill>
                <a:latin typeface="Toppan Bunkyu Mincho Regular"/>
                <a:ea typeface="Toppan Bunkyu Mincho Regular"/>
                <a:cs typeface="Toppan Bunkyu Mincho Regular"/>
              </a:defRPr>
            </a:pPr>
            <a:r>
              <a:rPr sz="1600" b="1" dirty="0">
                <a:solidFill>
                  <a:srgbClr val="4E718D"/>
                </a:solidFill>
                <a:latin typeface="Toppan Bunkyu Mincho Regular"/>
                <a:ea typeface="Toppan Bunkyu Mincho Regular"/>
              </a:rPr>
              <a:t>Action denoising</a:t>
            </a:r>
          </a:p>
        </p:txBody>
      </p:sp>
      <p:sp>
        <p:nvSpPr>
          <p:cNvPr id="13" name="video-read-target">
            <a:extLst>
              <a:ext uri="{FF2B5EF4-FFF2-40B4-BE49-F238E27FC236}">
                <a16:creationId xmlns:a16="http://schemas.microsoft.com/office/drawing/2014/main" id="{2CAF0962-2452-42F9-8074-40FC2C5893DC}"/>
              </a:ext>
            </a:extLst>
          </p:cNvPr>
          <p:cNvSpPr>
            <a:spLocks noGrp="1"/>
          </p:cNvSpPr>
          <p:nvPr/>
        </p:nvSpPr>
        <p:spPr>
          <a:xfrm>
            <a:off x="5269961" y="3772395"/>
            <a:ext cx="1643418" cy="159508"/>
          </a:xfrm>
          <a:prstGeom prst="rect">
            <a:avLst/>
          </a:prstGeom>
          <a:noFill/>
          <a:ln w="0">
            <a:noFill/>
          </a:ln>
        </p:spPr>
        <p:txBody>
          <a:bodyPr wrap="none" lIns="0" tIns="0" rIns="0" bIns="0" anchor="ctr">
            <a:noAutofit/>
          </a:bodyPr>
          <a:lstStyle/>
          <a:p>
            <a:pPr algn="ctr">
              <a:defRPr sz="1560" i="0">
                <a:solidFill>
                  <a:srgbClr val="4E718D"/>
                </a:solidFill>
                <a:latin typeface="Toppan Bunkyu Mincho Regular"/>
                <a:ea typeface="Toppan Bunkyu Mincho Regular"/>
                <a:cs typeface="Toppan Bunkyu Mincho Regular"/>
              </a:defRPr>
            </a:pPr>
            <a:r>
              <a:rPr sz="1400" b="1" dirty="0">
                <a:solidFill>
                  <a:srgbClr val="4E718D"/>
                </a:solidFill>
                <a:latin typeface="Toppan Bunkyu Mincho Regular"/>
                <a:ea typeface="Toppan Bunkyu Mincho Regular"/>
              </a:rPr>
              <a:t>Future-video denoising</a:t>
            </a:r>
          </a:p>
        </p:txBody>
      </p:sp>
      <p:sp>
        <p:nvSpPr>
          <p:cNvPr id="14" name="action-conditions-video">
            <a:extLst>
              <a:ext uri="{FF2B5EF4-FFF2-40B4-BE49-F238E27FC236}">
                <a16:creationId xmlns:a16="http://schemas.microsoft.com/office/drawing/2014/main" id="{2D1E1DDB-FB0C-4EB3-8655-EFC7E76808CC}"/>
              </a:ext>
            </a:extLst>
          </p:cNvPr>
          <p:cNvSpPr>
            <a:spLocks noGrp="1"/>
          </p:cNvSpPr>
          <p:nvPr/>
        </p:nvSpPr>
        <p:spPr>
          <a:xfrm>
            <a:off x="7116622" y="3794361"/>
            <a:ext cx="1355929" cy="188324"/>
          </a:xfrm>
          <a:prstGeom prst="leftArrow">
            <a:avLst>
              <a:gd name="adj1" fmla="val 28000"/>
              <a:gd name="adj2" fmla="val 33000"/>
            </a:avLst>
          </a:prstGeom>
          <a:solidFill>
            <a:srgbClr val="89949D"/>
          </a:solidFill>
          <a:ln w="2286">
            <a:solidFill>
              <a:srgbClr val="89949D"/>
            </a:solidFill>
          </a:ln>
        </p:spPr>
        <p:txBody>
          <a:bodyPr/>
          <a:lstStyle/>
          <a:p>
            <a:endParaRPr lang="zh-CN" altLang="en-US"/>
          </a:p>
        </p:txBody>
      </p:sp>
      <p:sp>
        <p:nvSpPr>
          <p:cNvPr id="15" name="action-read-source">
            <a:extLst>
              <a:ext uri="{FF2B5EF4-FFF2-40B4-BE49-F238E27FC236}">
                <a16:creationId xmlns:a16="http://schemas.microsoft.com/office/drawing/2014/main" id="{E69932BC-64ED-4574-813B-9E17E2B96849}"/>
              </a:ext>
            </a:extLst>
          </p:cNvPr>
          <p:cNvSpPr>
            <a:spLocks noGrp="1"/>
          </p:cNvSpPr>
          <p:nvPr/>
        </p:nvSpPr>
        <p:spPr>
          <a:xfrm>
            <a:off x="8625669" y="3772395"/>
            <a:ext cx="1827094" cy="159508"/>
          </a:xfrm>
          <a:prstGeom prst="rect">
            <a:avLst/>
          </a:prstGeom>
          <a:noFill/>
          <a:ln w="0">
            <a:noFill/>
          </a:ln>
        </p:spPr>
        <p:txBody>
          <a:bodyPr wrap="none" lIns="0" tIns="0" rIns="0" bIns="0" anchor="ctr">
            <a:noAutofit/>
          </a:bodyPr>
          <a:lstStyle/>
          <a:p>
            <a:pPr algn="ctr">
              <a:defRPr sz="1560" i="0">
                <a:solidFill>
                  <a:srgbClr val="4E718D"/>
                </a:solidFill>
                <a:latin typeface="Toppan Bunkyu Mincho Regular"/>
                <a:ea typeface="Toppan Bunkyu Mincho Regular"/>
                <a:cs typeface="Toppan Bunkyu Mincho Regular"/>
              </a:defRPr>
            </a:pPr>
            <a:r>
              <a:rPr sz="1400" b="1" dirty="0">
                <a:solidFill>
                  <a:srgbClr val="4E718D"/>
                </a:solidFill>
                <a:latin typeface="Toppan Bunkyu Mincho Regular"/>
                <a:ea typeface="Toppan Bunkyu Mincho Regular"/>
              </a:rPr>
              <a:t>Action + effect features</a:t>
            </a:r>
          </a:p>
        </p:txBody>
      </p:sp>
      <p:sp>
        <p:nvSpPr>
          <p:cNvPr id="18" name="integrated-shift-caption">
            <a:extLst>
              <a:ext uri="{FF2B5EF4-FFF2-40B4-BE49-F238E27FC236}">
                <a16:creationId xmlns:a16="http://schemas.microsoft.com/office/drawing/2014/main" id="{54A53365-3531-4C4D-BE2E-FAE27BACE0AD}"/>
              </a:ext>
            </a:extLst>
          </p:cNvPr>
          <p:cNvSpPr>
            <a:spLocks noGrp="1"/>
          </p:cNvSpPr>
          <p:nvPr/>
        </p:nvSpPr>
        <p:spPr>
          <a:xfrm>
            <a:off x="9350707" y="3182115"/>
            <a:ext cx="2329787" cy="145007"/>
          </a:xfrm>
          <a:prstGeom prst="rect">
            <a:avLst/>
          </a:prstGeom>
          <a:noFill/>
          <a:ln w="0">
            <a:noFill/>
          </a:ln>
        </p:spPr>
        <p:txBody>
          <a:bodyPr wrap="none" lIns="0" tIns="0" rIns="0" bIns="0" anchor="ctr">
            <a:noAutofit/>
          </a:bodyPr>
          <a:lstStyle/>
          <a:p>
            <a:pPr algn="ctr">
              <a:defRPr sz="1380" i="0">
                <a:solidFill>
                  <a:srgbClr val="4E718D"/>
                </a:solidFill>
                <a:latin typeface="Toppan Bunkyu Mincho Regular"/>
                <a:ea typeface="Toppan Bunkyu Mincho Regular"/>
                <a:cs typeface="Toppan Bunkyu Mincho Regular"/>
              </a:defRPr>
            </a:pPr>
            <a:r>
              <a:rPr sz="1400" b="1" dirty="0">
                <a:solidFill>
                  <a:schemeClr val="bg2">
                    <a:lumMod val="50000"/>
                  </a:schemeClr>
                </a:solidFill>
                <a:latin typeface="Toppan Bunkyu Mincho Regular"/>
                <a:ea typeface="Toppan Bunkyu Mincho Regular"/>
                <a:cs typeface="Toppan Bunkyu Mincho Regular"/>
              </a:rPr>
              <a:t>Scene, embodiment and task shifts</a:t>
            </a:r>
          </a:p>
        </p:txBody>
      </p:sp>
      <p:sp>
        <p:nvSpPr>
          <p:cNvPr id="20" name="mechanism-divider">
            <a:extLst>
              <a:ext uri="{FF2B5EF4-FFF2-40B4-BE49-F238E27FC236}">
                <a16:creationId xmlns:a16="http://schemas.microsoft.com/office/drawing/2014/main" id="{E329C250-A5CB-48E3-A200-51FF05772C8E}"/>
              </a:ext>
            </a:extLst>
          </p:cNvPr>
          <p:cNvSpPr>
            <a:spLocks noGrp="1"/>
          </p:cNvSpPr>
          <p:nvPr/>
        </p:nvSpPr>
        <p:spPr>
          <a:xfrm>
            <a:off x="3782420" y="4045708"/>
            <a:ext cx="8284760" cy="0"/>
          </a:xfrm>
          <a:prstGeom prst="line">
            <a:avLst/>
          </a:prstGeom>
          <a:noFill/>
          <a:ln w="6096">
            <a:solidFill>
              <a:srgbClr val="CCD5DD"/>
            </a:solidFill>
          </a:ln>
        </p:spPr>
        <p:txBody>
          <a:bodyPr/>
          <a:lstStyle/>
          <a:p>
            <a:endParaRPr lang="zh-CN" altLang="en-US"/>
          </a:p>
        </p:txBody>
      </p:sp>
      <p:sp>
        <p:nvSpPr>
          <p:cNvPr id="21" name="attention-heading">
            <a:extLst>
              <a:ext uri="{FF2B5EF4-FFF2-40B4-BE49-F238E27FC236}">
                <a16:creationId xmlns:a16="http://schemas.microsoft.com/office/drawing/2014/main" id="{DB990B27-5DC6-47ED-9D58-9E6B834F9985}"/>
              </a:ext>
            </a:extLst>
          </p:cNvPr>
          <p:cNvSpPr>
            <a:spLocks noGrp="1"/>
          </p:cNvSpPr>
          <p:nvPr/>
        </p:nvSpPr>
        <p:spPr>
          <a:xfrm>
            <a:off x="4009598" y="4132064"/>
            <a:ext cx="2561799" cy="193343"/>
          </a:xfrm>
          <a:prstGeom prst="rect">
            <a:avLst/>
          </a:prstGeom>
          <a:noFill/>
          <a:ln w="0">
            <a:noFill/>
          </a:ln>
        </p:spPr>
        <p:txBody>
          <a:bodyPr wrap="none" lIns="0" tIns="0" rIns="0" bIns="0" anchor="ctr">
            <a:noAutofit/>
          </a:bodyPr>
          <a:lstStyle/>
          <a:p>
            <a:pPr algn="ctr">
              <a:defRPr sz="1800" i="0">
                <a:solidFill>
                  <a:srgbClr val="202B33"/>
                </a:solidFill>
                <a:latin typeface="Toppan Bunkyu Mincho Regular"/>
                <a:ea typeface="Toppan Bunkyu Mincho Regular"/>
                <a:cs typeface="Toppan Bunkyu Mincho Regular"/>
              </a:defRPr>
            </a:pPr>
            <a:r>
              <a:rPr sz="2400" dirty="0">
                <a:solidFill>
                  <a:srgbClr val="202B33"/>
                </a:solidFill>
                <a:latin typeface="Toppan Bunkyu Mincho Regular"/>
                <a:ea typeface="Toppan Bunkyu Mincho Regular"/>
                <a:cs typeface="Toppan Bunkyu Mincho Regular"/>
              </a:rPr>
              <a:t>Attention architecture</a:t>
            </a:r>
          </a:p>
        </p:txBody>
      </p:sp>
      <p:sp>
        <p:nvSpPr>
          <p:cNvPr id="22" name="coupled-sampling-heading">
            <a:extLst>
              <a:ext uri="{FF2B5EF4-FFF2-40B4-BE49-F238E27FC236}">
                <a16:creationId xmlns:a16="http://schemas.microsoft.com/office/drawing/2014/main" id="{E6C9E8C4-5B9B-4C60-9812-011BFF2842E3}"/>
              </a:ext>
            </a:extLst>
          </p:cNvPr>
          <p:cNvSpPr>
            <a:spLocks noGrp="1"/>
          </p:cNvSpPr>
          <p:nvPr/>
        </p:nvSpPr>
        <p:spPr>
          <a:xfrm>
            <a:off x="6643901" y="4127879"/>
            <a:ext cx="5413612" cy="193343"/>
          </a:xfrm>
          <a:prstGeom prst="rect">
            <a:avLst/>
          </a:prstGeom>
          <a:noFill/>
          <a:ln w="0">
            <a:noFill/>
          </a:ln>
        </p:spPr>
        <p:txBody>
          <a:bodyPr wrap="none" lIns="0" tIns="0" rIns="0" bIns="0" anchor="ctr">
            <a:noAutofit/>
          </a:bodyPr>
          <a:lstStyle/>
          <a:p>
            <a:pPr algn="ctr">
              <a:defRPr sz="1800" i="0">
                <a:solidFill>
                  <a:srgbClr val="202B33"/>
                </a:solidFill>
                <a:latin typeface="Toppan Bunkyu Mincho Regular"/>
                <a:ea typeface="Toppan Bunkyu Mincho Regular"/>
                <a:cs typeface="Toppan Bunkyu Mincho Regular"/>
              </a:defRPr>
            </a:pPr>
            <a:r>
              <a:rPr sz="2000" dirty="0">
                <a:solidFill>
                  <a:srgbClr val="202B33"/>
                </a:solidFill>
                <a:latin typeface="Toppan Bunkyu Mincho Regular"/>
                <a:ea typeface="Toppan Bunkyu Mincho Regular"/>
              </a:rPr>
              <a:t>Coupled video–action denoising</a:t>
            </a:r>
          </a:p>
        </p:txBody>
      </p:sp>
      <p:sp>
        <p:nvSpPr>
          <p:cNvPr id="23" name="visibility-definition">
            <a:extLst>
              <a:ext uri="{FF2B5EF4-FFF2-40B4-BE49-F238E27FC236}">
                <a16:creationId xmlns:a16="http://schemas.microsoft.com/office/drawing/2014/main" id="{11BE941A-BCC7-4CCB-81CD-D677273C8149}"/>
              </a:ext>
            </a:extLst>
          </p:cNvPr>
          <p:cNvSpPr>
            <a:spLocks noGrp="1"/>
          </p:cNvSpPr>
          <p:nvPr/>
        </p:nvSpPr>
        <p:spPr>
          <a:xfrm>
            <a:off x="4063093" y="4477268"/>
            <a:ext cx="2445793" cy="149841"/>
          </a:xfrm>
          <a:prstGeom prst="rect">
            <a:avLst/>
          </a:prstGeom>
          <a:noFill/>
          <a:ln w="0">
            <a:noFill/>
          </a:ln>
        </p:spPr>
        <p:txBody>
          <a:bodyPr wrap="none" lIns="0" tIns="0" rIns="0" bIns="0" anchor="ctr">
            <a:noAutofit/>
          </a:bodyPr>
          <a:lstStyle/>
          <a:p>
            <a:pPr algn="ctr">
              <a:defRPr sz="1440" i="0">
                <a:solidFill>
                  <a:srgbClr val="657580"/>
                </a:solidFill>
                <a:latin typeface="Toppan Bunkyu Mincho Regular"/>
                <a:ea typeface="Toppan Bunkyu Mincho Regular"/>
                <a:cs typeface="Toppan Bunkyu Mincho Regular"/>
              </a:defRPr>
            </a:pPr>
            <a:r>
              <a:rPr sz="1600" i="1" dirty="0">
                <a:solidFill>
                  <a:srgbClr val="657580"/>
                </a:solidFill>
                <a:latin typeface="Toppan Bunkyu Mincho Regular"/>
                <a:ea typeface="Toppan Bunkyu Mincho Regular"/>
                <a:cs typeface="Toppan Bunkyu Mincho Regular"/>
              </a:rPr>
              <a:t>Query-to-key visibility</a:t>
            </a:r>
          </a:p>
        </p:txBody>
      </p:sp>
      <p:sp>
        <p:nvSpPr>
          <p:cNvPr id="24" name="architecture-0">
            <a:extLst>
              <a:ext uri="{FF2B5EF4-FFF2-40B4-BE49-F238E27FC236}">
                <a16:creationId xmlns:a16="http://schemas.microsoft.com/office/drawing/2014/main" id="{1C8DAD86-2BAF-4C25-AA50-9E0C69AD5812}"/>
              </a:ext>
            </a:extLst>
          </p:cNvPr>
          <p:cNvSpPr>
            <a:spLocks noGrp="1"/>
          </p:cNvSpPr>
          <p:nvPr/>
        </p:nvSpPr>
        <p:spPr>
          <a:xfrm>
            <a:off x="4005090" y="4724789"/>
            <a:ext cx="855544" cy="140174"/>
          </a:xfrm>
          <a:prstGeom prst="rect">
            <a:avLst/>
          </a:prstGeom>
          <a:noFill/>
          <a:ln w="0">
            <a:noFill/>
          </a:ln>
        </p:spPr>
        <p:txBody>
          <a:bodyPr wrap="none" lIns="0" tIns="0" rIns="0" bIns="0" anchor="ctr">
            <a:noAutofit/>
          </a:bodyPr>
          <a:lstStyle/>
          <a:p>
            <a:pPr algn="ctr">
              <a:defRPr sz="1320" i="0">
                <a:solidFill>
                  <a:srgbClr val="657580"/>
                </a:solidFill>
                <a:latin typeface="Toppan Bunkyu Mincho Regular"/>
                <a:ea typeface="Toppan Bunkyu Mincho Regular"/>
                <a:cs typeface="Toppan Bunkyu Mincho Regular"/>
              </a:defRPr>
            </a:pPr>
            <a:r>
              <a:rPr sz="1400">
                <a:solidFill>
                  <a:srgbClr val="657580"/>
                </a:solidFill>
                <a:latin typeface="Toppan Bunkyu Mincho Regular"/>
                <a:ea typeface="Toppan Bunkyu Mincho Regular"/>
                <a:cs typeface="Toppan Bunkyu Mincho Regular"/>
              </a:rPr>
              <a:t>Independent</a:t>
            </a:r>
          </a:p>
        </p:txBody>
      </p:sp>
      <p:pic>
        <p:nvPicPr>
          <p:cNvPr id="111" name="图形 110"/>
          <p:cNvPicPr>
            <a:picLocks noChangeAspect="1"/>
          </p:cNvPicPr>
          <p:nvPr/>
        </p:nvPicPr>
        <p:blipFill>
          <a:blip r:embed="rId4">
            <a:extLst>
              <a:ext uri="{96DAC541-7B7A-43D3-8B79-37D633B846F1}">
                <asvg:svgBlip xmlns:asvg="http://schemas.microsoft.com/office/drawing/2016/SVG/main" r:embed="rId5"/>
              </a:ext>
            </a:extLst>
          </a:blip>
          <a:stretch/>
        </p:blipFill>
        <p:spPr>
          <a:xfrm>
            <a:off x="4291434" y="5016824"/>
            <a:ext cx="166851" cy="97538"/>
          </a:xfrm>
          <a:prstGeom prst="rect">
            <a:avLst/>
          </a:prstGeom>
        </p:spPr>
      </p:pic>
      <p:pic>
        <p:nvPicPr>
          <p:cNvPr id="112" name="图形 111"/>
          <p:cNvPicPr>
            <a:picLocks noChangeAspect="1"/>
          </p:cNvPicPr>
          <p:nvPr/>
        </p:nvPicPr>
        <p:blipFill>
          <a:blip r:embed="rId6">
            <a:extLst>
              <a:ext uri="{96DAC541-7B7A-43D3-8B79-37D633B846F1}">
                <asvg:svgBlip xmlns:asvg="http://schemas.microsoft.com/office/drawing/2016/SVG/main" r:embed="rId7"/>
              </a:ext>
            </a:extLst>
          </a:blip>
          <a:stretch/>
        </p:blipFill>
        <p:spPr>
          <a:xfrm>
            <a:off x="4502112" y="5016865"/>
            <a:ext cx="151516" cy="97456"/>
          </a:xfrm>
          <a:prstGeom prst="rect">
            <a:avLst/>
          </a:prstGeom>
        </p:spPr>
      </p:pic>
      <p:pic>
        <p:nvPicPr>
          <p:cNvPr id="113" name="图形 112"/>
          <p:cNvPicPr>
            <a:picLocks noChangeAspect="1"/>
          </p:cNvPicPr>
          <p:nvPr/>
        </p:nvPicPr>
        <p:blipFill>
          <a:blip r:embed="rId8">
            <a:extLst>
              <a:ext uri="{96DAC541-7B7A-43D3-8B79-37D633B846F1}">
                <asvg:svgBlip xmlns:asvg="http://schemas.microsoft.com/office/drawing/2016/SVG/main" r:embed="rId9"/>
              </a:ext>
            </a:extLst>
          </a:blip>
          <a:stretch/>
        </p:blipFill>
        <p:spPr>
          <a:xfrm>
            <a:off x="4099038" y="5180265"/>
            <a:ext cx="160123" cy="104173"/>
          </a:xfrm>
          <a:prstGeom prst="rect">
            <a:avLst/>
          </a:prstGeom>
        </p:spPr>
      </p:pic>
      <p:pic>
        <p:nvPicPr>
          <p:cNvPr id="114" name="图形 113"/>
          <p:cNvPicPr>
            <a:picLocks noChangeAspect="1"/>
          </p:cNvPicPr>
          <p:nvPr/>
        </p:nvPicPr>
        <p:blipFill>
          <a:blip r:embed="rId10">
            <a:extLst>
              <a:ext uri="{96DAC541-7B7A-43D3-8B79-37D633B846F1}">
                <asvg:svgBlip xmlns:asvg="http://schemas.microsoft.com/office/drawing/2016/SVG/main" r:embed="rId11"/>
              </a:ext>
            </a:extLst>
          </a:blip>
          <a:stretch/>
        </p:blipFill>
        <p:spPr>
          <a:xfrm>
            <a:off x="4106706" y="5373608"/>
            <a:ext cx="144787" cy="104173"/>
          </a:xfrm>
          <a:prstGeom prst="rect">
            <a:avLst/>
          </a:prstGeom>
        </p:spPr>
      </p:pic>
      <p:sp>
        <p:nvSpPr>
          <p:cNvPr id="29" name="visibility-cell-0-0-0">
            <a:extLst>
              <a:ext uri="{FF2B5EF4-FFF2-40B4-BE49-F238E27FC236}">
                <a16:creationId xmlns:a16="http://schemas.microsoft.com/office/drawing/2014/main" id="{6A1D59D0-D4F8-441D-8E10-29C925F85105}"/>
              </a:ext>
            </a:extLst>
          </p:cNvPr>
          <p:cNvSpPr>
            <a:spLocks noGrp="1"/>
          </p:cNvSpPr>
          <p:nvPr/>
        </p:nvSpPr>
        <p:spPr>
          <a:xfrm>
            <a:off x="4295105" y="5147764"/>
            <a:ext cx="164342" cy="159508"/>
          </a:xfrm>
          <a:prstGeom prst="rect">
            <a:avLst/>
          </a:prstGeom>
          <a:solidFill>
            <a:srgbClr val="E6EEF5"/>
          </a:solidFill>
          <a:ln w="5334">
            <a:solidFill>
              <a:srgbClr val="4E718D"/>
            </a:solidFill>
          </a:ln>
        </p:spPr>
        <p:txBody>
          <a:bodyPr/>
          <a:lstStyle/>
          <a:p>
            <a:endParaRPr lang="zh-CN" altLang="en-US" sz="2400"/>
          </a:p>
        </p:txBody>
      </p:sp>
      <p:sp>
        <p:nvSpPr>
          <p:cNvPr id="30" name="visibility-cell-0-0-1">
            <a:extLst>
              <a:ext uri="{FF2B5EF4-FFF2-40B4-BE49-F238E27FC236}">
                <a16:creationId xmlns:a16="http://schemas.microsoft.com/office/drawing/2014/main" id="{D633A4A9-2DAB-45F1-B140-A6E98E80EAE8}"/>
              </a:ext>
            </a:extLst>
          </p:cNvPr>
          <p:cNvSpPr>
            <a:spLocks noGrp="1"/>
          </p:cNvSpPr>
          <p:nvPr/>
        </p:nvSpPr>
        <p:spPr>
          <a:xfrm>
            <a:off x="4493282" y="5147764"/>
            <a:ext cx="164342" cy="159508"/>
          </a:xfrm>
          <a:prstGeom prst="rect">
            <a:avLst/>
          </a:prstGeom>
          <a:solidFill>
            <a:srgbClr val="F5F6F7"/>
          </a:solidFill>
          <a:ln w="5334">
            <a:solidFill>
              <a:srgbClr val="DDE2E5"/>
            </a:solidFill>
          </a:ln>
        </p:spPr>
        <p:txBody>
          <a:bodyPr/>
          <a:lstStyle/>
          <a:p>
            <a:endParaRPr lang="zh-CN" altLang="en-US" sz="2400"/>
          </a:p>
        </p:txBody>
      </p:sp>
      <p:sp>
        <p:nvSpPr>
          <p:cNvPr id="31" name="visibility-cell-0-1-0">
            <a:extLst>
              <a:ext uri="{FF2B5EF4-FFF2-40B4-BE49-F238E27FC236}">
                <a16:creationId xmlns:a16="http://schemas.microsoft.com/office/drawing/2014/main" id="{A9CF8E13-43E0-409E-96F2-E8E061A359C1}"/>
              </a:ext>
            </a:extLst>
          </p:cNvPr>
          <p:cNvSpPr>
            <a:spLocks noGrp="1"/>
          </p:cNvSpPr>
          <p:nvPr/>
        </p:nvSpPr>
        <p:spPr>
          <a:xfrm>
            <a:off x="4295105" y="5341107"/>
            <a:ext cx="164342" cy="159508"/>
          </a:xfrm>
          <a:prstGeom prst="rect">
            <a:avLst/>
          </a:prstGeom>
          <a:solidFill>
            <a:srgbClr val="F5F6F7"/>
          </a:solidFill>
          <a:ln w="5334">
            <a:solidFill>
              <a:srgbClr val="DDE2E5"/>
            </a:solidFill>
          </a:ln>
        </p:spPr>
        <p:txBody>
          <a:bodyPr/>
          <a:lstStyle/>
          <a:p>
            <a:endParaRPr lang="zh-CN" altLang="en-US" sz="2400"/>
          </a:p>
        </p:txBody>
      </p:sp>
      <p:sp>
        <p:nvSpPr>
          <p:cNvPr id="32" name="visibility-cell-0-1-1">
            <a:extLst>
              <a:ext uri="{FF2B5EF4-FFF2-40B4-BE49-F238E27FC236}">
                <a16:creationId xmlns:a16="http://schemas.microsoft.com/office/drawing/2014/main" id="{EFAA3B7F-834A-49AD-8D7E-F64F47BE50E3}"/>
              </a:ext>
            </a:extLst>
          </p:cNvPr>
          <p:cNvSpPr>
            <a:spLocks noGrp="1"/>
          </p:cNvSpPr>
          <p:nvPr/>
        </p:nvSpPr>
        <p:spPr>
          <a:xfrm>
            <a:off x="4493282" y="5341107"/>
            <a:ext cx="164342" cy="159508"/>
          </a:xfrm>
          <a:prstGeom prst="rect">
            <a:avLst/>
          </a:prstGeom>
          <a:solidFill>
            <a:srgbClr val="E8EFEB"/>
          </a:solidFill>
          <a:ln w="5334">
            <a:solidFill>
              <a:srgbClr val="668B80"/>
            </a:solidFill>
          </a:ln>
        </p:spPr>
        <p:txBody>
          <a:bodyPr/>
          <a:lstStyle/>
          <a:p>
            <a:endParaRPr lang="zh-CN" altLang="en-US" sz="2400"/>
          </a:p>
        </p:txBody>
      </p:sp>
      <p:sp>
        <p:nvSpPr>
          <p:cNvPr id="33" name="architecture-1">
            <a:extLst>
              <a:ext uri="{FF2B5EF4-FFF2-40B4-BE49-F238E27FC236}">
                <a16:creationId xmlns:a16="http://schemas.microsoft.com/office/drawing/2014/main" id="{02A0863D-DF62-43E2-B1A6-589917302409}"/>
              </a:ext>
            </a:extLst>
          </p:cNvPr>
          <p:cNvSpPr>
            <a:spLocks noGrp="1"/>
          </p:cNvSpPr>
          <p:nvPr/>
        </p:nvSpPr>
        <p:spPr>
          <a:xfrm>
            <a:off x="4850967" y="4724789"/>
            <a:ext cx="855544" cy="140174"/>
          </a:xfrm>
          <a:prstGeom prst="rect">
            <a:avLst/>
          </a:prstGeom>
          <a:noFill/>
          <a:ln w="0">
            <a:noFill/>
          </a:ln>
        </p:spPr>
        <p:txBody>
          <a:bodyPr wrap="none" lIns="0" tIns="0" rIns="0" bIns="0" anchor="ctr">
            <a:noAutofit/>
          </a:bodyPr>
          <a:lstStyle/>
          <a:p>
            <a:pPr algn="ctr">
              <a:defRPr sz="1320" i="0">
                <a:solidFill>
                  <a:srgbClr val="657580"/>
                </a:solidFill>
                <a:latin typeface="Toppan Bunkyu Mincho Regular"/>
                <a:ea typeface="Toppan Bunkyu Mincho Regular"/>
                <a:cs typeface="Toppan Bunkyu Mincho Regular"/>
              </a:defRPr>
            </a:pPr>
            <a:r>
              <a:rPr sz="1400">
                <a:solidFill>
                  <a:srgbClr val="657580"/>
                </a:solidFill>
                <a:latin typeface="Toppan Bunkyu Mincho Regular"/>
                <a:ea typeface="Toppan Bunkyu Mincho Regular"/>
                <a:cs typeface="Toppan Bunkyu Mincho Regular"/>
              </a:rPr>
              <a:t>One-way</a:t>
            </a:r>
          </a:p>
        </p:txBody>
      </p:sp>
      <p:pic>
        <p:nvPicPr>
          <p:cNvPr id="120" name="图形 119"/>
          <p:cNvPicPr>
            <a:picLocks noChangeAspect="1"/>
          </p:cNvPicPr>
          <p:nvPr/>
        </p:nvPicPr>
        <p:blipFill>
          <a:blip r:embed="rId4">
            <a:extLst>
              <a:ext uri="{96DAC541-7B7A-43D3-8B79-37D633B846F1}">
                <asvg:svgBlip xmlns:asvg="http://schemas.microsoft.com/office/drawing/2016/SVG/main" r:embed="rId5"/>
              </a:ext>
            </a:extLst>
          </a:blip>
          <a:stretch/>
        </p:blipFill>
        <p:spPr>
          <a:xfrm>
            <a:off x="5137311" y="5016824"/>
            <a:ext cx="166851" cy="97538"/>
          </a:xfrm>
          <a:prstGeom prst="rect">
            <a:avLst/>
          </a:prstGeom>
        </p:spPr>
      </p:pic>
      <p:pic>
        <p:nvPicPr>
          <p:cNvPr id="121" name="图形 120"/>
          <p:cNvPicPr>
            <a:picLocks noChangeAspect="1"/>
          </p:cNvPicPr>
          <p:nvPr/>
        </p:nvPicPr>
        <p:blipFill>
          <a:blip r:embed="rId6">
            <a:extLst>
              <a:ext uri="{96DAC541-7B7A-43D3-8B79-37D633B846F1}">
                <asvg:svgBlip xmlns:asvg="http://schemas.microsoft.com/office/drawing/2016/SVG/main" r:embed="rId7"/>
              </a:ext>
            </a:extLst>
          </a:blip>
          <a:stretch/>
        </p:blipFill>
        <p:spPr>
          <a:xfrm>
            <a:off x="5347989" y="5016865"/>
            <a:ext cx="151516" cy="97456"/>
          </a:xfrm>
          <a:prstGeom prst="rect">
            <a:avLst/>
          </a:prstGeom>
        </p:spPr>
      </p:pic>
      <p:pic>
        <p:nvPicPr>
          <p:cNvPr id="122" name="图形 121"/>
          <p:cNvPicPr>
            <a:picLocks noChangeAspect="1"/>
          </p:cNvPicPr>
          <p:nvPr/>
        </p:nvPicPr>
        <p:blipFill>
          <a:blip r:embed="rId8">
            <a:extLst>
              <a:ext uri="{96DAC541-7B7A-43D3-8B79-37D633B846F1}">
                <asvg:svgBlip xmlns:asvg="http://schemas.microsoft.com/office/drawing/2016/SVG/main" r:embed="rId9"/>
              </a:ext>
            </a:extLst>
          </a:blip>
          <a:stretch/>
        </p:blipFill>
        <p:spPr>
          <a:xfrm>
            <a:off x="4944915" y="5180265"/>
            <a:ext cx="160123" cy="104173"/>
          </a:xfrm>
          <a:prstGeom prst="rect">
            <a:avLst/>
          </a:prstGeom>
        </p:spPr>
      </p:pic>
      <p:pic>
        <p:nvPicPr>
          <p:cNvPr id="123" name="图形 122"/>
          <p:cNvPicPr>
            <a:picLocks noChangeAspect="1"/>
          </p:cNvPicPr>
          <p:nvPr/>
        </p:nvPicPr>
        <p:blipFill>
          <a:blip r:embed="rId10">
            <a:extLst>
              <a:ext uri="{96DAC541-7B7A-43D3-8B79-37D633B846F1}">
                <asvg:svgBlip xmlns:asvg="http://schemas.microsoft.com/office/drawing/2016/SVG/main" r:embed="rId11"/>
              </a:ext>
            </a:extLst>
          </a:blip>
          <a:stretch/>
        </p:blipFill>
        <p:spPr>
          <a:xfrm>
            <a:off x="4952583" y="5373608"/>
            <a:ext cx="144787" cy="104173"/>
          </a:xfrm>
          <a:prstGeom prst="rect">
            <a:avLst/>
          </a:prstGeom>
        </p:spPr>
      </p:pic>
      <p:sp>
        <p:nvSpPr>
          <p:cNvPr id="38" name="visibility-cell-1-0-0">
            <a:extLst>
              <a:ext uri="{FF2B5EF4-FFF2-40B4-BE49-F238E27FC236}">
                <a16:creationId xmlns:a16="http://schemas.microsoft.com/office/drawing/2014/main" id="{3A3D7EF1-FF5B-42C8-8CA0-3A473B0C3C86}"/>
              </a:ext>
            </a:extLst>
          </p:cNvPr>
          <p:cNvSpPr>
            <a:spLocks noGrp="1"/>
          </p:cNvSpPr>
          <p:nvPr/>
        </p:nvSpPr>
        <p:spPr>
          <a:xfrm>
            <a:off x="5140982" y="5147764"/>
            <a:ext cx="164342" cy="159508"/>
          </a:xfrm>
          <a:prstGeom prst="rect">
            <a:avLst/>
          </a:prstGeom>
          <a:solidFill>
            <a:srgbClr val="E6EEF5"/>
          </a:solidFill>
          <a:ln w="5334">
            <a:solidFill>
              <a:srgbClr val="4E718D"/>
            </a:solidFill>
          </a:ln>
        </p:spPr>
        <p:txBody>
          <a:bodyPr/>
          <a:lstStyle/>
          <a:p>
            <a:endParaRPr lang="zh-CN" altLang="en-US" sz="2400"/>
          </a:p>
        </p:txBody>
      </p:sp>
      <p:sp>
        <p:nvSpPr>
          <p:cNvPr id="39" name="visibility-cell-1-0-1">
            <a:extLst>
              <a:ext uri="{FF2B5EF4-FFF2-40B4-BE49-F238E27FC236}">
                <a16:creationId xmlns:a16="http://schemas.microsoft.com/office/drawing/2014/main" id="{6CD1EB45-687D-4136-B952-329AC162A43C}"/>
              </a:ext>
            </a:extLst>
          </p:cNvPr>
          <p:cNvSpPr>
            <a:spLocks noGrp="1"/>
          </p:cNvSpPr>
          <p:nvPr/>
        </p:nvSpPr>
        <p:spPr>
          <a:xfrm>
            <a:off x="5339159" y="5147764"/>
            <a:ext cx="164342" cy="159508"/>
          </a:xfrm>
          <a:prstGeom prst="rect">
            <a:avLst/>
          </a:prstGeom>
          <a:solidFill>
            <a:srgbClr val="F5F6F7"/>
          </a:solidFill>
          <a:ln w="5334">
            <a:solidFill>
              <a:srgbClr val="DDE2E5"/>
            </a:solidFill>
          </a:ln>
        </p:spPr>
        <p:txBody>
          <a:bodyPr/>
          <a:lstStyle/>
          <a:p>
            <a:endParaRPr lang="zh-CN" altLang="en-US" sz="2400"/>
          </a:p>
        </p:txBody>
      </p:sp>
      <p:sp>
        <p:nvSpPr>
          <p:cNvPr id="40" name="visibility-cell-1-1-0">
            <a:extLst>
              <a:ext uri="{FF2B5EF4-FFF2-40B4-BE49-F238E27FC236}">
                <a16:creationId xmlns:a16="http://schemas.microsoft.com/office/drawing/2014/main" id="{04950CAA-7D4F-4D1C-8C22-88737017E995}"/>
              </a:ext>
            </a:extLst>
          </p:cNvPr>
          <p:cNvSpPr>
            <a:spLocks noGrp="1"/>
          </p:cNvSpPr>
          <p:nvPr/>
        </p:nvSpPr>
        <p:spPr>
          <a:xfrm>
            <a:off x="5140982" y="5341107"/>
            <a:ext cx="164342" cy="159508"/>
          </a:xfrm>
          <a:prstGeom prst="rect">
            <a:avLst/>
          </a:prstGeom>
          <a:solidFill>
            <a:srgbClr val="DFE7ED"/>
          </a:solidFill>
          <a:ln w="13716">
            <a:solidFill>
              <a:srgbClr val="862B36"/>
            </a:solidFill>
          </a:ln>
        </p:spPr>
        <p:txBody>
          <a:bodyPr/>
          <a:lstStyle/>
          <a:p>
            <a:endParaRPr lang="zh-CN" altLang="en-US" sz="2400"/>
          </a:p>
        </p:txBody>
      </p:sp>
      <p:sp>
        <p:nvSpPr>
          <p:cNvPr id="41" name="visibility-cell-1-1-1">
            <a:extLst>
              <a:ext uri="{FF2B5EF4-FFF2-40B4-BE49-F238E27FC236}">
                <a16:creationId xmlns:a16="http://schemas.microsoft.com/office/drawing/2014/main" id="{4E93AA49-A580-4A4C-8932-E13876A257CF}"/>
              </a:ext>
            </a:extLst>
          </p:cNvPr>
          <p:cNvSpPr>
            <a:spLocks noGrp="1"/>
          </p:cNvSpPr>
          <p:nvPr/>
        </p:nvSpPr>
        <p:spPr>
          <a:xfrm>
            <a:off x="5339159" y="5341107"/>
            <a:ext cx="164342" cy="159508"/>
          </a:xfrm>
          <a:prstGeom prst="rect">
            <a:avLst/>
          </a:prstGeom>
          <a:solidFill>
            <a:srgbClr val="E8EFEB"/>
          </a:solidFill>
          <a:ln w="5334">
            <a:solidFill>
              <a:srgbClr val="668B80"/>
            </a:solidFill>
          </a:ln>
        </p:spPr>
        <p:txBody>
          <a:bodyPr/>
          <a:lstStyle/>
          <a:p>
            <a:endParaRPr lang="zh-CN" altLang="en-US" sz="2400"/>
          </a:p>
        </p:txBody>
      </p:sp>
      <p:sp>
        <p:nvSpPr>
          <p:cNvPr id="42" name="architecture-2">
            <a:extLst>
              <a:ext uri="{FF2B5EF4-FFF2-40B4-BE49-F238E27FC236}">
                <a16:creationId xmlns:a16="http://schemas.microsoft.com/office/drawing/2014/main" id="{5485644F-9412-4438-AED1-7F3EC55ECCFA}"/>
              </a:ext>
            </a:extLst>
          </p:cNvPr>
          <p:cNvSpPr>
            <a:spLocks noGrp="1"/>
          </p:cNvSpPr>
          <p:nvPr/>
        </p:nvSpPr>
        <p:spPr>
          <a:xfrm>
            <a:off x="5696844" y="4724789"/>
            <a:ext cx="855544" cy="140174"/>
          </a:xfrm>
          <a:prstGeom prst="rect">
            <a:avLst/>
          </a:prstGeom>
          <a:noFill/>
          <a:ln w="0">
            <a:noFill/>
          </a:ln>
        </p:spPr>
        <p:txBody>
          <a:bodyPr wrap="none" lIns="0" tIns="0" rIns="0" bIns="0" anchor="ctr">
            <a:noAutofit/>
          </a:bodyPr>
          <a:lstStyle/>
          <a:p>
            <a:pPr algn="ctr">
              <a:defRPr sz="1500" i="0">
                <a:solidFill>
                  <a:srgbClr val="862B36"/>
                </a:solidFill>
                <a:latin typeface="Toppan Bunkyu Mincho Regular"/>
                <a:ea typeface="Toppan Bunkyu Mincho Regular"/>
                <a:cs typeface="Toppan Bunkyu Mincho Regular"/>
              </a:defRPr>
            </a:pPr>
            <a:r>
              <a:rPr sz="1600">
                <a:solidFill>
                  <a:srgbClr val="862B36"/>
                </a:solidFill>
                <a:latin typeface="Toppan Bunkyu Mincho Regular"/>
                <a:ea typeface="Toppan Bunkyu Mincho Regular"/>
                <a:cs typeface="Toppan Bunkyu Mincho Regular"/>
              </a:rPr>
              <a:t>JAM</a:t>
            </a:r>
          </a:p>
        </p:txBody>
      </p:sp>
      <p:pic>
        <p:nvPicPr>
          <p:cNvPr id="129" name="图形 128"/>
          <p:cNvPicPr>
            <a:picLocks noChangeAspect="1"/>
          </p:cNvPicPr>
          <p:nvPr/>
        </p:nvPicPr>
        <p:blipFill>
          <a:blip r:embed="rId4">
            <a:extLst>
              <a:ext uri="{96DAC541-7B7A-43D3-8B79-37D633B846F1}">
                <asvg:svgBlip xmlns:asvg="http://schemas.microsoft.com/office/drawing/2016/SVG/main" r:embed="rId5"/>
              </a:ext>
            </a:extLst>
          </a:blip>
          <a:stretch/>
        </p:blipFill>
        <p:spPr>
          <a:xfrm>
            <a:off x="5983188" y="5016824"/>
            <a:ext cx="166851" cy="97538"/>
          </a:xfrm>
          <a:prstGeom prst="rect">
            <a:avLst/>
          </a:prstGeom>
        </p:spPr>
      </p:pic>
      <p:pic>
        <p:nvPicPr>
          <p:cNvPr id="130" name="图形 129"/>
          <p:cNvPicPr>
            <a:picLocks noChangeAspect="1"/>
          </p:cNvPicPr>
          <p:nvPr/>
        </p:nvPicPr>
        <p:blipFill>
          <a:blip r:embed="rId6">
            <a:extLst>
              <a:ext uri="{96DAC541-7B7A-43D3-8B79-37D633B846F1}">
                <asvg:svgBlip xmlns:asvg="http://schemas.microsoft.com/office/drawing/2016/SVG/main" r:embed="rId7"/>
              </a:ext>
            </a:extLst>
          </a:blip>
          <a:stretch/>
        </p:blipFill>
        <p:spPr>
          <a:xfrm>
            <a:off x="6193866" y="5016865"/>
            <a:ext cx="151516" cy="97456"/>
          </a:xfrm>
          <a:prstGeom prst="rect">
            <a:avLst/>
          </a:prstGeom>
        </p:spPr>
      </p:pic>
      <p:pic>
        <p:nvPicPr>
          <p:cNvPr id="131" name="图形 130"/>
          <p:cNvPicPr>
            <a:picLocks noChangeAspect="1"/>
          </p:cNvPicPr>
          <p:nvPr/>
        </p:nvPicPr>
        <p:blipFill>
          <a:blip r:embed="rId8">
            <a:extLst>
              <a:ext uri="{96DAC541-7B7A-43D3-8B79-37D633B846F1}">
                <asvg:svgBlip xmlns:asvg="http://schemas.microsoft.com/office/drawing/2016/SVG/main" r:embed="rId9"/>
              </a:ext>
            </a:extLst>
          </a:blip>
          <a:stretch/>
        </p:blipFill>
        <p:spPr>
          <a:xfrm>
            <a:off x="5790792" y="5180265"/>
            <a:ext cx="160123" cy="104173"/>
          </a:xfrm>
          <a:prstGeom prst="rect">
            <a:avLst/>
          </a:prstGeom>
        </p:spPr>
      </p:pic>
      <p:pic>
        <p:nvPicPr>
          <p:cNvPr id="132" name="图形 131"/>
          <p:cNvPicPr>
            <a:picLocks noChangeAspect="1"/>
          </p:cNvPicPr>
          <p:nvPr/>
        </p:nvPicPr>
        <p:blipFill>
          <a:blip r:embed="rId10">
            <a:extLst>
              <a:ext uri="{96DAC541-7B7A-43D3-8B79-37D633B846F1}">
                <asvg:svgBlip xmlns:asvg="http://schemas.microsoft.com/office/drawing/2016/SVG/main" r:embed="rId11"/>
              </a:ext>
            </a:extLst>
          </a:blip>
          <a:stretch/>
        </p:blipFill>
        <p:spPr>
          <a:xfrm>
            <a:off x="5798460" y="5373608"/>
            <a:ext cx="144787" cy="104173"/>
          </a:xfrm>
          <a:prstGeom prst="rect">
            <a:avLst/>
          </a:prstGeom>
        </p:spPr>
      </p:pic>
      <p:sp>
        <p:nvSpPr>
          <p:cNvPr id="47" name="visibility-cell-2-0-0">
            <a:extLst>
              <a:ext uri="{FF2B5EF4-FFF2-40B4-BE49-F238E27FC236}">
                <a16:creationId xmlns:a16="http://schemas.microsoft.com/office/drawing/2014/main" id="{0F25B394-3E8E-4D9B-B12D-B44CFAD6521A}"/>
              </a:ext>
            </a:extLst>
          </p:cNvPr>
          <p:cNvSpPr>
            <a:spLocks noGrp="1"/>
          </p:cNvSpPr>
          <p:nvPr/>
        </p:nvSpPr>
        <p:spPr>
          <a:xfrm>
            <a:off x="5986859" y="5147764"/>
            <a:ext cx="164342" cy="159508"/>
          </a:xfrm>
          <a:prstGeom prst="rect">
            <a:avLst/>
          </a:prstGeom>
          <a:solidFill>
            <a:srgbClr val="E6EEF5"/>
          </a:solidFill>
          <a:ln w="5334">
            <a:solidFill>
              <a:srgbClr val="4E718D"/>
            </a:solidFill>
          </a:ln>
        </p:spPr>
        <p:txBody>
          <a:bodyPr/>
          <a:lstStyle/>
          <a:p>
            <a:endParaRPr lang="zh-CN" altLang="en-US" sz="2400"/>
          </a:p>
        </p:txBody>
      </p:sp>
      <p:sp>
        <p:nvSpPr>
          <p:cNvPr id="48" name="visibility-cell-2-0-1">
            <a:extLst>
              <a:ext uri="{FF2B5EF4-FFF2-40B4-BE49-F238E27FC236}">
                <a16:creationId xmlns:a16="http://schemas.microsoft.com/office/drawing/2014/main" id="{1810276A-8A75-4AD5-AA52-AA828961FC5A}"/>
              </a:ext>
            </a:extLst>
          </p:cNvPr>
          <p:cNvSpPr>
            <a:spLocks noGrp="1"/>
          </p:cNvSpPr>
          <p:nvPr/>
        </p:nvSpPr>
        <p:spPr>
          <a:xfrm>
            <a:off x="6185036" y="5147764"/>
            <a:ext cx="164342" cy="159508"/>
          </a:xfrm>
          <a:prstGeom prst="rect">
            <a:avLst/>
          </a:prstGeom>
          <a:solidFill>
            <a:srgbClr val="DFE7ED"/>
          </a:solidFill>
          <a:ln w="13716">
            <a:solidFill>
              <a:srgbClr val="862B36"/>
            </a:solidFill>
          </a:ln>
        </p:spPr>
        <p:txBody>
          <a:bodyPr/>
          <a:lstStyle/>
          <a:p>
            <a:endParaRPr lang="zh-CN" altLang="en-US" sz="2400"/>
          </a:p>
        </p:txBody>
      </p:sp>
      <p:sp>
        <p:nvSpPr>
          <p:cNvPr id="49" name="visibility-cell-2-1-0">
            <a:extLst>
              <a:ext uri="{FF2B5EF4-FFF2-40B4-BE49-F238E27FC236}">
                <a16:creationId xmlns:a16="http://schemas.microsoft.com/office/drawing/2014/main" id="{5A6DD5A9-4B2F-4247-92B6-5FFAEC33D6E9}"/>
              </a:ext>
            </a:extLst>
          </p:cNvPr>
          <p:cNvSpPr>
            <a:spLocks noGrp="1"/>
          </p:cNvSpPr>
          <p:nvPr/>
        </p:nvSpPr>
        <p:spPr>
          <a:xfrm>
            <a:off x="5986859" y="5341107"/>
            <a:ext cx="164342" cy="159508"/>
          </a:xfrm>
          <a:prstGeom prst="rect">
            <a:avLst/>
          </a:prstGeom>
          <a:solidFill>
            <a:srgbClr val="DFE7ED"/>
          </a:solidFill>
          <a:ln w="13716">
            <a:solidFill>
              <a:srgbClr val="862B36"/>
            </a:solidFill>
          </a:ln>
        </p:spPr>
        <p:txBody>
          <a:bodyPr/>
          <a:lstStyle/>
          <a:p>
            <a:endParaRPr lang="zh-CN" altLang="en-US" sz="2400"/>
          </a:p>
        </p:txBody>
      </p:sp>
      <p:sp>
        <p:nvSpPr>
          <p:cNvPr id="50" name="visibility-cell-2-1-1">
            <a:extLst>
              <a:ext uri="{FF2B5EF4-FFF2-40B4-BE49-F238E27FC236}">
                <a16:creationId xmlns:a16="http://schemas.microsoft.com/office/drawing/2014/main" id="{7082C921-7DAE-4541-B3A4-7DE96A9E8988}"/>
              </a:ext>
            </a:extLst>
          </p:cNvPr>
          <p:cNvSpPr>
            <a:spLocks noGrp="1"/>
          </p:cNvSpPr>
          <p:nvPr/>
        </p:nvSpPr>
        <p:spPr>
          <a:xfrm>
            <a:off x="6185036" y="5341107"/>
            <a:ext cx="164342" cy="159508"/>
          </a:xfrm>
          <a:prstGeom prst="rect">
            <a:avLst/>
          </a:prstGeom>
          <a:solidFill>
            <a:srgbClr val="E8EFEB"/>
          </a:solidFill>
          <a:ln w="5334">
            <a:solidFill>
              <a:srgbClr val="668B80"/>
            </a:solidFill>
          </a:ln>
        </p:spPr>
        <p:txBody>
          <a:bodyPr/>
          <a:lstStyle/>
          <a:p>
            <a:endParaRPr lang="zh-CN" altLang="en-US" sz="2400"/>
          </a:p>
        </p:txBody>
      </p:sp>
      <p:sp>
        <p:nvSpPr>
          <p:cNvPr id="51" name="cross-stream-legend">
            <a:extLst>
              <a:ext uri="{FF2B5EF4-FFF2-40B4-BE49-F238E27FC236}">
                <a16:creationId xmlns:a16="http://schemas.microsoft.com/office/drawing/2014/main" id="{47DC0596-C72B-422A-A6AE-352F0B6A8FB3}"/>
              </a:ext>
            </a:extLst>
          </p:cNvPr>
          <p:cNvSpPr>
            <a:spLocks noGrp="1"/>
          </p:cNvSpPr>
          <p:nvPr/>
        </p:nvSpPr>
        <p:spPr>
          <a:xfrm>
            <a:off x="4523310" y="5623231"/>
            <a:ext cx="164342" cy="164342"/>
          </a:xfrm>
          <a:prstGeom prst="rect">
            <a:avLst/>
          </a:prstGeom>
          <a:solidFill>
            <a:srgbClr val="DFE7ED"/>
          </a:solidFill>
          <a:ln w="11430">
            <a:solidFill>
              <a:srgbClr val="862B36"/>
            </a:solidFill>
          </a:ln>
        </p:spPr>
        <p:txBody>
          <a:bodyPr/>
          <a:lstStyle/>
          <a:p>
            <a:endParaRPr lang="zh-CN" altLang="en-US" sz="2400"/>
          </a:p>
        </p:txBody>
      </p:sp>
      <p:sp>
        <p:nvSpPr>
          <p:cNvPr id="52" name="cross-stream-legend-text">
            <a:extLst>
              <a:ext uri="{FF2B5EF4-FFF2-40B4-BE49-F238E27FC236}">
                <a16:creationId xmlns:a16="http://schemas.microsoft.com/office/drawing/2014/main" id="{81E06796-C222-43D3-B3DD-118C718B30D0}"/>
              </a:ext>
            </a:extLst>
          </p:cNvPr>
          <p:cNvSpPr>
            <a:spLocks noGrp="1"/>
          </p:cNvSpPr>
          <p:nvPr/>
        </p:nvSpPr>
        <p:spPr>
          <a:xfrm>
            <a:off x="4763963" y="5606350"/>
            <a:ext cx="1459742" cy="149841"/>
          </a:xfrm>
          <a:prstGeom prst="rect">
            <a:avLst/>
          </a:prstGeom>
          <a:noFill/>
          <a:ln w="0">
            <a:noFill/>
          </a:ln>
        </p:spPr>
        <p:txBody>
          <a:bodyPr wrap="none" lIns="0" tIns="0" rIns="0" bIns="0" anchor="ctr">
            <a:noAutofit/>
          </a:bodyPr>
          <a:lstStyle/>
          <a:p>
            <a:pPr algn="l">
              <a:defRPr sz="1380" i="0">
                <a:solidFill>
                  <a:srgbClr val="862B36"/>
                </a:solidFill>
                <a:latin typeface="Toppan Bunkyu Mincho Regular"/>
                <a:ea typeface="Toppan Bunkyu Mincho Regular"/>
                <a:cs typeface="Toppan Bunkyu Mincho Regular"/>
              </a:defRPr>
            </a:pPr>
            <a:r>
              <a:rPr sz="1400" dirty="0">
                <a:solidFill>
                  <a:srgbClr val="862B36"/>
                </a:solidFill>
                <a:latin typeface="Toppan Bunkyu Mincho Regular"/>
                <a:ea typeface="Toppan Bunkyu Mincho Regular"/>
                <a:cs typeface="Toppan Bunkyu Mincho Regular"/>
              </a:rPr>
              <a:t>Cross-stream reads</a:t>
            </a:r>
          </a:p>
        </p:txBody>
      </p:sp>
      <p:pic>
        <p:nvPicPr>
          <p:cNvPr id="139" name="图形 138"/>
          <p:cNvPicPr>
            <a:picLocks noChangeAspect="1"/>
          </p:cNvPicPr>
          <p:nvPr/>
        </p:nvPicPr>
        <p:blipFill>
          <a:blip r:embed="rId12">
            <a:extLst>
              <a:ext uri="{96DAC541-7B7A-43D3-8B79-37D633B846F1}">
                <asvg:svgBlip xmlns:asvg="http://schemas.microsoft.com/office/drawing/2016/SVG/main" r:embed="rId13"/>
              </a:ext>
            </a:extLst>
          </a:blip>
          <a:stretch/>
        </p:blipFill>
        <p:spPr>
          <a:xfrm>
            <a:off x="4355285" y="5874614"/>
            <a:ext cx="2030182" cy="159508"/>
          </a:xfrm>
          <a:prstGeom prst="rect">
            <a:avLst/>
          </a:prstGeom>
        </p:spPr>
      </p:pic>
      <p:sp>
        <p:nvSpPr>
          <p:cNvPr id="54" name="projection-caption">
            <a:extLst>
              <a:ext uri="{FF2B5EF4-FFF2-40B4-BE49-F238E27FC236}">
                <a16:creationId xmlns:a16="http://schemas.microsoft.com/office/drawing/2014/main" id="{C2235351-F022-47C5-B5CD-F2B99FC2538F}"/>
              </a:ext>
            </a:extLst>
          </p:cNvPr>
          <p:cNvSpPr>
            <a:spLocks noGrp="1"/>
          </p:cNvSpPr>
          <p:nvPr/>
        </p:nvSpPr>
        <p:spPr>
          <a:xfrm>
            <a:off x="4097638" y="6124877"/>
            <a:ext cx="2571466" cy="149841"/>
          </a:xfrm>
          <a:prstGeom prst="rect">
            <a:avLst/>
          </a:prstGeom>
          <a:noFill/>
          <a:ln w="0">
            <a:noFill/>
          </a:ln>
        </p:spPr>
        <p:txBody>
          <a:bodyPr wrap="none" lIns="0" tIns="0" rIns="0" bIns="0" anchor="ctr">
            <a:noAutofit/>
          </a:bodyPr>
          <a:lstStyle/>
          <a:p>
            <a:pPr algn="ctr">
              <a:defRPr sz="1380" i="0">
                <a:solidFill>
                  <a:srgbClr val="4E718D"/>
                </a:solidFill>
                <a:latin typeface="Toppan Bunkyu Mincho Regular"/>
                <a:ea typeface="Toppan Bunkyu Mincho Regular"/>
                <a:cs typeface="Toppan Bunkyu Mincho Regular"/>
              </a:defRPr>
            </a:pPr>
            <a:r>
              <a:rPr sz="1400" b="1" dirty="0">
                <a:solidFill>
                  <a:schemeClr val="bg2">
                    <a:lumMod val="50000"/>
                  </a:schemeClr>
                </a:solidFill>
                <a:latin typeface="Toppan Bunkyu Mincho Regular"/>
                <a:ea typeface="Toppan Bunkyu Mincho Regular"/>
              </a:rPr>
              <a:t>Separate queries, shared key/value access</a:t>
            </a:r>
          </a:p>
        </p:txBody>
      </p:sp>
      <p:sp>
        <p:nvSpPr>
          <p:cNvPr id="55" name="coupled-insight">
            <a:extLst>
              <a:ext uri="{FF2B5EF4-FFF2-40B4-BE49-F238E27FC236}">
                <a16:creationId xmlns:a16="http://schemas.microsoft.com/office/drawing/2014/main" id="{AFFAB29E-2DE9-47AF-AAF6-269705D1C507}"/>
              </a:ext>
            </a:extLst>
          </p:cNvPr>
          <p:cNvSpPr>
            <a:spLocks noGrp="1"/>
          </p:cNvSpPr>
          <p:nvPr/>
        </p:nvSpPr>
        <p:spPr>
          <a:xfrm>
            <a:off x="6711571" y="4359891"/>
            <a:ext cx="5345942" cy="149841"/>
          </a:xfrm>
          <a:prstGeom prst="rect">
            <a:avLst/>
          </a:prstGeom>
          <a:noFill/>
          <a:ln w="0">
            <a:noFill/>
          </a:ln>
        </p:spPr>
        <p:txBody>
          <a:bodyPr wrap="none" lIns="0" tIns="0" rIns="0" bIns="0" anchor="ctr">
            <a:noAutofit/>
          </a:bodyPr>
          <a:lstStyle/>
          <a:p>
            <a:pPr algn="ctr">
              <a:defRPr sz="1440" i="0">
                <a:solidFill>
                  <a:srgbClr val="657580"/>
                </a:solidFill>
                <a:latin typeface="Toppan Bunkyu Mincho Regular"/>
                <a:ea typeface="Toppan Bunkyu Mincho Regular"/>
                <a:cs typeface="Toppan Bunkyu Mincho Regular"/>
              </a:defRPr>
            </a:pPr>
            <a:r>
              <a:rPr sz="1200" dirty="0">
                <a:solidFill>
                  <a:srgbClr val="657580"/>
                </a:solidFill>
                <a:latin typeface="Toppan Bunkyu Mincho Regular"/>
                <a:ea typeface="Toppan Bunkyu Mincho Regular"/>
                <a:cs typeface="Toppan Bunkyu Mincho Regular"/>
              </a:rPr>
              <a:t>Video and action guide each other at every step</a:t>
            </a:r>
          </a:p>
        </p:txBody>
      </p:sp>
      <p:sp>
        <p:nvSpPr>
          <p:cNvPr id="56" name="stage-noise">
            <a:extLst>
              <a:ext uri="{FF2B5EF4-FFF2-40B4-BE49-F238E27FC236}">
                <a16:creationId xmlns:a16="http://schemas.microsoft.com/office/drawing/2014/main" id="{52AB5B80-BCB5-401C-A671-B795463E622F}"/>
              </a:ext>
            </a:extLst>
          </p:cNvPr>
          <p:cNvSpPr>
            <a:spLocks noGrp="1"/>
          </p:cNvSpPr>
          <p:nvPr/>
        </p:nvSpPr>
        <p:spPr>
          <a:xfrm>
            <a:off x="7451109" y="4548401"/>
            <a:ext cx="1082722" cy="140174"/>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400">
                <a:solidFill>
                  <a:srgbClr val="202B33"/>
                </a:solidFill>
                <a:latin typeface="Toppan Bunkyu Mincho Regular"/>
                <a:ea typeface="Toppan Bunkyu Mincho Regular"/>
                <a:cs typeface="Toppan Bunkyu Mincho Regular"/>
              </a:rPr>
              <a:t>Noise</a:t>
            </a:r>
          </a:p>
        </p:txBody>
      </p:sp>
      <p:sp>
        <p:nvSpPr>
          <p:cNvPr id="58" name="stage-clean">
            <a:extLst>
              <a:ext uri="{FF2B5EF4-FFF2-40B4-BE49-F238E27FC236}">
                <a16:creationId xmlns:a16="http://schemas.microsoft.com/office/drawing/2014/main" id="{241D2EDA-15F5-4374-984B-0A2E9B1BB984}"/>
              </a:ext>
            </a:extLst>
          </p:cNvPr>
          <p:cNvSpPr>
            <a:spLocks noGrp="1"/>
          </p:cNvSpPr>
          <p:nvPr/>
        </p:nvSpPr>
        <p:spPr>
          <a:xfrm>
            <a:off x="10940955" y="4548401"/>
            <a:ext cx="1082722" cy="140174"/>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400" dirty="0">
                <a:solidFill>
                  <a:srgbClr val="202B33"/>
                </a:solidFill>
                <a:latin typeface="Toppan Bunkyu Mincho Regular"/>
                <a:ea typeface="Toppan Bunkyu Mincho Regular"/>
                <a:cs typeface="Toppan Bunkyu Mincho Regular"/>
              </a:rPr>
              <a:t>Prediction</a:t>
            </a:r>
          </a:p>
        </p:txBody>
      </p:sp>
      <p:pic>
        <p:nvPicPr>
          <p:cNvPr id="145" name="图片 144"/>
          <p:cNvPicPr>
            <a:picLocks noChangeAspect="1"/>
          </p:cNvPicPr>
          <p:nvPr/>
        </p:nvPicPr>
        <p:blipFill>
          <a:blip r:embed="rId14"/>
          <a:stretch/>
        </p:blipFill>
        <p:spPr>
          <a:xfrm>
            <a:off x="7441442" y="4703075"/>
            <a:ext cx="4611237" cy="1537079"/>
          </a:xfrm>
          <a:prstGeom prst="rect">
            <a:avLst/>
          </a:prstGeom>
        </p:spPr>
      </p:pic>
      <p:sp>
        <p:nvSpPr>
          <p:cNvPr id="60" name="video-stream-bracket">
            <a:extLst>
              <a:ext uri="{FF2B5EF4-FFF2-40B4-BE49-F238E27FC236}">
                <a16:creationId xmlns:a16="http://schemas.microsoft.com/office/drawing/2014/main" id="{21737E47-1242-4A91-89AD-EBBD3881179A}"/>
              </a:ext>
            </a:extLst>
          </p:cNvPr>
          <p:cNvSpPr>
            <a:spLocks noGrp="1"/>
          </p:cNvSpPr>
          <p:nvPr/>
        </p:nvSpPr>
        <p:spPr>
          <a:xfrm>
            <a:off x="7354437" y="4790080"/>
            <a:ext cx="0" cy="468857"/>
          </a:xfrm>
          <a:prstGeom prst="line">
            <a:avLst/>
          </a:prstGeom>
          <a:noFill/>
          <a:ln w="15240">
            <a:solidFill>
              <a:srgbClr val="4E718D"/>
            </a:solidFill>
          </a:ln>
        </p:spPr>
        <p:txBody>
          <a:bodyPr/>
          <a:lstStyle/>
          <a:p>
            <a:endParaRPr lang="zh-CN" altLang="en-US"/>
          </a:p>
        </p:txBody>
      </p:sp>
      <p:sp>
        <p:nvSpPr>
          <p:cNvPr id="61" name="video-lane">
            <a:extLst>
              <a:ext uri="{FF2B5EF4-FFF2-40B4-BE49-F238E27FC236}">
                <a16:creationId xmlns:a16="http://schemas.microsoft.com/office/drawing/2014/main" id="{86ED4F53-756E-41D8-9D3A-E8C7BB02E76D}"/>
              </a:ext>
            </a:extLst>
          </p:cNvPr>
          <p:cNvSpPr>
            <a:spLocks noGrp="1"/>
          </p:cNvSpPr>
          <p:nvPr/>
        </p:nvSpPr>
        <p:spPr>
          <a:xfrm>
            <a:off x="6677736" y="4857750"/>
            <a:ext cx="584863" cy="323850"/>
          </a:xfrm>
          <a:prstGeom prst="rect">
            <a:avLst/>
          </a:prstGeom>
          <a:noFill/>
          <a:ln w="0">
            <a:noFill/>
          </a:ln>
        </p:spPr>
        <p:txBody>
          <a:bodyPr wrap="none" lIns="0" tIns="0" rIns="0" bIns="0" anchor="ctr">
            <a:noAutofit/>
          </a:bodyPr>
          <a:lstStyle/>
          <a:p>
            <a:pPr algn="r">
              <a:defRPr sz="1440" i="0">
                <a:solidFill>
                  <a:srgbClr val="4E718D"/>
                </a:solidFill>
                <a:latin typeface="Toppan Bunkyu Mincho Regular"/>
                <a:ea typeface="Toppan Bunkyu Mincho Regular"/>
                <a:cs typeface="Toppan Bunkyu Mincho Regular"/>
              </a:defRPr>
            </a:pPr>
            <a:r>
              <a:rPr sz="1400" dirty="0">
                <a:solidFill>
                  <a:srgbClr val="4E718D"/>
                </a:solidFill>
                <a:latin typeface="Toppan Bunkyu Mincho Regular"/>
                <a:ea typeface="Toppan Bunkyu Mincho Regular"/>
                <a:cs typeface="Toppan Bunkyu Mincho Regular"/>
              </a:rPr>
              <a:t>Video</a:t>
            </a:r>
          </a:p>
          <a:p>
            <a:pPr algn="r">
              <a:defRPr sz="1440" i="0">
                <a:solidFill>
                  <a:srgbClr val="4E718D"/>
                </a:solidFill>
                <a:latin typeface="Toppan Bunkyu Mincho Regular"/>
                <a:ea typeface="Toppan Bunkyu Mincho Regular"/>
                <a:cs typeface="Toppan Bunkyu Mincho Regular"/>
              </a:defRPr>
            </a:pPr>
            <a:r>
              <a:rPr sz="1400" dirty="0">
                <a:solidFill>
                  <a:srgbClr val="4E718D"/>
                </a:solidFill>
                <a:latin typeface="Toppan Bunkyu Mincho Regular"/>
                <a:ea typeface="Toppan Bunkyu Mincho Regular"/>
                <a:cs typeface="Toppan Bunkyu Mincho Regular"/>
              </a:rPr>
              <a:t>stream</a:t>
            </a:r>
          </a:p>
        </p:txBody>
      </p:sp>
      <p:sp>
        <p:nvSpPr>
          <p:cNvPr id="62" name="action-stream-bracket">
            <a:extLst>
              <a:ext uri="{FF2B5EF4-FFF2-40B4-BE49-F238E27FC236}">
                <a16:creationId xmlns:a16="http://schemas.microsoft.com/office/drawing/2014/main" id="{630C6DDE-25AC-4D75-9ADB-B7D11269E46C}"/>
              </a:ext>
            </a:extLst>
          </p:cNvPr>
          <p:cNvSpPr>
            <a:spLocks noGrp="1"/>
          </p:cNvSpPr>
          <p:nvPr/>
        </p:nvSpPr>
        <p:spPr>
          <a:xfrm>
            <a:off x="7354437" y="5365276"/>
            <a:ext cx="0" cy="783040"/>
          </a:xfrm>
          <a:prstGeom prst="line">
            <a:avLst/>
          </a:prstGeom>
          <a:noFill/>
          <a:ln w="15240">
            <a:solidFill>
              <a:srgbClr val="668B80"/>
            </a:solidFill>
          </a:ln>
        </p:spPr>
        <p:txBody>
          <a:bodyPr/>
          <a:lstStyle/>
          <a:p>
            <a:endParaRPr lang="zh-CN" altLang="en-US"/>
          </a:p>
        </p:txBody>
      </p:sp>
      <p:sp>
        <p:nvSpPr>
          <p:cNvPr id="63" name="action-lane">
            <a:extLst>
              <a:ext uri="{FF2B5EF4-FFF2-40B4-BE49-F238E27FC236}">
                <a16:creationId xmlns:a16="http://schemas.microsoft.com/office/drawing/2014/main" id="{8E50D247-87B2-4C7D-A63B-2B131351E535}"/>
              </a:ext>
            </a:extLst>
          </p:cNvPr>
          <p:cNvSpPr>
            <a:spLocks noGrp="1"/>
          </p:cNvSpPr>
          <p:nvPr/>
        </p:nvSpPr>
        <p:spPr>
          <a:xfrm>
            <a:off x="6677736" y="5476448"/>
            <a:ext cx="584863" cy="304516"/>
          </a:xfrm>
          <a:prstGeom prst="rect">
            <a:avLst/>
          </a:prstGeom>
          <a:noFill/>
          <a:ln w="0">
            <a:noFill/>
          </a:ln>
        </p:spPr>
        <p:txBody>
          <a:bodyPr wrap="none" lIns="0" tIns="0" rIns="0" bIns="0" anchor="ctr">
            <a:noAutofit/>
          </a:bodyPr>
          <a:lstStyle/>
          <a:p>
            <a:pPr algn="r">
              <a:defRPr sz="1440" i="0">
                <a:solidFill>
                  <a:srgbClr val="4E718D"/>
                </a:solidFill>
                <a:latin typeface="Toppan Bunkyu Mincho Regular"/>
                <a:ea typeface="Toppan Bunkyu Mincho Regular"/>
                <a:cs typeface="Toppan Bunkyu Mincho Regular"/>
              </a:defRPr>
            </a:pPr>
            <a:r>
              <a:rPr sz="1400" dirty="0">
                <a:solidFill>
                  <a:srgbClr val="4E718D"/>
                </a:solidFill>
                <a:latin typeface="Toppan Bunkyu Mincho Regular"/>
                <a:ea typeface="Toppan Bunkyu Mincho Regular"/>
              </a:rPr>
              <a:t>Action</a:t>
            </a:r>
          </a:p>
          <a:p>
            <a:pPr algn="r">
              <a:defRPr sz="1440" i="0">
                <a:solidFill>
                  <a:srgbClr val="4E718D"/>
                </a:solidFill>
                <a:latin typeface="Toppan Bunkyu Mincho Regular"/>
                <a:ea typeface="Toppan Bunkyu Mincho Regular"/>
                <a:cs typeface="Toppan Bunkyu Mincho Regular"/>
              </a:defRPr>
            </a:pPr>
            <a:r>
              <a:rPr sz="1400" dirty="0">
                <a:solidFill>
                  <a:srgbClr val="4E718D"/>
                </a:solidFill>
                <a:latin typeface="Toppan Bunkyu Mincho Regular"/>
                <a:ea typeface="Toppan Bunkyu Mincho Regular"/>
              </a:rPr>
              <a:t>stream</a:t>
            </a:r>
          </a:p>
        </p:txBody>
      </p:sp>
      <p:sp>
        <p:nvSpPr>
          <p:cNvPr id="64" name="command-row">
            <a:extLst>
              <a:ext uri="{FF2B5EF4-FFF2-40B4-BE49-F238E27FC236}">
                <a16:creationId xmlns:a16="http://schemas.microsoft.com/office/drawing/2014/main" id="{C957A105-27D7-4177-A7AB-39F825F1ECD8}"/>
              </a:ext>
            </a:extLst>
          </p:cNvPr>
          <p:cNvSpPr>
            <a:spLocks noGrp="1"/>
          </p:cNvSpPr>
          <p:nvPr/>
        </p:nvSpPr>
        <p:spPr>
          <a:xfrm>
            <a:off x="7489778" y="5254104"/>
            <a:ext cx="874878" cy="116006"/>
          </a:xfrm>
          <a:prstGeom prst="rect">
            <a:avLst/>
          </a:prstGeom>
          <a:noFill/>
          <a:ln w="0">
            <a:noFill/>
          </a:ln>
        </p:spPr>
        <p:txBody>
          <a:bodyPr wrap="none" lIns="0" tIns="0" rIns="0" bIns="0" anchor="ctr">
            <a:noAutofit/>
          </a:bodyPr>
          <a:lstStyle/>
          <a:p>
            <a:pPr algn="l">
              <a:defRPr sz="1200" i="0">
                <a:solidFill>
                  <a:srgbClr val="657580"/>
                </a:solidFill>
                <a:latin typeface="Toppan Bunkyu Mincho Regular"/>
                <a:ea typeface="Toppan Bunkyu Mincho Regular"/>
                <a:cs typeface="Toppan Bunkyu Mincho Regular"/>
              </a:defRPr>
            </a:pPr>
            <a:r>
              <a:rPr sz="1100" dirty="0">
                <a:solidFill>
                  <a:srgbClr val="657580"/>
                </a:solidFill>
                <a:latin typeface="Toppan Bunkyu Mincho Regular"/>
                <a:ea typeface="Toppan Bunkyu Mincho Regular"/>
                <a:cs typeface="Toppan Bunkyu Mincho Regular"/>
              </a:rPr>
              <a:t>Commands</a:t>
            </a:r>
          </a:p>
        </p:txBody>
      </p:sp>
      <p:sp>
        <p:nvSpPr>
          <p:cNvPr id="65" name="effect-row">
            <a:extLst>
              <a:ext uri="{FF2B5EF4-FFF2-40B4-BE49-F238E27FC236}">
                <a16:creationId xmlns:a16="http://schemas.microsoft.com/office/drawing/2014/main" id="{DC742730-6426-4C8B-99E9-2BE4E5331F05}"/>
              </a:ext>
            </a:extLst>
          </p:cNvPr>
          <p:cNvSpPr>
            <a:spLocks noGrp="1"/>
          </p:cNvSpPr>
          <p:nvPr/>
        </p:nvSpPr>
        <p:spPr>
          <a:xfrm>
            <a:off x="7489778" y="5635957"/>
            <a:ext cx="874878" cy="116006"/>
          </a:xfrm>
          <a:prstGeom prst="rect">
            <a:avLst/>
          </a:prstGeom>
          <a:noFill/>
          <a:ln w="0">
            <a:noFill/>
          </a:ln>
        </p:spPr>
        <p:txBody>
          <a:bodyPr wrap="none" lIns="0" tIns="0" rIns="0" bIns="0" anchor="ctr">
            <a:noAutofit/>
          </a:bodyPr>
          <a:lstStyle/>
          <a:p>
            <a:pPr algn="l">
              <a:defRPr sz="1200" i="0">
                <a:solidFill>
                  <a:srgbClr val="657580"/>
                </a:solidFill>
                <a:latin typeface="Toppan Bunkyu Mincho Regular"/>
                <a:ea typeface="Toppan Bunkyu Mincho Regular"/>
                <a:cs typeface="Toppan Bunkyu Mincho Regular"/>
              </a:defRPr>
            </a:pPr>
            <a:r>
              <a:rPr sz="1100" dirty="0">
                <a:solidFill>
                  <a:srgbClr val="657580"/>
                </a:solidFill>
                <a:latin typeface="Toppan Bunkyu Mincho Regular"/>
                <a:ea typeface="Toppan Bunkyu Mincho Regular"/>
                <a:cs typeface="Toppan Bunkyu Mincho Regular"/>
              </a:rPr>
              <a:t>Visual effects</a:t>
            </a:r>
          </a:p>
        </p:txBody>
      </p:sp>
      <p:sp>
        <p:nvSpPr>
          <p:cNvPr id="66" name="video-to-action-1149">
            <a:extLst>
              <a:ext uri="{FF2B5EF4-FFF2-40B4-BE49-F238E27FC236}">
                <a16:creationId xmlns:a16="http://schemas.microsoft.com/office/drawing/2014/main" id="{22A26C7F-216D-4CB2-8931-3FF4F8431029}"/>
              </a:ext>
            </a:extLst>
          </p:cNvPr>
          <p:cNvSpPr>
            <a:spLocks noGrp="1"/>
          </p:cNvSpPr>
          <p:nvPr/>
        </p:nvSpPr>
        <p:spPr>
          <a:xfrm>
            <a:off x="9104194" y="5263771"/>
            <a:ext cx="48336" cy="130507"/>
          </a:xfrm>
          <a:prstGeom prst="downArrow">
            <a:avLst>
              <a:gd name="adj1" fmla="val 28000"/>
              <a:gd name="adj2" fmla="val 33000"/>
            </a:avLst>
          </a:prstGeom>
          <a:solidFill>
            <a:srgbClr val="7D909C"/>
          </a:solidFill>
          <a:ln w="2286">
            <a:solidFill>
              <a:srgbClr val="7D909C"/>
            </a:solidFill>
          </a:ln>
        </p:spPr>
        <p:txBody>
          <a:bodyPr/>
          <a:lstStyle/>
          <a:p>
            <a:endParaRPr lang="zh-CN" altLang="en-US"/>
          </a:p>
        </p:txBody>
      </p:sp>
      <p:sp>
        <p:nvSpPr>
          <p:cNvPr id="67" name="action-to-video-1149">
            <a:extLst>
              <a:ext uri="{FF2B5EF4-FFF2-40B4-BE49-F238E27FC236}">
                <a16:creationId xmlns:a16="http://schemas.microsoft.com/office/drawing/2014/main" id="{521DE97D-A97C-4ADC-8521-667744CD9C0C}"/>
              </a:ext>
            </a:extLst>
          </p:cNvPr>
          <p:cNvSpPr>
            <a:spLocks noGrp="1"/>
          </p:cNvSpPr>
          <p:nvPr/>
        </p:nvSpPr>
        <p:spPr>
          <a:xfrm>
            <a:off x="9176698" y="5263771"/>
            <a:ext cx="48336" cy="130507"/>
          </a:xfrm>
          <a:prstGeom prst="upArrow">
            <a:avLst>
              <a:gd name="adj1" fmla="val 28000"/>
              <a:gd name="adj2" fmla="val 33000"/>
            </a:avLst>
          </a:prstGeom>
          <a:solidFill>
            <a:srgbClr val="668B80"/>
          </a:solidFill>
          <a:ln w="2286">
            <a:solidFill>
              <a:srgbClr val="668B80"/>
            </a:solidFill>
          </a:ln>
        </p:spPr>
        <p:txBody>
          <a:bodyPr/>
          <a:lstStyle/>
          <a:p>
            <a:endParaRPr lang="zh-CN" altLang="en-US"/>
          </a:p>
        </p:txBody>
      </p:sp>
      <p:sp>
        <p:nvSpPr>
          <p:cNvPr id="68" name="video-to-action-1388">
            <a:extLst>
              <a:ext uri="{FF2B5EF4-FFF2-40B4-BE49-F238E27FC236}">
                <a16:creationId xmlns:a16="http://schemas.microsoft.com/office/drawing/2014/main" id="{AA14E2AC-7CA2-4A45-8885-EC4A5341BD9C}"/>
              </a:ext>
            </a:extLst>
          </p:cNvPr>
          <p:cNvSpPr>
            <a:spLocks noGrp="1"/>
          </p:cNvSpPr>
          <p:nvPr/>
        </p:nvSpPr>
        <p:spPr>
          <a:xfrm>
            <a:off x="10259420" y="5263771"/>
            <a:ext cx="48336" cy="130507"/>
          </a:xfrm>
          <a:prstGeom prst="downArrow">
            <a:avLst>
              <a:gd name="adj1" fmla="val 28000"/>
              <a:gd name="adj2" fmla="val 33000"/>
            </a:avLst>
          </a:prstGeom>
          <a:solidFill>
            <a:srgbClr val="7D909C"/>
          </a:solidFill>
          <a:ln w="2286">
            <a:solidFill>
              <a:srgbClr val="7D909C"/>
            </a:solidFill>
          </a:ln>
        </p:spPr>
        <p:txBody>
          <a:bodyPr/>
          <a:lstStyle/>
          <a:p>
            <a:endParaRPr lang="zh-CN" altLang="en-US"/>
          </a:p>
        </p:txBody>
      </p:sp>
      <p:sp>
        <p:nvSpPr>
          <p:cNvPr id="69" name="action-to-video-1388">
            <a:extLst>
              <a:ext uri="{FF2B5EF4-FFF2-40B4-BE49-F238E27FC236}">
                <a16:creationId xmlns:a16="http://schemas.microsoft.com/office/drawing/2014/main" id="{90A5B16B-7715-41B3-9479-D63ACAA97080}"/>
              </a:ext>
            </a:extLst>
          </p:cNvPr>
          <p:cNvSpPr>
            <a:spLocks noGrp="1"/>
          </p:cNvSpPr>
          <p:nvPr/>
        </p:nvSpPr>
        <p:spPr>
          <a:xfrm>
            <a:off x="10331924" y="5263771"/>
            <a:ext cx="48336" cy="130507"/>
          </a:xfrm>
          <a:prstGeom prst="upArrow">
            <a:avLst>
              <a:gd name="adj1" fmla="val 28000"/>
              <a:gd name="adj2" fmla="val 33000"/>
            </a:avLst>
          </a:prstGeom>
          <a:solidFill>
            <a:srgbClr val="668B80"/>
          </a:solidFill>
          <a:ln w="2286">
            <a:solidFill>
              <a:srgbClr val="668B80"/>
            </a:solidFill>
          </a:ln>
        </p:spPr>
        <p:txBody>
          <a:bodyPr/>
          <a:lstStyle/>
          <a:p>
            <a:endParaRPr lang="zh-CN" altLang="en-US"/>
          </a:p>
        </p:txBody>
      </p:sp>
      <p:sp>
        <p:nvSpPr>
          <p:cNvPr id="70" name="joint-refinement-1027">
            <a:extLst>
              <a:ext uri="{FF2B5EF4-FFF2-40B4-BE49-F238E27FC236}">
                <a16:creationId xmlns:a16="http://schemas.microsoft.com/office/drawing/2014/main" id="{5E35D4A1-F113-4F08-9C12-55BEEF2E07A3}"/>
              </a:ext>
            </a:extLst>
          </p:cNvPr>
          <p:cNvSpPr>
            <a:spLocks noGrp="1"/>
          </p:cNvSpPr>
          <p:nvPr/>
        </p:nvSpPr>
        <p:spPr>
          <a:xfrm>
            <a:off x="8538665" y="5563453"/>
            <a:ext cx="87004" cy="58003"/>
          </a:xfrm>
          <a:prstGeom prst="rightArrow">
            <a:avLst>
              <a:gd name="adj1" fmla="val 28000"/>
              <a:gd name="adj2" fmla="val 33000"/>
            </a:avLst>
          </a:prstGeom>
          <a:solidFill>
            <a:srgbClr val="862B36"/>
          </a:solidFill>
          <a:ln w="2286">
            <a:solidFill>
              <a:srgbClr val="862B36"/>
            </a:solidFill>
          </a:ln>
        </p:spPr>
        <p:txBody>
          <a:bodyPr/>
          <a:lstStyle/>
          <a:p>
            <a:endParaRPr lang="zh-CN" altLang="en-US"/>
          </a:p>
        </p:txBody>
      </p:sp>
      <p:sp>
        <p:nvSpPr>
          <p:cNvPr id="71" name="joint-refinement-1267">
            <a:extLst>
              <a:ext uri="{FF2B5EF4-FFF2-40B4-BE49-F238E27FC236}">
                <a16:creationId xmlns:a16="http://schemas.microsoft.com/office/drawing/2014/main" id="{692598ED-31CA-48C1-97B5-BDDFAD16AEA4}"/>
              </a:ext>
            </a:extLst>
          </p:cNvPr>
          <p:cNvSpPr>
            <a:spLocks noGrp="1"/>
          </p:cNvSpPr>
          <p:nvPr/>
        </p:nvSpPr>
        <p:spPr>
          <a:xfrm>
            <a:off x="9698725" y="5563453"/>
            <a:ext cx="87004" cy="58003"/>
          </a:xfrm>
          <a:prstGeom prst="rightArrow">
            <a:avLst>
              <a:gd name="adj1" fmla="val 28000"/>
              <a:gd name="adj2" fmla="val 33000"/>
            </a:avLst>
          </a:prstGeom>
          <a:solidFill>
            <a:srgbClr val="862B36"/>
          </a:solidFill>
          <a:ln w="2286">
            <a:solidFill>
              <a:srgbClr val="862B36"/>
            </a:solidFill>
          </a:ln>
        </p:spPr>
        <p:txBody>
          <a:bodyPr/>
          <a:lstStyle/>
          <a:p>
            <a:endParaRPr lang="zh-CN" altLang="en-US"/>
          </a:p>
        </p:txBody>
      </p:sp>
      <p:sp>
        <p:nvSpPr>
          <p:cNvPr id="72" name="joint-refinement-1508">
            <a:extLst>
              <a:ext uri="{FF2B5EF4-FFF2-40B4-BE49-F238E27FC236}">
                <a16:creationId xmlns:a16="http://schemas.microsoft.com/office/drawing/2014/main" id="{BDE7DA48-07C2-469D-8CCB-352141C64C68}"/>
              </a:ext>
            </a:extLst>
          </p:cNvPr>
          <p:cNvSpPr>
            <a:spLocks noGrp="1"/>
          </p:cNvSpPr>
          <p:nvPr/>
        </p:nvSpPr>
        <p:spPr>
          <a:xfrm>
            <a:off x="10863618" y="5563453"/>
            <a:ext cx="87004" cy="58003"/>
          </a:xfrm>
          <a:prstGeom prst="rightArrow">
            <a:avLst>
              <a:gd name="adj1" fmla="val 28000"/>
              <a:gd name="adj2" fmla="val 33000"/>
            </a:avLst>
          </a:prstGeom>
          <a:solidFill>
            <a:srgbClr val="862B36"/>
          </a:solidFill>
          <a:ln w="2286">
            <a:solidFill>
              <a:srgbClr val="862B36"/>
            </a:solidFill>
          </a:ln>
        </p:spPr>
        <p:txBody>
          <a:bodyPr/>
          <a:lstStyle/>
          <a:p>
            <a:endParaRPr lang="zh-CN" altLang="en-US"/>
          </a:p>
        </p:txBody>
      </p:sp>
      <p:sp>
        <p:nvSpPr>
          <p:cNvPr id="73" name="shifted-grid-axis">
            <a:extLst>
              <a:ext uri="{FF2B5EF4-FFF2-40B4-BE49-F238E27FC236}">
                <a16:creationId xmlns:a16="http://schemas.microsoft.com/office/drawing/2014/main" id="{E8C35697-49C4-4407-80CA-2E6467BFC586}"/>
              </a:ext>
            </a:extLst>
          </p:cNvPr>
          <p:cNvSpPr>
            <a:spLocks noGrp="1"/>
          </p:cNvSpPr>
          <p:nvPr/>
        </p:nvSpPr>
        <p:spPr>
          <a:xfrm>
            <a:off x="7475277" y="6269156"/>
            <a:ext cx="4514566" cy="0"/>
          </a:xfrm>
          <a:prstGeom prst="line">
            <a:avLst/>
          </a:prstGeom>
          <a:noFill/>
          <a:ln w="8382">
            <a:solidFill>
              <a:srgbClr val="BDC8CF"/>
            </a:solidFill>
          </a:ln>
        </p:spPr>
        <p:txBody>
          <a:bodyPr/>
          <a:lstStyle/>
          <a:p>
            <a:endParaRPr lang="zh-CN" altLang="en-US"/>
          </a:p>
        </p:txBody>
      </p:sp>
      <p:sp>
        <p:nvSpPr>
          <p:cNvPr id="74" name="default-noise-grid-0">
            <a:extLst>
              <a:ext uri="{FF2B5EF4-FFF2-40B4-BE49-F238E27FC236}">
                <a16:creationId xmlns:a16="http://schemas.microsoft.com/office/drawing/2014/main" id="{88CB8906-9202-424E-A92D-6E72F187F8BB}"/>
              </a:ext>
            </a:extLst>
          </p:cNvPr>
          <p:cNvSpPr>
            <a:spLocks noGrp="1"/>
          </p:cNvSpPr>
          <p:nvPr/>
        </p:nvSpPr>
        <p:spPr>
          <a:xfrm>
            <a:off x="7460776" y="6254655"/>
            <a:ext cx="29001" cy="29001"/>
          </a:xfrm>
          <a:prstGeom prst="ellipse">
            <a:avLst/>
          </a:prstGeom>
          <a:solidFill>
            <a:srgbClr val="7F94A4"/>
          </a:solidFill>
          <a:ln w="0">
            <a:noFill/>
          </a:ln>
        </p:spPr>
        <p:txBody>
          <a:bodyPr/>
          <a:lstStyle/>
          <a:p>
            <a:endParaRPr lang="zh-CN" altLang="en-US"/>
          </a:p>
        </p:txBody>
      </p:sp>
      <p:sp>
        <p:nvSpPr>
          <p:cNvPr id="75" name="default-noise-grid-1">
            <a:extLst>
              <a:ext uri="{FF2B5EF4-FFF2-40B4-BE49-F238E27FC236}">
                <a16:creationId xmlns:a16="http://schemas.microsoft.com/office/drawing/2014/main" id="{AED58C16-82CC-4D00-836B-CBE62FD3E4B6}"/>
              </a:ext>
            </a:extLst>
          </p:cNvPr>
          <p:cNvSpPr>
            <a:spLocks noGrp="1"/>
          </p:cNvSpPr>
          <p:nvPr/>
        </p:nvSpPr>
        <p:spPr>
          <a:xfrm>
            <a:off x="7558919" y="6254655"/>
            <a:ext cx="29001" cy="29001"/>
          </a:xfrm>
          <a:prstGeom prst="ellipse">
            <a:avLst/>
          </a:prstGeom>
          <a:solidFill>
            <a:srgbClr val="7F94A4"/>
          </a:solidFill>
          <a:ln w="0">
            <a:noFill/>
          </a:ln>
        </p:spPr>
        <p:txBody>
          <a:bodyPr/>
          <a:lstStyle/>
          <a:p>
            <a:endParaRPr lang="zh-CN" altLang="en-US"/>
          </a:p>
        </p:txBody>
      </p:sp>
      <p:sp>
        <p:nvSpPr>
          <p:cNvPr id="76" name="default-noise-grid-2">
            <a:extLst>
              <a:ext uri="{FF2B5EF4-FFF2-40B4-BE49-F238E27FC236}">
                <a16:creationId xmlns:a16="http://schemas.microsoft.com/office/drawing/2014/main" id="{197842FC-9A10-4D43-8A2D-78A32CBBD571}"/>
              </a:ext>
            </a:extLst>
          </p:cNvPr>
          <p:cNvSpPr>
            <a:spLocks noGrp="1"/>
          </p:cNvSpPr>
          <p:nvPr/>
        </p:nvSpPr>
        <p:spPr>
          <a:xfrm>
            <a:off x="7675756" y="6254655"/>
            <a:ext cx="29001" cy="29001"/>
          </a:xfrm>
          <a:prstGeom prst="ellipse">
            <a:avLst/>
          </a:prstGeom>
          <a:solidFill>
            <a:srgbClr val="7F94A4"/>
          </a:solidFill>
          <a:ln w="0">
            <a:noFill/>
          </a:ln>
        </p:spPr>
        <p:txBody>
          <a:bodyPr/>
          <a:lstStyle/>
          <a:p>
            <a:endParaRPr lang="zh-CN" altLang="en-US"/>
          </a:p>
        </p:txBody>
      </p:sp>
      <p:sp>
        <p:nvSpPr>
          <p:cNvPr id="77" name="default-noise-grid-3">
            <a:extLst>
              <a:ext uri="{FF2B5EF4-FFF2-40B4-BE49-F238E27FC236}">
                <a16:creationId xmlns:a16="http://schemas.microsoft.com/office/drawing/2014/main" id="{247D54AB-1C6F-4C43-A8F0-A86CBAFFEBB9}"/>
              </a:ext>
            </a:extLst>
          </p:cNvPr>
          <p:cNvSpPr>
            <a:spLocks noGrp="1"/>
          </p:cNvSpPr>
          <p:nvPr/>
        </p:nvSpPr>
        <p:spPr>
          <a:xfrm>
            <a:off x="7817190" y="6254655"/>
            <a:ext cx="29001" cy="29001"/>
          </a:xfrm>
          <a:prstGeom prst="ellipse">
            <a:avLst/>
          </a:prstGeom>
          <a:solidFill>
            <a:srgbClr val="7F94A4"/>
          </a:solidFill>
          <a:ln w="0">
            <a:noFill/>
          </a:ln>
        </p:spPr>
        <p:txBody>
          <a:bodyPr/>
          <a:lstStyle/>
          <a:p>
            <a:endParaRPr lang="zh-CN" altLang="en-US"/>
          </a:p>
        </p:txBody>
      </p:sp>
      <p:sp>
        <p:nvSpPr>
          <p:cNvPr id="78" name="default-noise-grid-4">
            <a:extLst>
              <a:ext uri="{FF2B5EF4-FFF2-40B4-BE49-F238E27FC236}">
                <a16:creationId xmlns:a16="http://schemas.microsoft.com/office/drawing/2014/main" id="{984BE4D9-B87D-4D2B-844C-EFCB5A7D4412}"/>
              </a:ext>
            </a:extLst>
          </p:cNvPr>
          <p:cNvSpPr>
            <a:spLocks noGrp="1"/>
          </p:cNvSpPr>
          <p:nvPr/>
        </p:nvSpPr>
        <p:spPr>
          <a:xfrm>
            <a:off x="7991902" y="6254655"/>
            <a:ext cx="29001" cy="29001"/>
          </a:xfrm>
          <a:prstGeom prst="ellipse">
            <a:avLst/>
          </a:prstGeom>
          <a:solidFill>
            <a:srgbClr val="7F94A4"/>
          </a:solidFill>
          <a:ln w="0">
            <a:noFill/>
          </a:ln>
        </p:spPr>
        <p:txBody>
          <a:bodyPr/>
          <a:lstStyle/>
          <a:p>
            <a:endParaRPr lang="zh-CN" altLang="en-US"/>
          </a:p>
        </p:txBody>
      </p:sp>
      <p:sp>
        <p:nvSpPr>
          <p:cNvPr id="79" name="default-noise-grid-5">
            <a:extLst>
              <a:ext uri="{FF2B5EF4-FFF2-40B4-BE49-F238E27FC236}">
                <a16:creationId xmlns:a16="http://schemas.microsoft.com/office/drawing/2014/main" id="{E612D9BA-CE4F-4628-86F1-6FCAD668E44C}"/>
              </a:ext>
            </a:extLst>
          </p:cNvPr>
          <p:cNvSpPr>
            <a:spLocks noGrp="1"/>
          </p:cNvSpPr>
          <p:nvPr/>
        </p:nvSpPr>
        <p:spPr>
          <a:xfrm>
            <a:off x="8213204" y="6254655"/>
            <a:ext cx="29001" cy="29001"/>
          </a:xfrm>
          <a:prstGeom prst="ellipse">
            <a:avLst/>
          </a:prstGeom>
          <a:solidFill>
            <a:srgbClr val="7F94A4"/>
          </a:solidFill>
          <a:ln w="0">
            <a:noFill/>
          </a:ln>
        </p:spPr>
        <p:txBody>
          <a:bodyPr/>
          <a:lstStyle/>
          <a:p>
            <a:endParaRPr lang="zh-CN" altLang="en-US"/>
          </a:p>
        </p:txBody>
      </p:sp>
      <p:sp>
        <p:nvSpPr>
          <p:cNvPr id="80" name="default-noise-grid-6">
            <a:extLst>
              <a:ext uri="{FF2B5EF4-FFF2-40B4-BE49-F238E27FC236}">
                <a16:creationId xmlns:a16="http://schemas.microsoft.com/office/drawing/2014/main" id="{12B7455B-85D0-4C4C-865B-461598FFA47C}"/>
              </a:ext>
            </a:extLst>
          </p:cNvPr>
          <p:cNvSpPr>
            <a:spLocks noGrp="1"/>
          </p:cNvSpPr>
          <p:nvPr/>
        </p:nvSpPr>
        <p:spPr>
          <a:xfrm>
            <a:off x="8502599" y="6254655"/>
            <a:ext cx="29001" cy="29001"/>
          </a:xfrm>
          <a:prstGeom prst="ellipse">
            <a:avLst/>
          </a:prstGeom>
          <a:solidFill>
            <a:srgbClr val="7F94A4"/>
          </a:solidFill>
          <a:ln w="0">
            <a:noFill/>
          </a:ln>
        </p:spPr>
        <p:txBody>
          <a:bodyPr/>
          <a:lstStyle/>
          <a:p>
            <a:endParaRPr lang="zh-CN" altLang="en-US"/>
          </a:p>
        </p:txBody>
      </p:sp>
      <p:sp>
        <p:nvSpPr>
          <p:cNvPr id="81" name="default-noise-grid-7">
            <a:extLst>
              <a:ext uri="{FF2B5EF4-FFF2-40B4-BE49-F238E27FC236}">
                <a16:creationId xmlns:a16="http://schemas.microsoft.com/office/drawing/2014/main" id="{B9A51CF8-1699-4C88-87F0-3752B199BC6B}"/>
              </a:ext>
            </a:extLst>
          </p:cNvPr>
          <p:cNvSpPr>
            <a:spLocks noGrp="1"/>
          </p:cNvSpPr>
          <p:nvPr/>
        </p:nvSpPr>
        <p:spPr>
          <a:xfrm>
            <a:off x="8897229" y="6254655"/>
            <a:ext cx="29001" cy="29001"/>
          </a:xfrm>
          <a:prstGeom prst="ellipse">
            <a:avLst/>
          </a:prstGeom>
          <a:solidFill>
            <a:srgbClr val="7F94A4"/>
          </a:solidFill>
          <a:ln w="0">
            <a:noFill/>
          </a:ln>
        </p:spPr>
        <p:txBody>
          <a:bodyPr/>
          <a:lstStyle/>
          <a:p>
            <a:endParaRPr lang="zh-CN" altLang="en-US"/>
          </a:p>
        </p:txBody>
      </p:sp>
      <p:sp>
        <p:nvSpPr>
          <p:cNvPr id="82" name="default-noise-grid-8">
            <a:extLst>
              <a:ext uri="{FF2B5EF4-FFF2-40B4-BE49-F238E27FC236}">
                <a16:creationId xmlns:a16="http://schemas.microsoft.com/office/drawing/2014/main" id="{B8E2BBE8-AB7B-414F-8F32-CE721B22778F}"/>
              </a:ext>
            </a:extLst>
          </p:cNvPr>
          <p:cNvSpPr>
            <a:spLocks noGrp="1"/>
          </p:cNvSpPr>
          <p:nvPr/>
        </p:nvSpPr>
        <p:spPr>
          <a:xfrm>
            <a:off x="9467250" y="6254655"/>
            <a:ext cx="29001" cy="29001"/>
          </a:xfrm>
          <a:prstGeom prst="ellipse">
            <a:avLst/>
          </a:prstGeom>
          <a:solidFill>
            <a:srgbClr val="7F94A4"/>
          </a:solidFill>
          <a:ln w="0">
            <a:noFill/>
          </a:ln>
        </p:spPr>
        <p:txBody>
          <a:bodyPr/>
          <a:lstStyle/>
          <a:p>
            <a:endParaRPr lang="zh-CN" altLang="en-US"/>
          </a:p>
        </p:txBody>
      </p:sp>
      <p:sp>
        <p:nvSpPr>
          <p:cNvPr id="83" name="default-noise-grid-9">
            <a:extLst>
              <a:ext uri="{FF2B5EF4-FFF2-40B4-BE49-F238E27FC236}">
                <a16:creationId xmlns:a16="http://schemas.microsoft.com/office/drawing/2014/main" id="{74957E90-5C2C-49E6-8312-B6834DC313AC}"/>
              </a:ext>
            </a:extLst>
          </p:cNvPr>
          <p:cNvSpPr>
            <a:spLocks noGrp="1"/>
          </p:cNvSpPr>
          <p:nvPr/>
        </p:nvSpPr>
        <p:spPr>
          <a:xfrm>
            <a:off x="10362997" y="6254655"/>
            <a:ext cx="29001" cy="29001"/>
          </a:xfrm>
          <a:prstGeom prst="ellipse">
            <a:avLst/>
          </a:prstGeom>
          <a:solidFill>
            <a:srgbClr val="7F94A4"/>
          </a:solidFill>
          <a:ln w="0">
            <a:noFill/>
          </a:ln>
        </p:spPr>
        <p:txBody>
          <a:bodyPr/>
          <a:lstStyle/>
          <a:p>
            <a:endParaRPr lang="zh-CN" altLang="en-US"/>
          </a:p>
        </p:txBody>
      </p:sp>
      <p:sp>
        <p:nvSpPr>
          <p:cNvPr id="84" name="default-noise-grid-10">
            <a:extLst>
              <a:ext uri="{FF2B5EF4-FFF2-40B4-BE49-F238E27FC236}">
                <a16:creationId xmlns:a16="http://schemas.microsoft.com/office/drawing/2014/main" id="{C0F0DE9C-04AA-462D-92E8-99662F5D3E6F}"/>
              </a:ext>
            </a:extLst>
          </p:cNvPr>
          <p:cNvSpPr>
            <a:spLocks noGrp="1"/>
          </p:cNvSpPr>
          <p:nvPr/>
        </p:nvSpPr>
        <p:spPr>
          <a:xfrm>
            <a:off x="11975342" y="6254655"/>
            <a:ext cx="29001" cy="29001"/>
          </a:xfrm>
          <a:prstGeom prst="ellipse">
            <a:avLst/>
          </a:prstGeom>
          <a:solidFill>
            <a:srgbClr val="862B36"/>
          </a:solidFill>
          <a:ln w="0">
            <a:noFill/>
          </a:ln>
        </p:spPr>
        <p:txBody>
          <a:bodyPr/>
          <a:lstStyle/>
          <a:p>
            <a:endParaRPr lang="zh-CN" altLang="en-US"/>
          </a:p>
        </p:txBody>
      </p:sp>
      <p:sp>
        <p:nvSpPr>
          <p:cNvPr id="86" name="schematic-label">
            <a:extLst>
              <a:ext uri="{FF2B5EF4-FFF2-40B4-BE49-F238E27FC236}">
                <a16:creationId xmlns:a16="http://schemas.microsoft.com/office/drawing/2014/main" id="{3BFAA4E7-F866-42CC-BACB-0DBCEF697B13}"/>
              </a:ext>
            </a:extLst>
          </p:cNvPr>
          <p:cNvSpPr>
            <a:spLocks noGrp="1"/>
          </p:cNvSpPr>
          <p:nvPr/>
        </p:nvSpPr>
        <p:spPr>
          <a:xfrm>
            <a:off x="11453315" y="6080646"/>
            <a:ext cx="522027" cy="116006"/>
          </a:xfrm>
          <a:prstGeom prst="rect">
            <a:avLst/>
          </a:prstGeom>
          <a:noFill/>
          <a:ln w="0">
            <a:noFill/>
          </a:ln>
        </p:spPr>
        <p:txBody>
          <a:bodyPr wrap="none" lIns="0" tIns="0" rIns="0" bIns="0" anchor="ctr">
            <a:noAutofit/>
          </a:bodyPr>
          <a:lstStyle/>
          <a:p>
            <a:pPr algn="r">
              <a:defRPr sz="960" i="1">
                <a:solidFill>
                  <a:srgbClr val="657580"/>
                </a:solidFill>
                <a:latin typeface="Toppan Bunkyu Mincho Regular"/>
                <a:ea typeface="Toppan Bunkyu Mincho Regular"/>
                <a:cs typeface="Toppan Bunkyu Mincho Regular"/>
              </a:defRPr>
            </a:pPr>
            <a:r>
              <a:rPr sz="1100" i="1" dirty="0">
                <a:solidFill>
                  <a:srgbClr val="657580"/>
                </a:solidFill>
                <a:latin typeface="Toppan Bunkyu Mincho Regular"/>
                <a:ea typeface="Toppan Bunkyu Mincho Regular"/>
                <a:cs typeface="Toppan Bunkyu Mincho Regular"/>
              </a:rPr>
              <a:t>Schematic</a:t>
            </a:r>
          </a:p>
        </p:txBody>
      </p:sp>
      <p:sp>
        <p:nvSpPr>
          <p:cNvPr id="57" name="stage-refinement">
            <a:extLst>
              <a:ext uri="{FF2B5EF4-FFF2-40B4-BE49-F238E27FC236}">
                <a16:creationId xmlns:a16="http://schemas.microsoft.com/office/drawing/2014/main" id="{EA7F4B65-0856-46B2-B064-72DCC605662B}"/>
              </a:ext>
            </a:extLst>
          </p:cNvPr>
          <p:cNvSpPr>
            <a:spLocks noGrp="1"/>
          </p:cNvSpPr>
          <p:nvPr/>
        </p:nvSpPr>
        <p:spPr>
          <a:xfrm>
            <a:off x="8601502" y="4548401"/>
            <a:ext cx="2242782" cy="140174"/>
          </a:xfrm>
          <a:prstGeom prst="rect">
            <a:avLst/>
          </a:prstGeom>
          <a:noFill/>
          <a:ln w="0">
            <a:noFill/>
          </a:ln>
        </p:spPr>
        <p:txBody>
          <a:bodyPr wrap="none" lIns="0" tIns="0" rIns="0" bIns="0" anchor="ctr">
            <a:noAutofit/>
          </a:bodyPr>
          <a:lstStyle/>
          <a:p>
            <a:pPr algn="ctr">
              <a:defRPr sz="1440" i="0">
                <a:solidFill>
                  <a:srgbClr val="862B36"/>
                </a:solidFill>
                <a:latin typeface="Toppan Bunkyu Mincho Regular"/>
                <a:ea typeface="Toppan Bunkyu Mincho Regular"/>
                <a:cs typeface="Toppan Bunkyu Mincho Regular"/>
              </a:defRPr>
            </a:pPr>
            <a:r>
              <a:rPr sz="1400" dirty="0">
                <a:solidFill>
                  <a:srgbClr val="862B36"/>
                </a:solidFill>
                <a:latin typeface="Toppan Bunkyu Mincho Regular"/>
                <a:ea typeface="Toppan Bunkyu Mincho Regular"/>
                <a:cs typeface="Toppan Bunkyu Mincho Regular"/>
              </a:rPr>
              <a:t>Joint refinement</a:t>
            </a:r>
          </a:p>
        </p:txBody>
      </p:sp>
    </p:spTree>
    <p:extLst>
      <p:ext uri="{BB962C8B-B14F-4D97-AF65-F5344CB8AC3E}">
        <p14:creationId xmlns:p14="http://schemas.microsoft.com/office/powerpoint/2010/main" val="111086704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66675" dist="42597" dir="3806097">
              <a:srgbClr val="293E65">
                <a:alpha val="10000"/>
              </a:srgbClr>
            </a:outerShdw>
          </a:effectLst>
        </a:effectStyle>
        <a:effectStyle>
          <a:effectLst>
            <a:outerShdw blurRad="38100" dist="21299" dir="3806097">
              <a:srgbClr val="293E65">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66675" dist="42597" dir="3806097">
              <a:srgbClr val="293E65">
                <a:alpha val="10000"/>
              </a:srgbClr>
            </a:outerShdw>
          </a:effectLst>
        </a:effectStyle>
        <a:effectStyle>
          <a:effectLst>
            <a:outerShdw blurRad="38100" dist="21299" dir="3806097">
              <a:srgbClr val="293E65">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666</TotalTime>
  <Words>1173</Words>
  <Application>Microsoft Macintosh PowerPoint</Application>
  <DocSecurity>0</DocSecurity>
  <PresentationFormat>自定义</PresentationFormat>
  <Paragraphs>87</Paragraphs>
  <Slides>2</Slides>
  <Notes>2</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vt:i4>
      </vt:variant>
    </vt:vector>
  </HeadingPairs>
  <TitlesOfParts>
    <vt:vector size="7" baseType="lpstr">
      <vt:lpstr>Toppan Bunkyu Gothic Regular</vt:lpstr>
      <vt:lpstr>Toppan Bunkyu Mincho</vt:lpstr>
      <vt:lpstr>Toppan Bunkyu Mincho Regular</vt:lpstr>
      <vt:lpstr>Calibri</vt:lpstr>
      <vt:lpstr>ChatGPT</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HeLixuan</cp:lastModifiedBy>
  <cp:revision>42</cp:revision>
  <dcterms:created xsi:type="dcterms:W3CDTF">2026-09-08T04:56:26Z</dcterms:created>
  <dcterms:modified xsi:type="dcterms:W3CDTF">2026-09-08T17:30:20Z</dcterms:modified>
</cp:coreProperties>
</file>