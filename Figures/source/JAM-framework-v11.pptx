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
  </p:notesMasterIdLst>
  <p:sldIdLst>
    <p:sldId id="256" r:id="rId2"/>
  </p:sldIdLst>
  <p:sldSz cx="15849600" cy="6477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D0D05"/>
    <a:srgbClr val="97170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snapToGrid="0">
      <p:cViewPr varScale="1">
        <p:scale>
          <a:sx n="104" d="100"/>
          <a:sy n="104" d="100"/>
        </p:scale>
        <p:origin x="256" y="68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JAM framework. Input-side revision: camera views occupy fixed slots in a spatial canvas before the frozen VAE. Robot and human sources share a training stage while each </a:t>
            </a:r>
            <a:r>
              <a:rPr dirty="0" err="1"/>
              <a:t>microbatch</a:t>
            </a:r>
            <a:r>
              <a:rPr dirty="0"/>
              <a:t> uses one source. The availability table shows illustrative label patterns, not a claim that every robot dataset contains consequence labels. The human motor-action slot is absent. The human consequence route in the active adapter projects supplied hand poses through camera calibration, while trackers are another label source. The motor diagram groups pose, gripper and joint coordinates, followed by source-specific normalization and separate learned projections. Missing coordinate slots remain masked. Consequences use observation-anchor displacements in normalized image coordinates plus visibility, and enter their own projection. The view-slot and coordinate diagrams are schematic and do not specify the exact number of cameras or action dimensions. Sources: local paper Sections/3_JointModeling.tex and Sections/4_Pretraining.tex, remote JAM model/</a:t>
            </a:r>
            <a:r>
              <a:rPr dirty="0" err="1"/>
              <a:t>jam.py</a:t>
            </a:r>
            <a:r>
              <a:rPr dirty="0"/>
              <a:t>, </a:t>
            </a:r>
            <a:r>
              <a:rPr dirty="0" err="1"/>
              <a:t>action_stream.py</a:t>
            </a:r>
            <a:r>
              <a:rPr dirty="0"/>
              <a:t>, </a:t>
            </a:r>
            <a:r>
              <a:rPr dirty="0" err="1"/>
              <a:t>objective.py</a:t>
            </a:r>
            <a:r>
              <a:rPr dirty="0"/>
              <a:t> and infer/</a:t>
            </a:r>
            <a:r>
              <a:rPr dirty="0" err="1"/>
              <a:t>sampler.py</a:t>
            </a:r>
            <a:r>
              <a:rPr dirty="0"/>
              <a:t> at commit 27a9703. Distinct </a:t>
            </a:r>
            <a:r>
              <a:rPr dirty="0" err="1"/>
              <a:t>AdaLN</a:t>
            </a:r>
            <a:r>
              <a:rPr dirty="0"/>
              <a:t> and QKV projections operate sequentially in each stream. Queries attend to concatenated video and action-stream keys and values. The clean observation prefix attends only to itself. A clean state token is excluded from the generation objective. Cream language-token motifs beside ell enter both text-attention modules. Action and consequence tokens share the Action stream and have separate output projections, shown as two readouts in a common slab. Training predicts u=epsilon-x separately for world </a:t>
            </a:r>
            <a:r>
              <a:rPr dirty="0" err="1"/>
              <a:t>latents</a:t>
            </a:r>
            <a:r>
              <a:rPr dirty="0"/>
              <a:t>, motor commands and visual consequences. Each loss is a mean over valid coordinates and supervised examples, with noise weighting omega and modality weighting lambda. Filled mask cells contribute; struck pale cells represent missing targets and contribute zero. Their illustrated pattern is schematic. The two gradient lanes show weighted action loss reaching video keys and values and then video parameters, and weighted world loss reaching action-stream keys and values and then action parameters. Both memories remain attached to </a:t>
            </a:r>
            <a:r>
              <a:rPr dirty="0" err="1"/>
              <a:t>autograd</a:t>
            </a:r>
            <a:r>
              <a:rPr dirty="0"/>
              <a:t>. The separate K and V rails are a visual concatenation of existing tokens, not new learned memory modules. Gray-green tokens represent clean observation or state, blue tokens represent video or action, and sage tokens represent consequences according to each source rail. The prefix visibility inset shows that clean observation queries read observation keys only. The main matrix depicts generated-query connectivity. Raised off-diagonal cells depict cross-stream token reads followed by mixed updates; their colors are schematic modality identities, not measured attention strengths. Gamma, beta and g summarize </a:t>
            </a:r>
            <a:r>
              <a:rPr dirty="0" err="1"/>
              <a:t>AdaLN</a:t>
            </a:r>
            <a:r>
              <a:rPr dirty="0"/>
              <a:t> scale, shift and residual gates. Distinct projections share attention head geometry but not projection weights. Training loss acts on predicted velocities before Euler integration; short upward branches from the head output paths indicate this. During policy sampling all heads use the same decreasing integration schedule, and the world VAE decoder is frozen. The Euler boxes show one parallel update, repeated along the shared schedule. Execution applies a prefix of the action chunk. Consequence targets contain scaled image-normalized displacement and visibility. The figure writes the fixed displacement gain g and the normalized visibility component explicitly. Missing target validity and low visibility are distinct. Conceptual images in assets/robot-human-</a:t>
            </a:r>
            <a:r>
              <a:rPr dirty="0" err="1"/>
              <a:t>demonstrations.png</a:t>
            </a:r>
            <a:r>
              <a:rPr dirty="0"/>
              <a:t>, future-video-v8.png, point-tracks-v5.png and visual-consequence-v5.png were generated with </a:t>
            </a:r>
            <a:r>
              <a:rPr dirty="0" err="1"/>
              <a:t>image_gen</a:t>
            </a:r>
            <a:r>
              <a:rPr dirty="0"/>
              <a:t> as explanatory illustrations. They are neither dataset examples nor measured JAM outputs. The action coordinate grid and attention grid are schematic. LaTeX symbols are vector SVG images with source in assets/latex-v11/</a:t>
            </a:r>
            <a:r>
              <a:rPr dirty="0" err="1"/>
              <a:t>symbols.tex</a:t>
            </a:r>
            <a:r>
              <a:rPr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6" Type="http://schemas.openxmlformats.org/officeDocument/2006/relationships/image" Target="../media/image24.svg"/><Relationship Id="rId21" Type="http://schemas.openxmlformats.org/officeDocument/2006/relationships/image" Target="../media/image19.svg"/><Relationship Id="rId42" Type="http://schemas.openxmlformats.org/officeDocument/2006/relationships/image" Target="../media/image40.svg"/><Relationship Id="rId47" Type="http://schemas.openxmlformats.org/officeDocument/2006/relationships/image" Target="../media/image45.png"/><Relationship Id="rId63" Type="http://schemas.openxmlformats.org/officeDocument/2006/relationships/image" Target="../media/image61.png"/><Relationship Id="rId68" Type="http://schemas.openxmlformats.org/officeDocument/2006/relationships/image" Target="../media/image66.svg"/><Relationship Id="rId84" Type="http://schemas.openxmlformats.org/officeDocument/2006/relationships/image" Target="../media/image82.png"/><Relationship Id="rId89" Type="http://schemas.openxmlformats.org/officeDocument/2006/relationships/image" Target="../media/image87.svg"/><Relationship Id="rId16" Type="http://schemas.openxmlformats.org/officeDocument/2006/relationships/image" Target="../media/image14.png"/><Relationship Id="rId11" Type="http://schemas.openxmlformats.org/officeDocument/2006/relationships/image" Target="../media/image9.png"/><Relationship Id="rId32" Type="http://schemas.openxmlformats.org/officeDocument/2006/relationships/image" Target="../media/image30.svg"/><Relationship Id="rId37" Type="http://schemas.openxmlformats.org/officeDocument/2006/relationships/image" Target="../media/image35.png"/><Relationship Id="rId53" Type="http://schemas.openxmlformats.org/officeDocument/2006/relationships/image" Target="../media/image51.png"/><Relationship Id="rId58" Type="http://schemas.openxmlformats.org/officeDocument/2006/relationships/image" Target="../media/image56.svg"/><Relationship Id="rId74" Type="http://schemas.openxmlformats.org/officeDocument/2006/relationships/image" Target="../media/image72.png"/><Relationship Id="rId79" Type="http://schemas.openxmlformats.org/officeDocument/2006/relationships/image" Target="../media/image77.svg"/><Relationship Id="rId5" Type="http://schemas.openxmlformats.org/officeDocument/2006/relationships/image" Target="../media/image3.png"/><Relationship Id="rId90" Type="http://schemas.openxmlformats.org/officeDocument/2006/relationships/image" Target="../media/image88.png"/><Relationship Id="rId22" Type="http://schemas.openxmlformats.org/officeDocument/2006/relationships/image" Target="../media/image20.png"/><Relationship Id="rId27" Type="http://schemas.openxmlformats.org/officeDocument/2006/relationships/image" Target="../media/image25.png"/><Relationship Id="rId43" Type="http://schemas.openxmlformats.org/officeDocument/2006/relationships/image" Target="../media/image41.png"/><Relationship Id="rId48" Type="http://schemas.openxmlformats.org/officeDocument/2006/relationships/image" Target="../media/image46.svg"/><Relationship Id="rId64" Type="http://schemas.openxmlformats.org/officeDocument/2006/relationships/image" Target="../media/image62.svg"/><Relationship Id="rId69" Type="http://schemas.openxmlformats.org/officeDocument/2006/relationships/image" Target="../media/image67.png"/><Relationship Id="rId8" Type="http://schemas.openxmlformats.org/officeDocument/2006/relationships/image" Target="../media/image6.svg"/><Relationship Id="rId51" Type="http://schemas.openxmlformats.org/officeDocument/2006/relationships/image" Target="../media/image49.png"/><Relationship Id="rId72" Type="http://schemas.openxmlformats.org/officeDocument/2006/relationships/image" Target="../media/image70.svg"/><Relationship Id="rId80" Type="http://schemas.openxmlformats.org/officeDocument/2006/relationships/image" Target="../media/image78.png"/><Relationship Id="rId85" Type="http://schemas.openxmlformats.org/officeDocument/2006/relationships/image" Target="../media/image83.svg"/><Relationship Id="rId93" Type="http://schemas.openxmlformats.org/officeDocument/2006/relationships/image" Target="../media/image91.png"/><Relationship Id="rId3" Type="http://schemas.openxmlformats.org/officeDocument/2006/relationships/image" Target="../media/image1.png"/><Relationship Id="rId12" Type="http://schemas.openxmlformats.org/officeDocument/2006/relationships/image" Target="../media/image10.png"/><Relationship Id="rId17" Type="http://schemas.openxmlformats.org/officeDocument/2006/relationships/image" Target="../media/image15.svg"/><Relationship Id="rId25" Type="http://schemas.openxmlformats.org/officeDocument/2006/relationships/image" Target="../media/image23.png"/><Relationship Id="rId33" Type="http://schemas.openxmlformats.org/officeDocument/2006/relationships/image" Target="../media/image31.png"/><Relationship Id="rId38" Type="http://schemas.openxmlformats.org/officeDocument/2006/relationships/image" Target="../media/image36.svg"/><Relationship Id="rId46" Type="http://schemas.openxmlformats.org/officeDocument/2006/relationships/image" Target="../media/image44.svg"/><Relationship Id="rId59" Type="http://schemas.openxmlformats.org/officeDocument/2006/relationships/image" Target="../media/image57.png"/><Relationship Id="rId67" Type="http://schemas.openxmlformats.org/officeDocument/2006/relationships/image" Target="../media/image65.png"/><Relationship Id="rId20" Type="http://schemas.openxmlformats.org/officeDocument/2006/relationships/image" Target="../media/image18.png"/><Relationship Id="rId41" Type="http://schemas.openxmlformats.org/officeDocument/2006/relationships/image" Target="../media/image39.png"/><Relationship Id="rId54" Type="http://schemas.openxmlformats.org/officeDocument/2006/relationships/image" Target="../media/image52.svg"/><Relationship Id="rId62" Type="http://schemas.openxmlformats.org/officeDocument/2006/relationships/image" Target="../media/image60.svg"/><Relationship Id="rId70" Type="http://schemas.openxmlformats.org/officeDocument/2006/relationships/image" Target="../media/image68.svg"/><Relationship Id="rId75" Type="http://schemas.openxmlformats.org/officeDocument/2006/relationships/image" Target="../media/image73.svg"/><Relationship Id="rId83" Type="http://schemas.openxmlformats.org/officeDocument/2006/relationships/image" Target="../media/image81.svg"/><Relationship Id="rId88" Type="http://schemas.openxmlformats.org/officeDocument/2006/relationships/image" Target="../media/image86.png"/><Relationship Id="rId91" Type="http://schemas.openxmlformats.org/officeDocument/2006/relationships/image" Target="../media/image89.png"/><Relationship Id="rId1" Type="http://schemas.openxmlformats.org/officeDocument/2006/relationships/slideLayout" Target="../slideLayouts/slideLayout1.xml"/><Relationship Id="rId6" Type="http://schemas.openxmlformats.org/officeDocument/2006/relationships/image" Target="../media/image4.svg"/><Relationship Id="rId15" Type="http://schemas.openxmlformats.org/officeDocument/2006/relationships/image" Target="../media/image13.svg"/><Relationship Id="rId23" Type="http://schemas.openxmlformats.org/officeDocument/2006/relationships/image" Target="../media/image21.png"/><Relationship Id="rId28" Type="http://schemas.openxmlformats.org/officeDocument/2006/relationships/image" Target="../media/image26.svg"/><Relationship Id="rId36" Type="http://schemas.openxmlformats.org/officeDocument/2006/relationships/image" Target="../media/image34.svg"/><Relationship Id="rId49" Type="http://schemas.openxmlformats.org/officeDocument/2006/relationships/image" Target="../media/image47.png"/><Relationship Id="rId57" Type="http://schemas.openxmlformats.org/officeDocument/2006/relationships/image" Target="../media/image55.png"/><Relationship Id="rId10" Type="http://schemas.openxmlformats.org/officeDocument/2006/relationships/image" Target="../media/image8.svg"/><Relationship Id="rId31" Type="http://schemas.openxmlformats.org/officeDocument/2006/relationships/image" Target="../media/image29.png"/><Relationship Id="rId44" Type="http://schemas.openxmlformats.org/officeDocument/2006/relationships/image" Target="../media/image42.svg"/><Relationship Id="rId52" Type="http://schemas.openxmlformats.org/officeDocument/2006/relationships/image" Target="../media/image50.svg"/><Relationship Id="rId60" Type="http://schemas.openxmlformats.org/officeDocument/2006/relationships/image" Target="../media/image58.svg"/><Relationship Id="rId65" Type="http://schemas.openxmlformats.org/officeDocument/2006/relationships/image" Target="../media/image63.png"/><Relationship Id="rId73" Type="http://schemas.openxmlformats.org/officeDocument/2006/relationships/image" Target="../media/image71.png"/><Relationship Id="rId78" Type="http://schemas.openxmlformats.org/officeDocument/2006/relationships/image" Target="../media/image76.png"/><Relationship Id="rId81" Type="http://schemas.openxmlformats.org/officeDocument/2006/relationships/image" Target="../media/image79.svg"/><Relationship Id="rId86" Type="http://schemas.openxmlformats.org/officeDocument/2006/relationships/image" Target="../media/image84.png"/><Relationship Id="rId94" Type="http://schemas.microsoft.com/office/2007/relationships/hdphoto" Target="../media/hdphoto1.wdp"/><Relationship Id="rId4" Type="http://schemas.openxmlformats.org/officeDocument/2006/relationships/image" Target="../media/image2.svg"/><Relationship Id="rId9" Type="http://schemas.openxmlformats.org/officeDocument/2006/relationships/image" Target="../media/image7.png"/><Relationship Id="rId13" Type="http://schemas.openxmlformats.org/officeDocument/2006/relationships/image" Target="../media/image11.svg"/><Relationship Id="rId18" Type="http://schemas.openxmlformats.org/officeDocument/2006/relationships/image" Target="../media/image16.png"/><Relationship Id="rId39" Type="http://schemas.openxmlformats.org/officeDocument/2006/relationships/image" Target="../media/image37.png"/><Relationship Id="rId34" Type="http://schemas.openxmlformats.org/officeDocument/2006/relationships/image" Target="../media/image32.svg"/><Relationship Id="rId50" Type="http://schemas.openxmlformats.org/officeDocument/2006/relationships/image" Target="../media/image48.svg"/><Relationship Id="rId55" Type="http://schemas.openxmlformats.org/officeDocument/2006/relationships/image" Target="../media/image53.png"/><Relationship Id="rId76" Type="http://schemas.openxmlformats.org/officeDocument/2006/relationships/image" Target="../media/image74.png"/><Relationship Id="rId7" Type="http://schemas.openxmlformats.org/officeDocument/2006/relationships/image" Target="../media/image5.png"/><Relationship Id="rId71" Type="http://schemas.openxmlformats.org/officeDocument/2006/relationships/image" Target="../media/image69.png"/><Relationship Id="rId92" Type="http://schemas.openxmlformats.org/officeDocument/2006/relationships/image" Target="../media/image90.svg"/><Relationship Id="rId2" Type="http://schemas.openxmlformats.org/officeDocument/2006/relationships/notesSlide" Target="../notesSlides/notesSlide1.xml"/><Relationship Id="rId29" Type="http://schemas.openxmlformats.org/officeDocument/2006/relationships/image" Target="../media/image27.png"/><Relationship Id="rId24" Type="http://schemas.openxmlformats.org/officeDocument/2006/relationships/image" Target="../media/image22.svg"/><Relationship Id="rId40" Type="http://schemas.openxmlformats.org/officeDocument/2006/relationships/image" Target="../media/image38.svg"/><Relationship Id="rId45" Type="http://schemas.openxmlformats.org/officeDocument/2006/relationships/image" Target="../media/image43.png"/><Relationship Id="rId66" Type="http://schemas.openxmlformats.org/officeDocument/2006/relationships/image" Target="../media/image64.svg"/><Relationship Id="rId87" Type="http://schemas.openxmlformats.org/officeDocument/2006/relationships/image" Target="../media/image85.svg"/><Relationship Id="rId61" Type="http://schemas.openxmlformats.org/officeDocument/2006/relationships/image" Target="../media/image59.png"/><Relationship Id="rId82" Type="http://schemas.openxmlformats.org/officeDocument/2006/relationships/image" Target="../media/image80.png"/><Relationship Id="rId19" Type="http://schemas.openxmlformats.org/officeDocument/2006/relationships/image" Target="../media/image17.svg"/><Relationship Id="rId14" Type="http://schemas.openxmlformats.org/officeDocument/2006/relationships/image" Target="../media/image12.png"/><Relationship Id="rId30" Type="http://schemas.openxmlformats.org/officeDocument/2006/relationships/image" Target="../media/image28.svg"/><Relationship Id="rId35" Type="http://schemas.openxmlformats.org/officeDocument/2006/relationships/image" Target="../media/image33.png"/><Relationship Id="rId56" Type="http://schemas.openxmlformats.org/officeDocument/2006/relationships/image" Target="../media/image54.svg"/><Relationship Id="rId77" Type="http://schemas.openxmlformats.org/officeDocument/2006/relationships/image" Target="../media/image75.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peat-layer-2">
            <a:extLst>
              <a:ext uri="{FF2B5EF4-FFF2-40B4-BE49-F238E27FC236}">
                <a16:creationId xmlns:a16="http://schemas.microsoft.com/office/drawing/2014/main" id="{FEDAD35D-4EAE-4B9D-831A-3F266571794C}"/>
              </a:ext>
            </a:extLst>
          </p:cNvPr>
          <p:cNvSpPr>
            <a:spLocks noGrp="1"/>
          </p:cNvSpPr>
          <p:nvPr/>
        </p:nvSpPr>
        <p:spPr>
          <a:xfrm>
            <a:off x="4069080" y="963930"/>
            <a:ext cx="7101840" cy="4648200"/>
          </a:xfrm>
          <a:prstGeom prst="roundRect">
            <a:avLst>
              <a:gd name="adj" fmla="val 1475"/>
            </a:avLst>
          </a:prstGeom>
          <a:solidFill>
            <a:srgbClr val="E8EEF2"/>
          </a:solidFill>
          <a:ln w="7620">
            <a:solidFill>
              <a:srgbClr val="CCD6DE"/>
            </a:solidFill>
          </a:ln>
        </p:spPr>
        <p:txBody>
          <a:bodyPr/>
          <a:lstStyle/>
          <a:p>
            <a:endParaRPr lang="zh-CN" altLang="en-US" sz="2000"/>
          </a:p>
        </p:txBody>
      </p:sp>
      <p:sp>
        <p:nvSpPr>
          <p:cNvPr id="3" name="repeat-layer-1">
            <a:extLst>
              <a:ext uri="{FF2B5EF4-FFF2-40B4-BE49-F238E27FC236}">
                <a16:creationId xmlns:a16="http://schemas.microsoft.com/office/drawing/2014/main" id="{1A3A4BFC-9EB6-42EE-B238-45E320A99247}"/>
              </a:ext>
            </a:extLst>
          </p:cNvPr>
          <p:cNvSpPr>
            <a:spLocks noGrp="1"/>
          </p:cNvSpPr>
          <p:nvPr/>
        </p:nvSpPr>
        <p:spPr>
          <a:xfrm>
            <a:off x="3992880" y="1047750"/>
            <a:ext cx="7101840" cy="4648200"/>
          </a:xfrm>
          <a:prstGeom prst="roundRect">
            <a:avLst>
              <a:gd name="adj" fmla="val 1475"/>
            </a:avLst>
          </a:prstGeom>
          <a:solidFill>
            <a:srgbClr val="EDF2F5"/>
          </a:solidFill>
          <a:ln w="7620">
            <a:solidFill>
              <a:srgbClr val="BBC9D3"/>
            </a:solidFill>
          </a:ln>
        </p:spPr>
        <p:txBody>
          <a:bodyPr/>
          <a:lstStyle/>
          <a:p>
            <a:endParaRPr lang="zh-CN" altLang="en-US" sz="2000"/>
          </a:p>
        </p:txBody>
      </p:sp>
      <p:sp>
        <p:nvSpPr>
          <p:cNvPr id="4" name="paired-layer">
            <a:extLst>
              <a:ext uri="{FF2B5EF4-FFF2-40B4-BE49-F238E27FC236}">
                <a16:creationId xmlns:a16="http://schemas.microsoft.com/office/drawing/2014/main" id="{33E3A6B6-8B86-4920-9820-6C79F78C07EA}"/>
              </a:ext>
            </a:extLst>
          </p:cNvPr>
          <p:cNvSpPr>
            <a:spLocks noGrp="1"/>
          </p:cNvSpPr>
          <p:nvPr/>
        </p:nvSpPr>
        <p:spPr>
          <a:xfrm>
            <a:off x="3916680" y="1131570"/>
            <a:ext cx="7101840" cy="4648200"/>
          </a:xfrm>
          <a:prstGeom prst="roundRect">
            <a:avLst>
              <a:gd name="adj" fmla="val 1475"/>
            </a:avLst>
          </a:prstGeom>
          <a:solidFill>
            <a:srgbClr val="F5F7F9"/>
          </a:solidFill>
          <a:ln w="10287">
            <a:solidFill>
              <a:srgbClr val="6C8192"/>
            </a:solidFill>
          </a:ln>
        </p:spPr>
        <p:style>
          <a:lnRef idx="0">
            <a:scrgbClr r="0" g="0" b="0"/>
          </a:lnRef>
          <a:fillRef idx="0">
            <a:scrgbClr r="0" g="0" b="0"/>
          </a:fillRef>
          <a:effectRef idx="10">
            <a:scrgbClr r="0" g="0" b="0"/>
          </a:effectRef>
          <a:fontRef idx="major"/>
        </p:style>
        <p:txBody>
          <a:bodyPr/>
          <a:lstStyle/>
          <a:p>
            <a:endParaRPr lang="zh-CN" altLang="en-US" sz="2000"/>
          </a:p>
        </p:txBody>
      </p:sp>
      <p:sp>
        <p:nvSpPr>
          <p:cNvPr id="5" name="paired-layer-title">
            <a:extLst>
              <a:ext uri="{FF2B5EF4-FFF2-40B4-BE49-F238E27FC236}">
                <a16:creationId xmlns:a16="http://schemas.microsoft.com/office/drawing/2014/main" id="{29A3C975-045B-4D0C-ABDC-F9DED0E59568}"/>
              </a:ext>
            </a:extLst>
          </p:cNvPr>
          <p:cNvSpPr>
            <a:spLocks noGrp="1"/>
          </p:cNvSpPr>
          <p:nvPr/>
        </p:nvSpPr>
        <p:spPr>
          <a:xfrm>
            <a:off x="5372100" y="1208044"/>
            <a:ext cx="3657600" cy="335280"/>
          </a:xfrm>
          <a:prstGeom prst="rect">
            <a:avLst/>
          </a:prstGeom>
          <a:noFill/>
          <a:ln w="0">
            <a:noFill/>
          </a:ln>
        </p:spPr>
        <p:txBody>
          <a:bodyPr wrap="none" lIns="0" tIns="0" rIns="0" bIns="0" anchor="ctr">
            <a:noAutofit/>
          </a:bodyPr>
          <a:lstStyle/>
          <a:p>
            <a:pPr algn="ctr">
              <a:defRPr sz="1740" i="0">
                <a:solidFill>
                  <a:srgbClr val="202B33"/>
                </a:solidFill>
                <a:latin typeface="Toppan Bunkyu Mincho Regular"/>
                <a:ea typeface="Toppan Bunkyu Mincho Regular"/>
                <a:cs typeface="Toppan Bunkyu Mincho Regular"/>
              </a:defRPr>
            </a:pPr>
            <a:r>
              <a:rPr b="1" i="0" dirty="0">
                <a:solidFill>
                  <a:srgbClr val="202B33"/>
                </a:solidFill>
                <a:latin typeface="Toppan Bunkyu Mincho Regular"/>
                <a:ea typeface="Toppan Bunkyu Mincho Regular"/>
                <a:cs typeface="Toppan Bunkyu Mincho Regular"/>
              </a:rPr>
              <a:t>Coupled transformer layers</a:t>
            </a:r>
          </a:p>
        </p:txBody>
      </p:sp>
      <p:pic>
        <p:nvPicPr>
          <p:cNvPr id="481" name="图形 480"/>
          <p:cNvPicPr>
            <a:picLocks noChangeAspect="1"/>
          </p:cNvPicPr>
          <p:nvPr/>
        </p:nvPicPr>
        <p:blipFill>
          <a:blip r:embed="rId3">
            <a:extLst>
              <a:ext uri="{96DAC541-7B7A-43D3-8B79-37D633B846F1}">
                <asvg:svgBlip xmlns:asvg="http://schemas.microsoft.com/office/drawing/2016/SVG/main" r:embed="rId4"/>
              </a:ext>
            </a:extLst>
          </a:blip>
          <a:stretch/>
        </p:blipFill>
        <p:spPr>
          <a:xfrm>
            <a:off x="8700854" y="1288515"/>
            <a:ext cx="405045" cy="189613"/>
          </a:xfrm>
          <a:prstGeom prst="rect">
            <a:avLst/>
          </a:prstGeom>
        </p:spPr>
      </p:pic>
      <p:sp>
        <p:nvSpPr>
          <p:cNvPr id="7" name="prefix-visibility-title">
            <a:extLst>
              <a:ext uri="{FF2B5EF4-FFF2-40B4-BE49-F238E27FC236}">
                <a16:creationId xmlns:a16="http://schemas.microsoft.com/office/drawing/2014/main" id="{97649284-DA4C-483E-BD28-5E1D519BDDE2}"/>
              </a:ext>
            </a:extLst>
          </p:cNvPr>
          <p:cNvSpPr>
            <a:spLocks noGrp="1"/>
          </p:cNvSpPr>
          <p:nvPr/>
        </p:nvSpPr>
        <p:spPr>
          <a:xfrm>
            <a:off x="4084320" y="1604010"/>
            <a:ext cx="1935480" cy="213360"/>
          </a:xfrm>
          <a:prstGeom prst="rect">
            <a:avLst/>
          </a:prstGeom>
          <a:noFill/>
          <a:ln w="0">
            <a:noFill/>
          </a:ln>
        </p:spPr>
        <p:txBody>
          <a:bodyPr wrap="none" lIns="0" tIns="0" rIns="0" bIns="0" anchor="ctr">
            <a:noAutofit/>
          </a:bodyPr>
          <a:lstStyle/>
          <a:p>
            <a:pPr algn="l">
              <a:defRPr sz="1260" i="0">
                <a:solidFill>
                  <a:srgbClr val="202B33"/>
                </a:solidFill>
                <a:latin typeface="Toppan Bunkyu Mincho Regular"/>
                <a:ea typeface="Toppan Bunkyu Mincho Regular"/>
                <a:cs typeface="Toppan Bunkyu Mincho Regular"/>
              </a:defRPr>
            </a:pPr>
            <a:r>
              <a:rPr sz="1600" i="0" dirty="0">
                <a:solidFill>
                  <a:srgbClr val="202B33"/>
                </a:solidFill>
                <a:latin typeface="Toppan Bunkyu Mincho Regular"/>
                <a:ea typeface="Toppan Bunkyu Mincho Regular"/>
                <a:cs typeface="Toppan Bunkyu Mincho Regular"/>
              </a:rPr>
              <a:t>Preserved observation</a:t>
            </a:r>
          </a:p>
        </p:txBody>
      </p:sp>
      <p:pic>
        <p:nvPicPr>
          <p:cNvPr id="483" name="图形 482"/>
          <p:cNvPicPr>
            <a:picLocks noChangeAspect="1"/>
          </p:cNvPicPr>
          <p:nvPr/>
        </p:nvPicPr>
        <p:blipFill>
          <a:blip r:embed="rId5">
            <a:extLst>
              <a:ext uri="{96DAC541-7B7A-43D3-8B79-37D633B846F1}">
                <asvg:svgBlip xmlns:asvg="http://schemas.microsoft.com/office/drawing/2016/SVG/main" r:embed="rId6"/>
              </a:ext>
            </a:extLst>
          </a:blip>
          <a:stretch/>
        </p:blipFill>
        <p:spPr>
          <a:xfrm>
            <a:off x="4142280" y="1892513"/>
            <a:ext cx="287941" cy="184995"/>
          </a:xfrm>
          <a:prstGeom prst="rect">
            <a:avLst/>
          </a:prstGeom>
        </p:spPr>
      </p:pic>
      <p:sp>
        <p:nvSpPr>
          <p:cNvPr id="9" name="Local block arrow 1">
            <a:extLst>
              <a:ext uri="{FF2B5EF4-FFF2-40B4-BE49-F238E27FC236}">
                <a16:creationId xmlns:a16="http://schemas.microsoft.com/office/drawing/2014/main" id="{DCD03DF7-E7AE-431C-9DD8-C0D479052715}"/>
              </a:ext>
            </a:extLst>
          </p:cNvPr>
          <p:cNvSpPr>
            <a:spLocks noGrp="1"/>
          </p:cNvSpPr>
          <p:nvPr/>
        </p:nvSpPr>
        <p:spPr>
          <a:xfrm>
            <a:off x="4488180" y="1931670"/>
            <a:ext cx="16764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10" name="prefix-visibility-cell-0">
            <a:extLst>
              <a:ext uri="{FF2B5EF4-FFF2-40B4-BE49-F238E27FC236}">
                <a16:creationId xmlns:a16="http://schemas.microsoft.com/office/drawing/2014/main" id="{0DEC2549-0423-4A86-A4D3-E574D8A61B99}"/>
              </a:ext>
            </a:extLst>
          </p:cNvPr>
          <p:cNvSpPr>
            <a:spLocks noGrp="1"/>
          </p:cNvSpPr>
          <p:nvPr/>
        </p:nvSpPr>
        <p:spPr>
          <a:xfrm>
            <a:off x="4716780" y="1908810"/>
            <a:ext cx="137160" cy="144780"/>
          </a:xfrm>
          <a:prstGeom prst="roundRect">
            <a:avLst>
              <a:gd name="adj" fmla="val 11111"/>
            </a:avLst>
          </a:prstGeom>
          <a:solidFill>
            <a:srgbClr val="BDCCC6"/>
          </a:solidFill>
          <a:ln w="6096">
            <a:solidFill>
              <a:srgbClr val="7F9990"/>
            </a:solidFill>
          </a:ln>
        </p:spPr>
        <p:txBody>
          <a:bodyPr/>
          <a:lstStyle/>
          <a:p>
            <a:endParaRPr lang="zh-CN" altLang="en-US" sz="2000"/>
          </a:p>
        </p:txBody>
      </p:sp>
      <p:sp>
        <p:nvSpPr>
          <p:cNvPr id="11" name="prefix-visibility-cell-1">
            <a:extLst>
              <a:ext uri="{FF2B5EF4-FFF2-40B4-BE49-F238E27FC236}">
                <a16:creationId xmlns:a16="http://schemas.microsoft.com/office/drawing/2014/main" id="{D2B1135A-2C67-4536-8B88-169EFDFF3F53}"/>
              </a:ext>
            </a:extLst>
          </p:cNvPr>
          <p:cNvSpPr>
            <a:spLocks noGrp="1"/>
          </p:cNvSpPr>
          <p:nvPr/>
        </p:nvSpPr>
        <p:spPr>
          <a:xfrm>
            <a:off x="4899660" y="1908810"/>
            <a:ext cx="137160" cy="144780"/>
          </a:xfrm>
          <a:prstGeom prst="roundRect">
            <a:avLst>
              <a:gd name="adj" fmla="val 11111"/>
            </a:avLst>
          </a:prstGeom>
          <a:solidFill>
            <a:srgbClr val="F8FAFB"/>
          </a:solidFill>
          <a:ln w="6096">
            <a:solidFill>
              <a:srgbClr val="C5CFD6"/>
            </a:solidFill>
          </a:ln>
        </p:spPr>
        <p:txBody>
          <a:bodyPr/>
          <a:lstStyle/>
          <a:p>
            <a:endParaRPr lang="zh-CN" altLang="en-US" sz="2000"/>
          </a:p>
        </p:txBody>
      </p:sp>
      <p:sp>
        <p:nvSpPr>
          <p:cNvPr id="12" name="prefix-invisible-1">
            <a:extLst>
              <a:ext uri="{FF2B5EF4-FFF2-40B4-BE49-F238E27FC236}">
                <a16:creationId xmlns:a16="http://schemas.microsoft.com/office/drawing/2014/main" id="{F6C6FE2E-9BF4-4D3C-A348-99692A1E1342}"/>
              </a:ext>
            </a:extLst>
          </p:cNvPr>
          <p:cNvSpPr>
            <a:spLocks noGrp="1"/>
          </p:cNvSpPr>
          <p:nvPr/>
        </p:nvSpPr>
        <p:spPr>
          <a:xfrm flipV="1">
            <a:off x="4930140" y="1939290"/>
            <a:ext cx="76200" cy="76200"/>
          </a:xfrm>
          <a:prstGeom prst="line">
            <a:avLst/>
          </a:prstGeom>
          <a:noFill/>
          <a:ln w="7620">
            <a:solidFill>
              <a:srgbClr val="B5C2CB"/>
            </a:solidFill>
          </a:ln>
        </p:spPr>
        <p:txBody>
          <a:bodyPr/>
          <a:lstStyle/>
          <a:p>
            <a:endParaRPr lang="zh-CN" altLang="en-US" sz="2000"/>
          </a:p>
        </p:txBody>
      </p:sp>
      <p:sp>
        <p:nvSpPr>
          <p:cNvPr id="13" name="prefix-visibility-cell-2">
            <a:extLst>
              <a:ext uri="{FF2B5EF4-FFF2-40B4-BE49-F238E27FC236}">
                <a16:creationId xmlns:a16="http://schemas.microsoft.com/office/drawing/2014/main" id="{E6A57A68-CEEE-4BD1-BC34-F0242AD1CADF}"/>
              </a:ext>
            </a:extLst>
          </p:cNvPr>
          <p:cNvSpPr>
            <a:spLocks noGrp="1"/>
          </p:cNvSpPr>
          <p:nvPr/>
        </p:nvSpPr>
        <p:spPr>
          <a:xfrm>
            <a:off x="5082540" y="1908810"/>
            <a:ext cx="137160" cy="144780"/>
          </a:xfrm>
          <a:prstGeom prst="roundRect">
            <a:avLst>
              <a:gd name="adj" fmla="val 11111"/>
            </a:avLst>
          </a:prstGeom>
          <a:solidFill>
            <a:srgbClr val="F8FAFB"/>
          </a:solidFill>
          <a:ln w="6096">
            <a:solidFill>
              <a:srgbClr val="C5CFD6"/>
            </a:solidFill>
          </a:ln>
        </p:spPr>
        <p:txBody>
          <a:bodyPr/>
          <a:lstStyle/>
          <a:p>
            <a:endParaRPr lang="zh-CN" altLang="en-US" sz="2000"/>
          </a:p>
        </p:txBody>
      </p:sp>
      <p:sp>
        <p:nvSpPr>
          <p:cNvPr id="14" name="prefix-invisible-2">
            <a:extLst>
              <a:ext uri="{FF2B5EF4-FFF2-40B4-BE49-F238E27FC236}">
                <a16:creationId xmlns:a16="http://schemas.microsoft.com/office/drawing/2014/main" id="{80B469E7-2BEE-4446-95F8-232819A58C4B}"/>
              </a:ext>
            </a:extLst>
          </p:cNvPr>
          <p:cNvSpPr>
            <a:spLocks noGrp="1"/>
          </p:cNvSpPr>
          <p:nvPr/>
        </p:nvSpPr>
        <p:spPr>
          <a:xfrm flipV="1">
            <a:off x="5113020" y="1939290"/>
            <a:ext cx="76200" cy="76200"/>
          </a:xfrm>
          <a:prstGeom prst="line">
            <a:avLst/>
          </a:prstGeom>
          <a:noFill/>
          <a:ln w="7620">
            <a:solidFill>
              <a:srgbClr val="B5C2CB"/>
            </a:solidFill>
          </a:ln>
        </p:spPr>
        <p:txBody>
          <a:bodyPr/>
          <a:lstStyle/>
          <a:p>
            <a:endParaRPr lang="zh-CN" altLang="en-US" sz="2000"/>
          </a:p>
        </p:txBody>
      </p:sp>
      <p:sp>
        <p:nvSpPr>
          <p:cNvPr id="15" name="prefix-visibility-cell-3">
            <a:extLst>
              <a:ext uri="{FF2B5EF4-FFF2-40B4-BE49-F238E27FC236}">
                <a16:creationId xmlns:a16="http://schemas.microsoft.com/office/drawing/2014/main" id="{4686A4C0-9675-4A59-B6CC-01D658CE0601}"/>
              </a:ext>
            </a:extLst>
          </p:cNvPr>
          <p:cNvSpPr>
            <a:spLocks noGrp="1"/>
          </p:cNvSpPr>
          <p:nvPr/>
        </p:nvSpPr>
        <p:spPr>
          <a:xfrm>
            <a:off x="5265420" y="1908810"/>
            <a:ext cx="137160" cy="144780"/>
          </a:xfrm>
          <a:prstGeom prst="roundRect">
            <a:avLst>
              <a:gd name="adj" fmla="val 11111"/>
            </a:avLst>
          </a:prstGeom>
          <a:solidFill>
            <a:srgbClr val="F8FAFB"/>
          </a:solidFill>
          <a:ln w="6096">
            <a:solidFill>
              <a:srgbClr val="C5CFD6"/>
            </a:solidFill>
          </a:ln>
        </p:spPr>
        <p:txBody>
          <a:bodyPr/>
          <a:lstStyle/>
          <a:p>
            <a:endParaRPr lang="zh-CN" altLang="en-US" sz="2000"/>
          </a:p>
        </p:txBody>
      </p:sp>
      <p:sp>
        <p:nvSpPr>
          <p:cNvPr id="16" name="prefix-invisible-3">
            <a:extLst>
              <a:ext uri="{FF2B5EF4-FFF2-40B4-BE49-F238E27FC236}">
                <a16:creationId xmlns:a16="http://schemas.microsoft.com/office/drawing/2014/main" id="{A1ECD137-0F85-40D1-8037-C9C5D4DB69C3}"/>
              </a:ext>
            </a:extLst>
          </p:cNvPr>
          <p:cNvSpPr>
            <a:spLocks noGrp="1"/>
          </p:cNvSpPr>
          <p:nvPr/>
        </p:nvSpPr>
        <p:spPr>
          <a:xfrm flipV="1">
            <a:off x="5295900" y="1939290"/>
            <a:ext cx="76200" cy="76200"/>
          </a:xfrm>
          <a:prstGeom prst="line">
            <a:avLst/>
          </a:prstGeom>
          <a:noFill/>
          <a:ln w="7620">
            <a:solidFill>
              <a:srgbClr val="B5C2CB"/>
            </a:solidFill>
          </a:ln>
        </p:spPr>
        <p:txBody>
          <a:bodyPr/>
          <a:lstStyle/>
          <a:p>
            <a:endParaRPr lang="zh-CN" altLang="en-US" sz="2000"/>
          </a:p>
        </p:txBody>
      </p:sp>
      <p:sp>
        <p:nvSpPr>
          <p:cNvPr id="17" name="prefix-visibility-cell-4">
            <a:extLst>
              <a:ext uri="{FF2B5EF4-FFF2-40B4-BE49-F238E27FC236}">
                <a16:creationId xmlns:a16="http://schemas.microsoft.com/office/drawing/2014/main" id="{42B5CB1F-F034-4C0C-8F9C-7FD7855C5351}"/>
              </a:ext>
            </a:extLst>
          </p:cNvPr>
          <p:cNvSpPr>
            <a:spLocks noGrp="1"/>
          </p:cNvSpPr>
          <p:nvPr/>
        </p:nvSpPr>
        <p:spPr>
          <a:xfrm>
            <a:off x="5448300" y="1908810"/>
            <a:ext cx="137160" cy="144780"/>
          </a:xfrm>
          <a:prstGeom prst="roundRect">
            <a:avLst>
              <a:gd name="adj" fmla="val 11111"/>
            </a:avLst>
          </a:prstGeom>
          <a:solidFill>
            <a:srgbClr val="F8FAFB"/>
          </a:solidFill>
          <a:ln w="6096">
            <a:solidFill>
              <a:srgbClr val="C5CFD6"/>
            </a:solidFill>
          </a:ln>
        </p:spPr>
        <p:txBody>
          <a:bodyPr/>
          <a:lstStyle/>
          <a:p>
            <a:endParaRPr lang="zh-CN" altLang="en-US" sz="2000"/>
          </a:p>
        </p:txBody>
      </p:sp>
      <p:sp>
        <p:nvSpPr>
          <p:cNvPr id="18" name="prefix-invisible-4">
            <a:extLst>
              <a:ext uri="{FF2B5EF4-FFF2-40B4-BE49-F238E27FC236}">
                <a16:creationId xmlns:a16="http://schemas.microsoft.com/office/drawing/2014/main" id="{4E681EE4-D388-448F-BCBF-FFF9B8F35757}"/>
              </a:ext>
            </a:extLst>
          </p:cNvPr>
          <p:cNvSpPr>
            <a:spLocks noGrp="1"/>
          </p:cNvSpPr>
          <p:nvPr/>
        </p:nvSpPr>
        <p:spPr>
          <a:xfrm flipV="1">
            <a:off x="5478780" y="1939290"/>
            <a:ext cx="76200" cy="76200"/>
          </a:xfrm>
          <a:prstGeom prst="line">
            <a:avLst/>
          </a:prstGeom>
          <a:noFill/>
          <a:ln w="7620">
            <a:solidFill>
              <a:srgbClr val="B5C2CB"/>
            </a:solidFill>
          </a:ln>
        </p:spPr>
        <p:txBody>
          <a:bodyPr/>
          <a:lstStyle/>
          <a:p>
            <a:endParaRPr lang="zh-CN" altLang="en-US" sz="2000"/>
          </a:p>
        </p:txBody>
      </p:sp>
      <p:sp>
        <p:nvSpPr>
          <p:cNvPr id="19" name="prefix-visibility-cell-5">
            <a:extLst>
              <a:ext uri="{FF2B5EF4-FFF2-40B4-BE49-F238E27FC236}">
                <a16:creationId xmlns:a16="http://schemas.microsoft.com/office/drawing/2014/main" id="{1D9B3906-4D5A-4ED5-ADF4-0168B3458DDB}"/>
              </a:ext>
            </a:extLst>
          </p:cNvPr>
          <p:cNvSpPr>
            <a:spLocks noGrp="1"/>
          </p:cNvSpPr>
          <p:nvPr/>
        </p:nvSpPr>
        <p:spPr>
          <a:xfrm>
            <a:off x="5631180" y="1908810"/>
            <a:ext cx="137160" cy="144780"/>
          </a:xfrm>
          <a:prstGeom prst="roundRect">
            <a:avLst>
              <a:gd name="adj" fmla="val 11111"/>
            </a:avLst>
          </a:prstGeom>
          <a:solidFill>
            <a:srgbClr val="F8FAFB"/>
          </a:solidFill>
          <a:ln w="6096">
            <a:solidFill>
              <a:srgbClr val="C5CFD6"/>
            </a:solidFill>
          </a:ln>
        </p:spPr>
        <p:txBody>
          <a:bodyPr/>
          <a:lstStyle/>
          <a:p>
            <a:endParaRPr lang="zh-CN" altLang="en-US" sz="2000"/>
          </a:p>
        </p:txBody>
      </p:sp>
      <p:sp>
        <p:nvSpPr>
          <p:cNvPr id="20" name="prefix-invisible-5">
            <a:extLst>
              <a:ext uri="{FF2B5EF4-FFF2-40B4-BE49-F238E27FC236}">
                <a16:creationId xmlns:a16="http://schemas.microsoft.com/office/drawing/2014/main" id="{769AB533-434B-4EE0-BDBB-AF0D6B05BD62}"/>
              </a:ext>
            </a:extLst>
          </p:cNvPr>
          <p:cNvSpPr>
            <a:spLocks noGrp="1"/>
          </p:cNvSpPr>
          <p:nvPr/>
        </p:nvSpPr>
        <p:spPr>
          <a:xfrm flipV="1">
            <a:off x="5661660" y="1939290"/>
            <a:ext cx="76200" cy="76200"/>
          </a:xfrm>
          <a:prstGeom prst="line">
            <a:avLst/>
          </a:prstGeom>
          <a:noFill/>
          <a:ln w="7620">
            <a:solidFill>
              <a:srgbClr val="B5C2CB"/>
            </a:solidFill>
          </a:ln>
        </p:spPr>
        <p:txBody>
          <a:bodyPr/>
          <a:lstStyle/>
          <a:p>
            <a:endParaRPr lang="zh-CN" altLang="en-US" sz="2000"/>
          </a:p>
        </p:txBody>
      </p:sp>
      <p:sp>
        <p:nvSpPr>
          <p:cNvPr id="21" name="joint-memory-title">
            <a:extLst>
              <a:ext uri="{FF2B5EF4-FFF2-40B4-BE49-F238E27FC236}">
                <a16:creationId xmlns:a16="http://schemas.microsoft.com/office/drawing/2014/main" id="{B4AD35DC-AB67-4ADE-ADC2-BCEEDE5DB823}"/>
              </a:ext>
            </a:extLst>
          </p:cNvPr>
          <p:cNvSpPr>
            <a:spLocks noGrp="1"/>
          </p:cNvSpPr>
          <p:nvPr/>
        </p:nvSpPr>
        <p:spPr>
          <a:xfrm>
            <a:off x="6721423" y="1543324"/>
            <a:ext cx="2665833" cy="270784"/>
          </a:xfrm>
          <a:prstGeom prst="rect">
            <a:avLst/>
          </a:prstGeom>
          <a:noFill/>
          <a:ln w="0">
            <a:noFill/>
          </a:ln>
        </p:spPr>
        <p:txBody>
          <a:bodyPr wrap="none" lIns="0" tIns="0" rIns="0" bIns="0" anchor="ctr">
            <a:noAutofit/>
          </a:bodyPr>
          <a:lstStyle/>
          <a:p>
            <a:pPr algn="ctr">
              <a:defRPr sz="1500" i="0">
                <a:solidFill>
                  <a:srgbClr val="202B33"/>
                </a:solidFill>
                <a:latin typeface="Toppan Bunkyu Mincho Regular"/>
                <a:ea typeface="Toppan Bunkyu Mincho Regular"/>
                <a:cs typeface="Toppan Bunkyu Mincho Regular"/>
              </a:defRPr>
            </a:pPr>
            <a:r>
              <a:rPr sz="1600" i="0" dirty="0">
                <a:solidFill>
                  <a:srgbClr val="202B33"/>
                </a:solidFill>
                <a:latin typeface="Toppan Bunkyu Mincho Regular"/>
                <a:ea typeface="Toppan Bunkyu Mincho Regular"/>
                <a:cs typeface="Toppan Bunkyu Mincho Regular"/>
              </a:rPr>
              <a:t>Joint attention</a:t>
            </a:r>
          </a:p>
        </p:txBody>
      </p:sp>
      <p:sp>
        <p:nvSpPr>
          <p:cNvPr id="22" name="world-memory-source">
            <a:extLst>
              <a:ext uri="{FF2B5EF4-FFF2-40B4-BE49-F238E27FC236}">
                <a16:creationId xmlns:a16="http://schemas.microsoft.com/office/drawing/2014/main" id="{EB30B6A7-2F7A-494F-83C4-49F624E395E9}"/>
              </a:ext>
            </a:extLst>
          </p:cNvPr>
          <p:cNvSpPr>
            <a:spLocks noGrp="1"/>
          </p:cNvSpPr>
          <p:nvPr/>
        </p:nvSpPr>
        <p:spPr>
          <a:xfrm>
            <a:off x="6554367" y="1824990"/>
            <a:ext cx="1295400" cy="205740"/>
          </a:xfrm>
          <a:prstGeom prst="rect">
            <a:avLst/>
          </a:prstGeom>
          <a:noFill/>
          <a:ln w="0">
            <a:noFill/>
          </a:ln>
        </p:spPr>
        <p:txBody>
          <a:bodyPr wrap="none" lIns="0" tIns="0" rIns="0" bIns="0" anchor="ctr">
            <a:noAutofit/>
          </a:bodyPr>
          <a:lstStyle/>
          <a:p>
            <a:pPr algn="ctr">
              <a:defRPr sz="1080" i="0">
                <a:solidFill>
                  <a:srgbClr val="657580"/>
                </a:solidFill>
                <a:latin typeface="Toppan Bunkyu Mincho Regular"/>
                <a:ea typeface="Toppan Bunkyu Mincho Regular"/>
                <a:cs typeface="Toppan Bunkyu Mincho Regular"/>
              </a:defRPr>
            </a:pPr>
            <a:r>
              <a:rPr sz="1400" i="0" dirty="0">
                <a:solidFill>
                  <a:srgbClr val="657580"/>
                </a:solidFill>
                <a:latin typeface="Toppan Bunkyu Mincho Regular"/>
                <a:ea typeface="Toppan Bunkyu Mincho Regular"/>
                <a:cs typeface="Toppan Bunkyu Mincho Regular"/>
              </a:rPr>
              <a:t>Video</a:t>
            </a:r>
          </a:p>
        </p:txBody>
      </p:sp>
      <p:sp>
        <p:nvSpPr>
          <p:cNvPr id="23" name="action-memory-source">
            <a:extLst>
              <a:ext uri="{FF2B5EF4-FFF2-40B4-BE49-F238E27FC236}">
                <a16:creationId xmlns:a16="http://schemas.microsoft.com/office/drawing/2014/main" id="{E73D223B-F44C-415E-91FF-BC1356B5DC96}"/>
              </a:ext>
            </a:extLst>
          </p:cNvPr>
          <p:cNvSpPr>
            <a:spLocks noGrp="1"/>
          </p:cNvSpPr>
          <p:nvPr/>
        </p:nvSpPr>
        <p:spPr>
          <a:xfrm>
            <a:off x="7943850" y="1812824"/>
            <a:ext cx="1623060" cy="205740"/>
          </a:xfrm>
          <a:prstGeom prst="rect">
            <a:avLst/>
          </a:prstGeom>
          <a:noFill/>
          <a:ln w="0">
            <a:noFill/>
          </a:ln>
        </p:spPr>
        <p:txBody>
          <a:bodyPr wrap="none" lIns="0" tIns="0" rIns="0" bIns="0" anchor="ctr">
            <a:noAutofit/>
          </a:bodyPr>
          <a:lstStyle/>
          <a:p>
            <a:pPr algn="ctr">
              <a:defRPr sz="1080" i="0">
                <a:solidFill>
                  <a:srgbClr val="657580"/>
                </a:solidFill>
                <a:latin typeface="Toppan Bunkyu Mincho Regular"/>
                <a:ea typeface="Toppan Bunkyu Mincho Regular"/>
                <a:cs typeface="Toppan Bunkyu Mincho Regular"/>
              </a:defRPr>
            </a:pPr>
            <a:r>
              <a:rPr sz="1400" i="0" dirty="0">
                <a:solidFill>
                  <a:srgbClr val="657580"/>
                </a:solidFill>
                <a:latin typeface="Toppan Bunkyu Mincho Regular"/>
                <a:ea typeface="Toppan Bunkyu Mincho Regular"/>
                <a:cs typeface="Toppan Bunkyu Mincho Regular"/>
              </a:rPr>
              <a:t>Action</a:t>
            </a:r>
          </a:p>
        </p:txBody>
      </p:sp>
      <p:pic>
        <p:nvPicPr>
          <p:cNvPr id="499" name="图形 498"/>
          <p:cNvPicPr>
            <a:picLocks noChangeAspect="1"/>
          </p:cNvPicPr>
          <p:nvPr/>
        </p:nvPicPr>
        <p:blipFill>
          <a:blip r:embed="rId7">
            <a:extLst>
              <a:ext uri="{96DAC541-7B7A-43D3-8B79-37D633B846F1}">
                <asvg:svgBlip xmlns:asvg="http://schemas.microsoft.com/office/drawing/2016/SVG/main" r:embed="rId8"/>
              </a:ext>
            </a:extLst>
          </a:blip>
          <a:stretch/>
        </p:blipFill>
        <p:spPr>
          <a:xfrm>
            <a:off x="6380893" y="2064734"/>
            <a:ext cx="169355" cy="130112"/>
          </a:xfrm>
          <a:prstGeom prst="rect">
            <a:avLst/>
          </a:prstGeom>
        </p:spPr>
      </p:pic>
      <p:sp>
        <p:nvSpPr>
          <p:cNvPr id="25" name="key-memory-world-top">
            <a:extLst>
              <a:ext uri="{FF2B5EF4-FFF2-40B4-BE49-F238E27FC236}">
                <a16:creationId xmlns:a16="http://schemas.microsoft.com/office/drawing/2014/main" id="{FFF80D57-41C4-4329-A303-96B9427F9B17}"/>
              </a:ext>
            </a:extLst>
          </p:cNvPr>
          <p:cNvSpPr>
            <a:spLocks noGrp="1"/>
          </p:cNvSpPr>
          <p:nvPr/>
        </p:nvSpPr>
        <p:spPr>
          <a:xfrm>
            <a:off x="6644640" y="2030730"/>
            <a:ext cx="1318260" cy="30480"/>
          </a:xfrm>
          <a:custGeom>
            <a:avLst/>
            <a:gdLst/>
            <a:ahLst/>
            <a:cxnLst/>
            <a:rect l="0" t="0" r="0" b="0"/>
            <a:pathLst>
              <a:path w="1647825" h="38100">
                <a:moveTo>
                  <a:pt x="0" y="38100"/>
                </a:moveTo>
                <a:lnTo>
                  <a:pt x="38100" y="0"/>
                </a:lnTo>
                <a:lnTo>
                  <a:pt x="1647825" y="0"/>
                </a:lnTo>
                <a:lnTo>
                  <a:pt x="1609725" y="38100"/>
                </a:lnTo>
                <a:close/>
              </a:path>
            </a:pathLst>
          </a:custGeom>
          <a:solidFill>
            <a:srgbClr val="F9FAFD"/>
          </a:solidFill>
          <a:ln w="11430">
            <a:solidFill>
              <a:srgbClr val="63788A"/>
            </a:solidFill>
          </a:ln>
        </p:spPr>
        <p:txBody>
          <a:bodyPr/>
          <a:lstStyle/>
          <a:p>
            <a:endParaRPr lang="zh-CN" altLang="en-US" sz="2000"/>
          </a:p>
        </p:txBody>
      </p:sp>
      <p:sp>
        <p:nvSpPr>
          <p:cNvPr id="26" name="key-memory-world-side">
            <a:extLst>
              <a:ext uri="{FF2B5EF4-FFF2-40B4-BE49-F238E27FC236}">
                <a16:creationId xmlns:a16="http://schemas.microsoft.com/office/drawing/2014/main" id="{BF57254A-4D1C-4169-90CE-3F3FBBDACBD6}"/>
              </a:ext>
            </a:extLst>
          </p:cNvPr>
          <p:cNvSpPr>
            <a:spLocks noGrp="1"/>
          </p:cNvSpPr>
          <p:nvPr/>
        </p:nvSpPr>
        <p:spPr>
          <a:xfrm>
            <a:off x="7932420" y="2030730"/>
            <a:ext cx="30480" cy="167640"/>
          </a:xfrm>
          <a:custGeom>
            <a:avLst/>
            <a:gdLst/>
            <a:ahLst/>
            <a:cxnLst/>
            <a:rect l="0" t="0" r="0" b="0"/>
            <a:pathLst>
              <a:path w="38100" h="209550">
                <a:moveTo>
                  <a:pt x="0" y="38100"/>
                </a:moveTo>
                <a:lnTo>
                  <a:pt x="38100" y="0"/>
                </a:lnTo>
                <a:lnTo>
                  <a:pt x="38100" y="171450"/>
                </a:lnTo>
                <a:lnTo>
                  <a:pt x="0" y="209550"/>
                </a:lnTo>
                <a:close/>
              </a:path>
            </a:pathLst>
          </a:custGeom>
          <a:solidFill>
            <a:srgbClr val="C5D1DD"/>
          </a:solidFill>
          <a:ln w="11430">
            <a:solidFill>
              <a:srgbClr val="63788A"/>
            </a:solidFill>
          </a:ln>
        </p:spPr>
        <p:txBody>
          <a:bodyPr/>
          <a:lstStyle/>
          <a:p>
            <a:endParaRPr lang="zh-CN" altLang="en-US" sz="2000"/>
          </a:p>
        </p:txBody>
      </p:sp>
      <p:sp>
        <p:nvSpPr>
          <p:cNvPr id="27" name="key-memory-world-front">
            <a:extLst>
              <a:ext uri="{FF2B5EF4-FFF2-40B4-BE49-F238E27FC236}">
                <a16:creationId xmlns:a16="http://schemas.microsoft.com/office/drawing/2014/main" id="{358EF497-A0C0-4C4B-9455-E94E7264145F}"/>
              </a:ext>
            </a:extLst>
          </p:cNvPr>
          <p:cNvSpPr>
            <a:spLocks noGrp="1"/>
          </p:cNvSpPr>
          <p:nvPr/>
        </p:nvSpPr>
        <p:spPr>
          <a:xfrm>
            <a:off x="6644640" y="2061210"/>
            <a:ext cx="1287780" cy="137160"/>
          </a:xfrm>
          <a:prstGeom prst="rect">
            <a:avLst/>
          </a:prstGeom>
          <a:solidFill>
            <a:srgbClr val="E4EBF2"/>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28" name="key-memory-action-top">
            <a:extLst>
              <a:ext uri="{FF2B5EF4-FFF2-40B4-BE49-F238E27FC236}">
                <a16:creationId xmlns:a16="http://schemas.microsoft.com/office/drawing/2014/main" id="{A7846DCD-EA6C-472C-93D2-AD433A1A7144}"/>
              </a:ext>
            </a:extLst>
          </p:cNvPr>
          <p:cNvSpPr>
            <a:spLocks noGrp="1"/>
          </p:cNvSpPr>
          <p:nvPr/>
        </p:nvSpPr>
        <p:spPr>
          <a:xfrm>
            <a:off x="8016240" y="2030730"/>
            <a:ext cx="1493520" cy="30480"/>
          </a:xfrm>
          <a:custGeom>
            <a:avLst/>
            <a:gdLst/>
            <a:ahLst/>
            <a:cxnLst/>
            <a:rect l="0" t="0" r="0" b="0"/>
            <a:pathLst>
              <a:path w="1866900" h="38100">
                <a:moveTo>
                  <a:pt x="0" y="38100"/>
                </a:moveTo>
                <a:lnTo>
                  <a:pt x="38100" y="0"/>
                </a:lnTo>
                <a:lnTo>
                  <a:pt x="1866900" y="0"/>
                </a:lnTo>
                <a:lnTo>
                  <a:pt x="1828800" y="38100"/>
                </a:lnTo>
                <a:close/>
              </a:path>
            </a:pathLst>
          </a:custGeom>
          <a:solidFill>
            <a:srgbClr val="F9FAFD"/>
          </a:solidFill>
          <a:ln w="11430">
            <a:solidFill>
              <a:srgbClr val="63788A"/>
            </a:solidFill>
          </a:ln>
        </p:spPr>
        <p:txBody>
          <a:bodyPr/>
          <a:lstStyle/>
          <a:p>
            <a:endParaRPr lang="zh-CN" altLang="en-US" sz="2000"/>
          </a:p>
        </p:txBody>
      </p:sp>
      <p:sp>
        <p:nvSpPr>
          <p:cNvPr id="29" name="key-memory-action-side">
            <a:extLst>
              <a:ext uri="{FF2B5EF4-FFF2-40B4-BE49-F238E27FC236}">
                <a16:creationId xmlns:a16="http://schemas.microsoft.com/office/drawing/2014/main" id="{AF235666-0B9C-48CB-A5BF-14EE991360E9}"/>
              </a:ext>
            </a:extLst>
          </p:cNvPr>
          <p:cNvSpPr>
            <a:spLocks noGrp="1"/>
          </p:cNvSpPr>
          <p:nvPr/>
        </p:nvSpPr>
        <p:spPr>
          <a:xfrm>
            <a:off x="9479280" y="2030730"/>
            <a:ext cx="30480" cy="167640"/>
          </a:xfrm>
          <a:custGeom>
            <a:avLst/>
            <a:gdLst/>
            <a:ahLst/>
            <a:cxnLst/>
            <a:rect l="0" t="0" r="0" b="0"/>
            <a:pathLst>
              <a:path w="38100" h="209550">
                <a:moveTo>
                  <a:pt x="0" y="38100"/>
                </a:moveTo>
                <a:lnTo>
                  <a:pt x="38100" y="0"/>
                </a:lnTo>
                <a:lnTo>
                  <a:pt x="38100" y="171450"/>
                </a:lnTo>
                <a:lnTo>
                  <a:pt x="0" y="209550"/>
                </a:lnTo>
                <a:close/>
              </a:path>
            </a:pathLst>
          </a:custGeom>
          <a:solidFill>
            <a:srgbClr val="C2D2C9"/>
          </a:solidFill>
          <a:ln w="11430">
            <a:solidFill>
              <a:srgbClr val="63788A"/>
            </a:solidFill>
          </a:ln>
        </p:spPr>
        <p:txBody>
          <a:bodyPr/>
          <a:lstStyle/>
          <a:p>
            <a:endParaRPr lang="zh-CN" altLang="en-US" sz="2000"/>
          </a:p>
        </p:txBody>
      </p:sp>
      <p:sp>
        <p:nvSpPr>
          <p:cNvPr id="30" name="key-memory-action-front">
            <a:extLst>
              <a:ext uri="{FF2B5EF4-FFF2-40B4-BE49-F238E27FC236}">
                <a16:creationId xmlns:a16="http://schemas.microsoft.com/office/drawing/2014/main" id="{B9063A51-88E8-429C-9357-ECF82B88D4F2}"/>
              </a:ext>
            </a:extLst>
          </p:cNvPr>
          <p:cNvSpPr>
            <a:spLocks noGrp="1"/>
          </p:cNvSpPr>
          <p:nvPr/>
        </p:nvSpPr>
        <p:spPr>
          <a:xfrm>
            <a:off x="8016240" y="2061210"/>
            <a:ext cx="1463040" cy="137160"/>
          </a:xfrm>
          <a:prstGeom prst="rect">
            <a:avLst/>
          </a:prstGeom>
          <a:solidFill>
            <a:srgbClr val="E2EBE6"/>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31" name="key-memory-world-token-0">
            <a:extLst>
              <a:ext uri="{FF2B5EF4-FFF2-40B4-BE49-F238E27FC236}">
                <a16:creationId xmlns:a16="http://schemas.microsoft.com/office/drawing/2014/main" id="{570F14CD-FA52-4722-9E6B-9620572BB160}"/>
              </a:ext>
            </a:extLst>
          </p:cNvPr>
          <p:cNvSpPr>
            <a:spLocks noGrp="1"/>
          </p:cNvSpPr>
          <p:nvPr/>
        </p:nvSpPr>
        <p:spPr>
          <a:xfrm>
            <a:off x="6682740" y="2091690"/>
            <a:ext cx="137160" cy="76200"/>
          </a:xfrm>
          <a:prstGeom prst="roundRect">
            <a:avLst>
              <a:gd name="adj" fmla="val 10000"/>
            </a:avLst>
          </a:prstGeom>
          <a:solidFill>
            <a:srgbClr val="C0CFC7"/>
          </a:solidFill>
          <a:ln w="0">
            <a:noFill/>
          </a:ln>
        </p:spPr>
        <p:txBody>
          <a:bodyPr/>
          <a:lstStyle/>
          <a:p>
            <a:endParaRPr lang="zh-CN" altLang="en-US" sz="2000"/>
          </a:p>
        </p:txBody>
      </p:sp>
      <p:sp>
        <p:nvSpPr>
          <p:cNvPr id="32" name="key-memory-world-token-1">
            <a:extLst>
              <a:ext uri="{FF2B5EF4-FFF2-40B4-BE49-F238E27FC236}">
                <a16:creationId xmlns:a16="http://schemas.microsoft.com/office/drawing/2014/main" id="{3D3CAA28-A805-42E5-8A47-6E4127441EC9}"/>
              </a:ext>
            </a:extLst>
          </p:cNvPr>
          <p:cNvSpPr>
            <a:spLocks noGrp="1"/>
          </p:cNvSpPr>
          <p:nvPr/>
        </p:nvSpPr>
        <p:spPr>
          <a:xfrm>
            <a:off x="6858000" y="2091690"/>
            <a:ext cx="137160" cy="76200"/>
          </a:xfrm>
          <a:prstGeom prst="roundRect">
            <a:avLst>
              <a:gd name="adj" fmla="val 10000"/>
            </a:avLst>
          </a:prstGeom>
          <a:solidFill>
            <a:srgbClr val="94AEC4"/>
          </a:solidFill>
          <a:ln w="0">
            <a:noFill/>
          </a:ln>
        </p:spPr>
        <p:txBody>
          <a:bodyPr/>
          <a:lstStyle/>
          <a:p>
            <a:endParaRPr lang="zh-CN" altLang="en-US" sz="2000"/>
          </a:p>
        </p:txBody>
      </p:sp>
      <p:sp>
        <p:nvSpPr>
          <p:cNvPr id="33" name="key-memory-world-token-2">
            <a:extLst>
              <a:ext uri="{FF2B5EF4-FFF2-40B4-BE49-F238E27FC236}">
                <a16:creationId xmlns:a16="http://schemas.microsoft.com/office/drawing/2014/main" id="{ECD5FB85-774B-4D5F-ADEF-CD699FA7E04A}"/>
              </a:ext>
            </a:extLst>
          </p:cNvPr>
          <p:cNvSpPr>
            <a:spLocks noGrp="1"/>
          </p:cNvSpPr>
          <p:nvPr/>
        </p:nvSpPr>
        <p:spPr>
          <a:xfrm>
            <a:off x="7033260" y="2091690"/>
            <a:ext cx="137160" cy="76200"/>
          </a:xfrm>
          <a:prstGeom prst="roundRect">
            <a:avLst>
              <a:gd name="adj" fmla="val 10000"/>
            </a:avLst>
          </a:prstGeom>
          <a:solidFill>
            <a:srgbClr val="B8CADD"/>
          </a:solidFill>
          <a:ln w="0">
            <a:noFill/>
          </a:ln>
        </p:spPr>
        <p:txBody>
          <a:bodyPr/>
          <a:lstStyle/>
          <a:p>
            <a:endParaRPr lang="zh-CN" altLang="en-US" sz="2000"/>
          </a:p>
        </p:txBody>
      </p:sp>
      <p:sp>
        <p:nvSpPr>
          <p:cNvPr id="34" name="key-memory-world-token-3">
            <a:extLst>
              <a:ext uri="{FF2B5EF4-FFF2-40B4-BE49-F238E27FC236}">
                <a16:creationId xmlns:a16="http://schemas.microsoft.com/office/drawing/2014/main" id="{41A48469-3BB5-43A2-8678-AD63AAD1CC6F}"/>
              </a:ext>
            </a:extLst>
          </p:cNvPr>
          <p:cNvSpPr>
            <a:spLocks noGrp="1"/>
          </p:cNvSpPr>
          <p:nvPr/>
        </p:nvSpPr>
        <p:spPr>
          <a:xfrm>
            <a:off x="7208520" y="2091690"/>
            <a:ext cx="137160" cy="76200"/>
          </a:xfrm>
          <a:prstGeom prst="roundRect">
            <a:avLst>
              <a:gd name="adj" fmla="val 10000"/>
            </a:avLst>
          </a:prstGeom>
          <a:solidFill>
            <a:srgbClr val="94AEC4"/>
          </a:solidFill>
          <a:ln w="0">
            <a:noFill/>
          </a:ln>
        </p:spPr>
        <p:txBody>
          <a:bodyPr/>
          <a:lstStyle/>
          <a:p>
            <a:endParaRPr lang="zh-CN" altLang="en-US" sz="2000"/>
          </a:p>
        </p:txBody>
      </p:sp>
      <p:sp>
        <p:nvSpPr>
          <p:cNvPr id="35" name="key-memory-world-token-4">
            <a:extLst>
              <a:ext uri="{FF2B5EF4-FFF2-40B4-BE49-F238E27FC236}">
                <a16:creationId xmlns:a16="http://schemas.microsoft.com/office/drawing/2014/main" id="{1401FBAA-15CF-4E30-8F8F-AD1E8ECC763A}"/>
              </a:ext>
            </a:extLst>
          </p:cNvPr>
          <p:cNvSpPr>
            <a:spLocks noGrp="1"/>
          </p:cNvSpPr>
          <p:nvPr/>
        </p:nvSpPr>
        <p:spPr>
          <a:xfrm>
            <a:off x="7383780" y="2091690"/>
            <a:ext cx="137160" cy="76200"/>
          </a:xfrm>
          <a:prstGeom prst="roundRect">
            <a:avLst>
              <a:gd name="adj" fmla="val 10000"/>
            </a:avLst>
          </a:prstGeom>
          <a:solidFill>
            <a:srgbClr val="B8CADD"/>
          </a:solidFill>
          <a:ln w="0">
            <a:noFill/>
          </a:ln>
        </p:spPr>
        <p:txBody>
          <a:bodyPr/>
          <a:lstStyle/>
          <a:p>
            <a:endParaRPr lang="zh-CN" altLang="en-US" sz="2000"/>
          </a:p>
        </p:txBody>
      </p:sp>
      <p:sp>
        <p:nvSpPr>
          <p:cNvPr id="36" name="key-memory-world-token-5">
            <a:extLst>
              <a:ext uri="{FF2B5EF4-FFF2-40B4-BE49-F238E27FC236}">
                <a16:creationId xmlns:a16="http://schemas.microsoft.com/office/drawing/2014/main" id="{8721923C-CC93-463B-B5E2-915DF8ED0DB6}"/>
              </a:ext>
            </a:extLst>
          </p:cNvPr>
          <p:cNvSpPr>
            <a:spLocks noGrp="1"/>
          </p:cNvSpPr>
          <p:nvPr/>
        </p:nvSpPr>
        <p:spPr>
          <a:xfrm>
            <a:off x="7559040" y="2091690"/>
            <a:ext cx="137160" cy="76200"/>
          </a:xfrm>
          <a:prstGeom prst="roundRect">
            <a:avLst>
              <a:gd name="adj" fmla="val 10000"/>
            </a:avLst>
          </a:prstGeom>
          <a:solidFill>
            <a:srgbClr val="94AEC4"/>
          </a:solidFill>
          <a:ln w="0">
            <a:noFill/>
          </a:ln>
        </p:spPr>
        <p:txBody>
          <a:bodyPr/>
          <a:lstStyle/>
          <a:p>
            <a:endParaRPr lang="zh-CN" altLang="en-US" sz="2000"/>
          </a:p>
        </p:txBody>
      </p:sp>
      <p:sp>
        <p:nvSpPr>
          <p:cNvPr id="37" name="key-memory-world-token-6">
            <a:extLst>
              <a:ext uri="{FF2B5EF4-FFF2-40B4-BE49-F238E27FC236}">
                <a16:creationId xmlns:a16="http://schemas.microsoft.com/office/drawing/2014/main" id="{0C181A58-7D8E-498A-846E-8DC2D1F8209B}"/>
              </a:ext>
            </a:extLst>
          </p:cNvPr>
          <p:cNvSpPr>
            <a:spLocks noGrp="1"/>
          </p:cNvSpPr>
          <p:nvPr/>
        </p:nvSpPr>
        <p:spPr>
          <a:xfrm>
            <a:off x="7734300" y="2091690"/>
            <a:ext cx="137160" cy="76200"/>
          </a:xfrm>
          <a:prstGeom prst="roundRect">
            <a:avLst>
              <a:gd name="adj" fmla="val 10000"/>
            </a:avLst>
          </a:prstGeom>
          <a:solidFill>
            <a:srgbClr val="B8CADD"/>
          </a:solidFill>
          <a:ln w="0">
            <a:noFill/>
          </a:ln>
        </p:spPr>
        <p:txBody>
          <a:bodyPr/>
          <a:lstStyle/>
          <a:p>
            <a:endParaRPr lang="zh-CN" altLang="en-US" sz="2000"/>
          </a:p>
        </p:txBody>
      </p:sp>
      <p:sp>
        <p:nvSpPr>
          <p:cNvPr id="38" name="key-memory-action-token-0">
            <a:extLst>
              <a:ext uri="{FF2B5EF4-FFF2-40B4-BE49-F238E27FC236}">
                <a16:creationId xmlns:a16="http://schemas.microsoft.com/office/drawing/2014/main" id="{20892F55-B236-43F2-A00D-DAF5F0204090}"/>
              </a:ext>
            </a:extLst>
          </p:cNvPr>
          <p:cNvSpPr>
            <a:spLocks noGrp="1"/>
          </p:cNvSpPr>
          <p:nvPr/>
        </p:nvSpPr>
        <p:spPr>
          <a:xfrm>
            <a:off x="8054340" y="2091690"/>
            <a:ext cx="137160" cy="76200"/>
          </a:xfrm>
          <a:prstGeom prst="roundRect">
            <a:avLst>
              <a:gd name="adj" fmla="val 10000"/>
            </a:avLst>
          </a:prstGeom>
          <a:solidFill>
            <a:srgbClr val="C0CFC7"/>
          </a:solidFill>
          <a:ln w="0">
            <a:noFill/>
          </a:ln>
        </p:spPr>
        <p:txBody>
          <a:bodyPr/>
          <a:lstStyle/>
          <a:p>
            <a:endParaRPr lang="zh-CN" altLang="en-US" sz="2000"/>
          </a:p>
        </p:txBody>
      </p:sp>
      <p:sp>
        <p:nvSpPr>
          <p:cNvPr id="39" name="key-memory-action-token-1">
            <a:extLst>
              <a:ext uri="{FF2B5EF4-FFF2-40B4-BE49-F238E27FC236}">
                <a16:creationId xmlns:a16="http://schemas.microsoft.com/office/drawing/2014/main" id="{6495B9BA-BA18-4793-8BA8-3ACD247CBD09}"/>
              </a:ext>
            </a:extLst>
          </p:cNvPr>
          <p:cNvSpPr>
            <a:spLocks noGrp="1"/>
          </p:cNvSpPr>
          <p:nvPr/>
        </p:nvSpPr>
        <p:spPr>
          <a:xfrm>
            <a:off x="8229600" y="2091690"/>
            <a:ext cx="137160" cy="76200"/>
          </a:xfrm>
          <a:prstGeom prst="roundRect">
            <a:avLst>
              <a:gd name="adj" fmla="val 10000"/>
            </a:avLst>
          </a:prstGeom>
          <a:solidFill>
            <a:srgbClr val="AEC4D7"/>
          </a:solidFill>
          <a:ln w="0">
            <a:noFill/>
          </a:ln>
        </p:spPr>
        <p:txBody>
          <a:bodyPr/>
          <a:lstStyle/>
          <a:p>
            <a:endParaRPr lang="zh-CN" altLang="en-US" sz="2000"/>
          </a:p>
        </p:txBody>
      </p:sp>
      <p:sp>
        <p:nvSpPr>
          <p:cNvPr id="40" name="key-memory-action-token-2">
            <a:extLst>
              <a:ext uri="{FF2B5EF4-FFF2-40B4-BE49-F238E27FC236}">
                <a16:creationId xmlns:a16="http://schemas.microsoft.com/office/drawing/2014/main" id="{2730173B-4D78-4FEB-8A7A-A9806B02F2E7}"/>
              </a:ext>
            </a:extLst>
          </p:cNvPr>
          <p:cNvSpPr>
            <a:spLocks noGrp="1"/>
          </p:cNvSpPr>
          <p:nvPr/>
        </p:nvSpPr>
        <p:spPr>
          <a:xfrm>
            <a:off x="8404860" y="2091690"/>
            <a:ext cx="137160" cy="76200"/>
          </a:xfrm>
          <a:prstGeom prst="roundRect">
            <a:avLst>
              <a:gd name="adj" fmla="val 10000"/>
            </a:avLst>
          </a:prstGeom>
          <a:solidFill>
            <a:srgbClr val="AEC4D7"/>
          </a:solidFill>
          <a:ln w="0">
            <a:noFill/>
          </a:ln>
        </p:spPr>
        <p:txBody>
          <a:bodyPr/>
          <a:lstStyle/>
          <a:p>
            <a:endParaRPr lang="zh-CN" altLang="en-US" sz="2000"/>
          </a:p>
        </p:txBody>
      </p:sp>
      <p:sp>
        <p:nvSpPr>
          <p:cNvPr id="41" name="key-memory-action-token-3">
            <a:extLst>
              <a:ext uri="{FF2B5EF4-FFF2-40B4-BE49-F238E27FC236}">
                <a16:creationId xmlns:a16="http://schemas.microsoft.com/office/drawing/2014/main" id="{77BD0583-2C00-4D69-BC0D-C06FCC490F1E}"/>
              </a:ext>
            </a:extLst>
          </p:cNvPr>
          <p:cNvSpPr>
            <a:spLocks noGrp="1"/>
          </p:cNvSpPr>
          <p:nvPr/>
        </p:nvSpPr>
        <p:spPr>
          <a:xfrm>
            <a:off x="8580120" y="2091690"/>
            <a:ext cx="137160" cy="76200"/>
          </a:xfrm>
          <a:prstGeom prst="roundRect">
            <a:avLst>
              <a:gd name="adj" fmla="val 10000"/>
            </a:avLst>
          </a:prstGeom>
          <a:solidFill>
            <a:srgbClr val="AEC4D7"/>
          </a:solidFill>
          <a:ln w="0">
            <a:noFill/>
          </a:ln>
        </p:spPr>
        <p:txBody>
          <a:bodyPr/>
          <a:lstStyle/>
          <a:p>
            <a:endParaRPr lang="zh-CN" altLang="en-US" sz="2000"/>
          </a:p>
        </p:txBody>
      </p:sp>
      <p:sp>
        <p:nvSpPr>
          <p:cNvPr id="42" name="key-memory-action-token-4">
            <a:extLst>
              <a:ext uri="{FF2B5EF4-FFF2-40B4-BE49-F238E27FC236}">
                <a16:creationId xmlns:a16="http://schemas.microsoft.com/office/drawing/2014/main" id="{101F48AA-B5D2-4979-A9FC-DBBFFF70C7F7}"/>
              </a:ext>
            </a:extLst>
          </p:cNvPr>
          <p:cNvSpPr>
            <a:spLocks noGrp="1"/>
          </p:cNvSpPr>
          <p:nvPr/>
        </p:nvSpPr>
        <p:spPr>
          <a:xfrm>
            <a:off x="8755380" y="2091690"/>
            <a:ext cx="137160" cy="76200"/>
          </a:xfrm>
          <a:prstGeom prst="roundRect">
            <a:avLst>
              <a:gd name="adj" fmla="val 10000"/>
            </a:avLst>
          </a:prstGeom>
          <a:solidFill>
            <a:srgbClr val="93B4A6"/>
          </a:solidFill>
          <a:ln w="0">
            <a:noFill/>
          </a:ln>
        </p:spPr>
        <p:txBody>
          <a:bodyPr/>
          <a:lstStyle/>
          <a:p>
            <a:endParaRPr lang="zh-CN" altLang="en-US" sz="2000"/>
          </a:p>
        </p:txBody>
      </p:sp>
      <p:sp>
        <p:nvSpPr>
          <p:cNvPr id="43" name="key-memory-action-token-5">
            <a:extLst>
              <a:ext uri="{FF2B5EF4-FFF2-40B4-BE49-F238E27FC236}">
                <a16:creationId xmlns:a16="http://schemas.microsoft.com/office/drawing/2014/main" id="{56AF946B-E749-485E-A91B-5F216BFB7F4C}"/>
              </a:ext>
            </a:extLst>
          </p:cNvPr>
          <p:cNvSpPr>
            <a:spLocks noGrp="1"/>
          </p:cNvSpPr>
          <p:nvPr/>
        </p:nvSpPr>
        <p:spPr>
          <a:xfrm>
            <a:off x="8930640" y="2091690"/>
            <a:ext cx="137160" cy="76200"/>
          </a:xfrm>
          <a:prstGeom prst="roundRect">
            <a:avLst>
              <a:gd name="adj" fmla="val 10000"/>
            </a:avLst>
          </a:prstGeom>
          <a:solidFill>
            <a:srgbClr val="93B4A6"/>
          </a:solidFill>
          <a:ln w="0">
            <a:noFill/>
          </a:ln>
        </p:spPr>
        <p:txBody>
          <a:bodyPr/>
          <a:lstStyle/>
          <a:p>
            <a:endParaRPr lang="zh-CN" altLang="en-US" sz="2000"/>
          </a:p>
        </p:txBody>
      </p:sp>
      <p:sp>
        <p:nvSpPr>
          <p:cNvPr id="44" name="key-memory-action-token-6">
            <a:extLst>
              <a:ext uri="{FF2B5EF4-FFF2-40B4-BE49-F238E27FC236}">
                <a16:creationId xmlns:a16="http://schemas.microsoft.com/office/drawing/2014/main" id="{A9CA87C8-BF88-4FED-A112-861B9DB05414}"/>
              </a:ext>
            </a:extLst>
          </p:cNvPr>
          <p:cNvSpPr>
            <a:spLocks noGrp="1"/>
          </p:cNvSpPr>
          <p:nvPr/>
        </p:nvSpPr>
        <p:spPr>
          <a:xfrm>
            <a:off x="9105900" y="2091690"/>
            <a:ext cx="137160" cy="76200"/>
          </a:xfrm>
          <a:prstGeom prst="roundRect">
            <a:avLst>
              <a:gd name="adj" fmla="val 10000"/>
            </a:avLst>
          </a:prstGeom>
          <a:solidFill>
            <a:srgbClr val="93B4A6"/>
          </a:solidFill>
          <a:ln w="0">
            <a:noFill/>
          </a:ln>
        </p:spPr>
        <p:txBody>
          <a:bodyPr/>
          <a:lstStyle/>
          <a:p>
            <a:endParaRPr lang="zh-CN" altLang="en-US" sz="2000"/>
          </a:p>
        </p:txBody>
      </p:sp>
      <p:sp>
        <p:nvSpPr>
          <p:cNvPr id="45" name="key-memory-action-token-7">
            <a:extLst>
              <a:ext uri="{FF2B5EF4-FFF2-40B4-BE49-F238E27FC236}">
                <a16:creationId xmlns:a16="http://schemas.microsoft.com/office/drawing/2014/main" id="{9C87E100-9150-4C23-9ACB-6EE2FBE555B1}"/>
              </a:ext>
            </a:extLst>
          </p:cNvPr>
          <p:cNvSpPr>
            <a:spLocks noGrp="1"/>
          </p:cNvSpPr>
          <p:nvPr/>
        </p:nvSpPr>
        <p:spPr>
          <a:xfrm>
            <a:off x="9281160" y="2091690"/>
            <a:ext cx="137160" cy="76200"/>
          </a:xfrm>
          <a:prstGeom prst="roundRect">
            <a:avLst>
              <a:gd name="adj" fmla="val 10000"/>
            </a:avLst>
          </a:prstGeom>
          <a:solidFill>
            <a:srgbClr val="93B4A6"/>
          </a:solidFill>
          <a:ln w="0">
            <a:noFill/>
          </a:ln>
        </p:spPr>
        <p:txBody>
          <a:bodyPr/>
          <a:lstStyle/>
          <a:p>
            <a:endParaRPr lang="zh-CN" altLang="en-US" sz="2000"/>
          </a:p>
        </p:txBody>
      </p:sp>
      <p:pic>
        <p:nvPicPr>
          <p:cNvPr id="521" name="图形 520"/>
          <p:cNvPicPr>
            <a:picLocks noChangeAspect="1"/>
          </p:cNvPicPr>
          <p:nvPr/>
        </p:nvPicPr>
        <p:blipFill>
          <a:blip r:embed="rId9">
            <a:extLst>
              <a:ext uri="{96DAC541-7B7A-43D3-8B79-37D633B846F1}">
                <asvg:svgBlip xmlns:asvg="http://schemas.microsoft.com/office/drawing/2016/SVG/main" r:embed="rId10"/>
              </a:ext>
            </a:extLst>
          </a:blip>
          <a:stretch/>
        </p:blipFill>
        <p:spPr>
          <a:xfrm>
            <a:off x="6392323" y="2275999"/>
            <a:ext cx="146495" cy="134303"/>
          </a:xfrm>
          <a:prstGeom prst="rect">
            <a:avLst/>
          </a:prstGeom>
        </p:spPr>
      </p:pic>
      <p:sp>
        <p:nvSpPr>
          <p:cNvPr id="47" name="value-memory-world-top">
            <a:extLst>
              <a:ext uri="{FF2B5EF4-FFF2-40B4-BE49-F238E27FC236}">
                <a16:creationId xmlns:a16="http://schemas.microsoft.com/office/drawing/2014/main" id="{6EF6DD28-613C-4C7D-B1F1-AB6A011F1B62}"/>
              </a:ext>
            </a:extLst>
          </p:cNvPr>
          <p:cNvSpPr>
            <a:spLocks noGrp="1"/>
          </p:cNvSpPr>
          <p:nvPr/>
        </p:nvSpPr>
        <p:spPr>
          <a:xfrm>
            <a:off x="6644640" y="2244090"/>
            <a:ext cx="1318260" cy="30480"/>
          </a:xfrm>
          <a:custGeom>
            <a:avLst/>
            <a:gdLst/>
            <a:ahLst/>
            <a:cxnLst/>
            <a:rect l="0" t="0" r="0" b="0"/>
            <a:pathLst>
              <a:path w="1647825" h="38100">
                <a:moveTo>
                  <a:pt x="0" y="38100"/>
                </a:moveTo>
                <a:lnTo>
                  <a:pt x="38100" y="0"/>
                </a:lnTo>
                <a:lnTo>
                  <a:pt x="1647825" y="0"/>
                </a:lnTo>
                <a:lnTo>
                  <a:pt x="1609725" y="38100"/>
                </a:lnTo>
                <a:close/>
              </a:path>
            </a:pathLst>
          </a:custGeom>
          <a:solidFill>
            <a:srgbClr val="F9FAFD"/>
          </a:solidFill>
          <a:ln w="11430">
            <a:solidFill>
              <a:srgbClr val="63788A"/>
            </a:solidFill>
          </a:ln>
        </p:spPr>
        <p:txBody>
          <a:bodyPr/>
          <a:lstStyle/>
          <a:p>
            <a:endParaRPr lang="zh-CN" altLang="en-US" sz="2000"/>
          </a:p>
        </p:txBody>
      </p:sp>
      <p:sp>
        <p:nvSpPr>
          <p:cNvPr id="48" name="value-memory-world-side">
            <a:extLst>
              <a:ext uri="{FF2B5EF4-FFF2-40B4-BE49-F238E27FC236}">
                <a16:creationId xmlns:a16="http://schemas.microsoft.com/office/drawing/2014/main" id="{06451043-7EF6-44BF-BFBD-7ABB38A28EC1}"/>
              </a:ext>
            </a:extLst>
          </p:cNvPr>
          <p:cNvSpPr>
            <a:spLocks noGrp="1"/>
          </p:cNvSpPr>
          <p:nvPr/>
        </p:nvSpPr>
        <p:spPr>
          <a:xfrm>
            <a:off x="7932420" y="2244090"/>
            <a:ext cx="30480" cy="167640"/>
          </a:xfrm>
          <a:custGeom>
            <a:avLst/>
            <a:gdLst/>
            <a:ahLst/>
            <a:cxnLst/>
            <a:rect l="0" t="0" r="0" b="0"/>
            <a:pathLst>
              <a:path w="38100" h="209550">
                <a:moveTo>
                  <a:pt x="0" y="38100"/>
                </a:moveTo>
                <a:lnTo>
                  <a:pt x="38100" y="0"/>
                </a:lnTo>
                <a:lnTo>
                  <a:pt x="38100" y="171450"/>
                </a:lnTo>
                <a:lnTo>
                  <a:pt x="0" y="209550"/>
                </a:lnTo>
                <a:close/>
              </a:path>
            </a:pathLst>
          </a:custGeom>
          <a:solidFill>
            <a:srgbClr val="C5D1DD"/>
          </a:solidFill>
          <a:ln w="11430">
            <a:solidFill>
              <a:srgbClr val="63788A"/>
            </a:solidFill>
          </a:ln>
        </p:spPr>
        <p:txBody>
          <a:bodyPr/>
          <a:lstStyle/>
          <a:p>
            <a:endParaRPr lang="zh-CN" altLang="en-US" sz="2000"/>
          </a:p>
        </p:txBody>
      </p:sp>
      <p:sp>
        <p:nvSpPr>
          <p:cNvPr id="49" name="value-memory-world-front">
            <a:extLst>
              <a:ext uri="{FF2B5EF4-FFF2-40B4-BE49-F238E27FC236}">
                <a16:creationId xmlns:a16="http://schemas.microsoft.com/office/drawing/2014/main" id="{276C933D-F082-42A4-8B72-99FE40668B2A}"/>
              </a:ext>
            </a:extLst>
          </p:cNvPr>
          <p:cNvSpPr>
            <a:spLocks noGrp="1"/>
          </p:cNvSpPr>
          <p:nvPr/>
        </p:nvSpPr>
        <p:spPr>
          <a:xfrm>
            <a:off x="6644640" y="2274570"/>
            <a:ext cx="1287780" cy="137160"/>
          </a:xfrm>
          <a:prstGeom prst="rect">
            <a:avLst/>
          </a:prstGeom>
          <a:solidFill>
            <a:srgbClr val="E4EBF2"/>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50" name="value-memory-action-top">
            <a:extLst>
              <a:ext uri="{FF2B5EF4-FFF2-40B4-BE49-F238E27FC236}">
                <a16:creationId xmlns:a16="http://schemas.microsoft.com/office/drawing/2014/main" id="{D18EF014-2934-4818-A125-BA008317CCED}"/>
              </a:ext>
            </a:extLst>
          </p:cNvPr>
          <p:cNvSpPr>
            <a:spLocks noGrp="1"/>
          </p:cNvSpPr>
          <p:nvPr/>
        </p:nvSpPr>
        <p:spPr>
          <a:xfrm>
            <a:off x="8016240" y="2244090"/>
            <a:ext cx="1493520" cy="30480"/>
          </a:xfrm>
          <a:custGeom>
            <a:avLst/>
            <a:gdLst/>
            <a:ahLst/>
            <a:cxnLst/>
            <a:rect l="0" t="0" r="0" b="0"/>
            <a:pathLst>
              <a:path w="1866900" h="38100">
                <a:moveTo>
                  <a:pt x="0" y="38100"/>
                </a:moveTo>
                <a:lnTo>
                  <a:pt x="38100" y="0"/>
                </a:lnTo>
                <a:lnTo>
                  <a:pt x="1866900" y="0"/>
                </a:lnTo>
                <a:lnTo>
                  <a:pt x="1828800" y="38100"/>
                </a:lnTo>
                <a:close/>
              </a:path>
            </a:pathLst>
          </a:custGeom>
          <a:solidFill>
            <a:srgbClr val="F9FAFD"/>
          </a:solidFill>
          <a:ln w="11430">
            <a:solidFill>
              <a:srgbClr val="63788A"/>
            </a:solidFill>
          </a:ln>
        </p:spPr>
        <p:txBody>
          <a:bodyPr/>
          <a:lstStyle/>
          <a:p>
            <a:endParaRPr lang="zh-CN" altLang="en-US" sz="2000"/>
          </a:p>
        </p:txBody>
      </p:sp>
      <p:sp>
        <p:nvSpPr>
          <p:cNvPr id="51" name="value-memory-action-side">
            <a:extLst>
              <a:ext uri="{FF2B5EF4-FFF2-40B4-BE49-F238E27FC236}">
                <a16:creationId xmlns:a16="http://schemas.microsoft.com/office/drawing/2014/main" id="{84CA9B45-60A1-4B01-8269-FBF0F16A0D40}"/>
              </a:ext>
            </a:extLst>
          </p:cNvPr>
          <p:cNvSpPr>
            <a:spLocks noGrp="1"/>
          </p:cNvSpPr>
          <p:nvPr/>
        </p:nvSpPr>
        <p:spPr>
          <a:xfrm>
            <a:off x="9479280" y="2244090"/>
            <a:ext cx="30480" cy="167640"/>
          </a:xfrm>
          <a:custGeom>
            <a:avLst/>
            <a:gdLst/>
            <a:ahLst/>
            <a:cxnLst/>
            <a:rect l="0" t="0" r="0" b="0"/>
            <a:pathLst>
              <a:path w="38100" h="209550">
                <a:moveTo>
                  <a:pt x="0" y="38100"/>
                </a:moveTo>
                <a:lnTo>
                  <a:pt x="38100" y="0"/>
                </a:lnTo>
                <a:lnTo>
                  <a:pt x="38100" y="171450"/>
                </a:lnTo>
                <a:lnTo>
                  <a:pt x="0" y="209550"/>
                </a:lnTo>
                <a:close/>
              </a:path>
            </a:pathLst>
          </a:custGeom>
          <a:solidFill>
            <a:srgbClr val="C2D2C9"/>
          </a:solidFill>
          <a:ln w="11430">
            <a:solidFill>
              <a:srgbClr val="63788A"/>
            </a:solidFill>
          </a:ln>
        </p:spPr>
        <p:txBody>
          <a:bodyPr/>
          <a:lstStyle/>
          <a:p>
            <a:endParaRPr lang="zh-CN" altLang="en-US" sz="2000"/>
          </a:p>
        </p:txBody>
      </p:sp>
      <p:sp>
        <p:nvSpPr>
          <p:cNvPr id="52" name="value-memory-action-front">
            <a:extLst>
              <a:ext uri="{FF2B5EF4-FFF2-40B4-BE49-F238E27FC236}">
                <a16:creationId xmlns:a16="http://schemas.microsoft.com/office/drawing/2014/main" id="{A2CD90F6-B687-4149-916C-61A6DC58A6B9}"/>
              </a:ext>
            </a:extLst>
          </p:cNvPr>
          <p:cNvSpPr>
            <a:spLocks noGrp="1"/>
          </p:cNvSpPr>
          <p:nvPr/>
        </p:nvSpPr>
        <p:spPr>
          <a:xfrm>
            <a:off x="8016240" y="2274570"/>
            <a:ext cx="1463040" cy="137160"/>
          </a:xfrm>
          <a:prstGeom prst="rect">
            <a:avLst/>
          </a:prstGeom>
          <a:solidFill>
            <a:srgbClr val="E2EBE6"/>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53" name="value-memory-world-token-0">
            <a:extLst>
              <a:ext uri="{FF2B5EF4-FFF2-40B4-BE49-F238E27FC236}">
                <a16:creationId xmlns:a16="http://schemas.microsoft.com/office/drawing/2014/main" id="{A4B877FB-FA29-4538-8106-B13871F97F2C}"/>
              </a:ext>
            </a:extLst>
          </p:cNvPr>
          <p:cNvSpPr>
            <a:spLocks noGrp="1"/>
          </p:cNvSpPr>
          <p:nvPr/>
        </p:nvSpPr>
        <p:spPr>
          <a:xfrm>
            <a:off x="6682740" y="2305050"/>
            <a:ext cx="137160" cy="76200"/>
          </a:xfrm>
          <a:prstGeom prst="roundRect">
            <a:avLst>
              <a:gd name="adj" fmla="val 10000"/>
            </a:avLst>
          </a:prstGeom>
          <a:solidFill>
            <a:srgbClr val="C0CFC7"/>
          </a:solidFill>
          <a:ln w="0">
            <a:noFill/>
          </a:ln>
        </p:spPr>
        <p:txBody>
          <a:bodyPr/>
          <a:lstStyle/>
          <a:p>
            <a:endParaRPr lang="zh-CN" altLang="en-US" sz="2000"/>
          </a:p>
        </p:txBody>
      </p:sp>
      <p:sp>
        <p:nvSpPr>
          <p:cNvPr id="54" name="value-memory-world-token-1">
            <a:extLst>
              <a:ext uri="{FF2B5EF4-FFF2-40B4-BE49-F238E27FC236}">
                <a16:creationId xmlns:a16="http://schemas.microsoft.com/office/drawing/2014/main" id="{53D9A00F-2E6E-4F77-9133-D983617058C4}"/>
              </a:ext>
            </a:extLst>
          </p:cNvPr>
          <p:cNvSpPr>
            <a:spLocks noGrp="1"/>
          </p:cNvSpPr>
          <p:nvPr/>
        </p:nvSpPr>
        <p:spPr>
          <a:xfrm>
            <a:off x="6858000" y="2305050"/>
            <a:ext cx="137160" cy="76200"/>
          </a:xfrm>
          <a:prstGeom prst="roundRect">
            <a:avLst>
              <a:gd name="adj" fmla="val 10000"/>
            </a:avLst>
          </a:prstGeom>
          <a:solidFill>
            <a:srgbClr val="94AEC4"/>
          </a:solidFill>
          <a:ln w="0">
            <a:noFill/>
          </a:ln>
        </p:spPr>
        <p:txBody>
          <a:bodyPr/>
          <a:lstStyle/>
          <a:p>
            <a:endParaRPr lang="zh-CN" altLang="en-US" sz="2000"/>
          </a:p>
        </p:txBody>
      </p:sp>
      <p:sp>
        <p:nvSpPr>
          <p:cNvPr id="55" name="value-memory-world-token-2">
            <a:extLst>
              <a:ext uri="{FF2B5EF4-FFF2-40B4-BE49-F238E27FC236}">
                <a16:creationId xmlns:a16="http://schemas.microsoft.com/office/drawing/2014/main" id="{737596D2-7620-4A0F-B84E-A8D21A3DB8DD}"/>
              </a:ext>
            </a:extLst>
          </p:cNvPr>
          <p:cNvSpPr>
            <a:spLocks noGrp="1"/>
          </p:cNvSpPr>
          <p:nvPr/>
        </p:nvSpPr>
        <p:spPr>
          <a:xfrm>
            <a:off x="7033260" y="2305050"/>
            <a:ext cx="137160" cy="76200"/>
          </a:xfrm>
          <a:prstGeom prst="roundRect">
            <a:avLst>
              <a:gd name="adj" fmla="val 10000"/>
            </a:avLst>
          </a:prstGeom>
          <a:solidFill>
            <a:srgbClr val="B8CADD"/>
          </a:solidFill>
          <a:ln w="0">
            <a:noFill/>
          </a:ln>
        </p:spPr>
        <p:txBody>
          <a:bodyPr/>
          <a:lstStyle/>
          <a:p>
            <a:endParaRPr lang="zh-CN" altLang="en-US" sz="2000"/>
          </a:p>
        </p:txBody>
      </p:sp>
      <p:sp>
        <p:nvSpPr>
          <p:cNvPr id="56" name="value-memory-world-token-3">
            <a:extLst>
              <a:ext uri="{FF2B5EF4-FFF2-40B4-BE49-F238E27FC236}">
                <a16:creationId xmlns:a16="http://schemas.microsoft.com/office/drawing/2014/main" id="{D593C2B3-A342-439E-AA9F-ED9D0743A06E}"/>
              </a:ext>
            </a:extLst>
          </p:cNvPr>
          <p:cNvSpPr>
            <a:spLocks noGrp="1"/>
          </p:cNvSpPr>
          <p:nvPr/>
        </p:nvSpPr>
        <p:spPr>
          <a:xfrm>
            <a:off x="7208520" y="2305050"/>
            <a:ext cx="137160" cy="76200"/>
          </a:xfrm>
          <a:prstGeom prst="roundRect">
            <a:avLst>
              <a:gd name="adj" fmla="val 10000"/>
            </a:avLst>
          </a:prstGeom>
          <a:solidFill>
            <a:srgbClr val="94AEC4"/>
          </a:solidFill>
          <a:ln w="0">
            <a:noFill/>
          </a:ln>
        </p:spPr>
        <p:txBody>
          <a:bodyPr/>
          <a:lstStyle/>
          <a:p>
            <a:endParaRPr lang="zh-CN" altLang="en-US" sz="2000"/>
          </a:p>
        </p:txBody>
      </p:sp>
      <p:sp>
        <p:nvSpPr>
          <p:cNvPr id="57" name="value-memory-world-token-4">
            <a:extLst>
              <a:ext uri="{FF2B5EF4-FFF2-40B4-BE49-F238E27FC236}">
                <a16:creationId xmlns:a16="http://schemas.microsoft.com/office/drawing/2014/main" id="{675ECD5E-B14D-4617-A3DD-7A133826C3EB}"/>
              </a:ext>
            </a:extLst>
          </p:cNvPr>
          <p:cNvSpPr>
            <a:spLocks noGrp="1"/>
          </p:cNvSpPr>
          <p:nvPr/>
        </p:nvSpPr>
        <p:spPr>
          <a:xfrm>
            <a:off x="7383780" y="2305050"/>
            <a:ext cx="137160" cy="76200"/>
          </a:xfrm>
          <a:prstGeom prst="roundRect">
            <a:avLst>
              <a:gd name="adj" fmla="val 10000"/>
            </a:avLst>
          </a:prstGeom>
          <a:solidFill>
            <a:srgbClr val="B8CADD"/>
          </a:solidFill>
          <a:ln w="0">
            <a:noFill/>
          </a:ln>
        </p:spPr>
        <p:txBody>
          <a:bodyPr/>
          <a:lstStyle/>
          <a:p>
            <a:endParaRPr lang="zh-CN" altLang="en-US" sz="2000"/>
          </a:p>
        </p:txBody>
      </p:sp>
      <p:sp>
        <p:nvSpPr>
          <p:cNvPr id="58" name="value-memory-world-token-5">
            <a:extLst>
              <a:ext uri="{FF2B5EF4-FFF2-40B4-BE49-F238E27FC236}">
                <a16:creationId xmlns:a16="http://schemas.microsoft.com/office/drawing/2014/main" id="{F070ADCB-84E5-47FA-8B8A-D0E64B6303F4}"/>
              </a:ext>
            </a:extLst>
          </p:cNvPr>
          <p:cNvSpPr>
            <a:spLocks noGrp="1"/>
          </p:cNvSpPr>
          <p:nvPr/>
        </p:nvSpPr>
        <p:spPr>
          <a:xfrm>
            <a:off x="7559040" y="2305050"/>
            <a:ext cx="137160" cy="76200"/>
          </a:xfrm>
          <a:prstGeom prst="roundRect">
            <a:avLst>
              <a:gd name="adj" fmla="val 10000"/>
            </a:avLst>
          </a:prstGeom>
          <a:solidFill>
            <a:srgbClr val="94AEC4"/>
          </a:solidFill>
          <a:ln w="0">
            <a:noFill/>
          </a:ln>
        </p:spPr>
        <p:txBody>
          <a:bodyPr/>
          <a:lstStyle/>
          <a:p>
            <a:endParaRPr lang="zh-CN" altLang="en-US" sz="2000"/>
          </a:p>
        </p:txBody>
      </p:sp>
      <p:sp>
        <p:nvSpPr>
          <p:cNvPr id="59" name="value-memory-world-token-6">
            <a:extLst>
              <a:ext uri="{FF2B5EF4-FFF2-40B4-BE49-F238E27FC236}">
                <a16:creationId xmlns:a16="http://schemas.microsoft.com/office/drawing/2014/main" id="{99C593DF-1E51-4ED3-A4C0-1CF41762425B}"/>
              </a:ext>
            </a:extLst>
          </p:cNvPr>
          <p:cNvSpPr>
            <a:spLocks noGrp="1"/>
          </p:cNvSpPr>
          <p:nvPr/>
        </p:nvSpPr>
        <p:spPr>
          <a:xfrm>
            <a:off x="7734300" y="2305050"/>
            <a:ext cx="137160" cy="76200"/>
          </a:xfrm>
          <a:prstGeom prst="roundRect">
            <a:avLst>
              <a:gd name="adj" fmla="val 10000"/>
            </a:avLst>
          </a:prstGeom>
          <a:solidFill>
            <a:srgbClr val="B8CADD"/>
          </a:solidFill>
          <a:ln w="0">
            <a:noFill/>
          </a:ln>
        </p:spPr>
        <p:txBody>
          <a:bodyPr/>
          <a:lstStyle/>
          <a:p>
            <a:endParaRPr lang="zh-CN" altLang="en-US" sz="2000"/>
          </a:p>
        </p:txBody>
      </p:sp>
      <p:sp>
        <p:nvSpPr>
          <p:cNvPr id="60" name="value-memory-action-token-0">
            <a:extLst>
              <a:ext uri="{FF2B5EF4-FFF2-40B4-BE49-F238E27FC236}">
                <a16:creationId xmlns:a16="http://schemas.microsoft.com/office/drawing/2014/main" id="{22411FFB-A3FE-4167-97F7-7CD8126F9685}"/>
              </a:ext>
            </a:extLst>
          </p:cNvPr>
          <p:cNvSpPr>
            <a:spLocks noGrp="1"/>
          </p:cNvSpPr>
          <p:nvPr/>
        </p:nvSpPr>
        <p:spPr>
          <a:xfrm>
            <a:off x="8054340" y="2305050"/>
            <a:ext cx="137160" cy="76200"/>
          </a:xfrm>
          <a:prstGeom prst="roundRect">
            <a:avLst>
              <a:gd name="adj" fmla="val 10000"/>
            </a:avLst>
          </a:prstGeom>
          <a:solidFill>
            <a:srgbClr val="C0CFC7"/>
          </a:solidFill>
          <a:ln w="0">
            <a:noFill/>
          </a:ln>
        </p:spPr>
        <p:txBody>
          <a:bodyPr/>
          <a:lstStyle/>
          <a:p>
            <a:endParaRPr lang="zh-CN" altLang="en-US" sz="2000"/>
          </a:p>
        </p:txBody>
      </p:sp>
      <p:sp>
        <p:nvSpPr>
          <p:cNvPr id="61" name="value-memory-action-token-1">
            <a:extLst>
              <a:ext uri="{FF2B5EF4-FFF2-40B4-BE49-F238E27FC236}">
                <a16:creationId xmlns:a16="http://schemas.microsoft.com/office/drawing/2014/main" id="{5FACA9F0-F6D3-4058-BC53-5EF3319860B3}"/>
              </a:ext>
            </a:extLst>
          </p:cNvPr>
          <p:cNvSpPr>
            <a:spLocks noGrp="1"/>
          </p:cNvSpPr>
          <p:nvPr/>
        </p:nvSpPr>
        <p:spPr>
          <a:xfrm>
            <a:off x="8229600" y="2305050"/>
            <a:ext cx="137160" cy="76200"/>
          </a:xfrm>
          <a:prstGeom prst="roundRect">
            <a:avLst>
              <a:gd name="adj" fmla="val 10000"/>
            </a:avLst>
          </a:prstGeom>
          <a:solidFill>
            <a:srgbClr val="AEC4D7"/>
          </a:solidFill>
          <a:ln w="0">
            <a:noFill/>
          </a:ln>
        </p:spPr>
        <p:txBody>
          <a:bodyPr/>
          <a:lstStyle/>
          <a:p>
            <a:endParaRPr lang="zh-CN" altLang="en-US" sz="2000"/>
          </a:p>
        </p:txBody>
      </p:sp>
      <p:sp>
        <p:nvSpPr>
          <p:cNvPr id="62" name="value-memory-action-token-2">
            <a:extLst>
              <a:ext uri="{FF2B5EF4-FFF2-40B4-BE49-F238E27FC236}">
                <a16:creationId xmlns:a16="http://schemas.microsoft.com/office/drawing/2014/main" id="{7F636BE8-3782-4E56-98C3-4785637E8864}"/>
              </a:ext>
            </a:extLst>
          </p:cNvPr>
          <p:cNvSpPr>
            <a:spLocks noGrp="1"/>
          </p:cNvSpPr>
          <p:nvPr/>
        </p:nvSpPr>
        <p:spPr>
          <a:xfrm>
            <a:off x="8404860" y="2305050"/>
            <a:ext cx="137160" cy="76200"/>
          </a:xfrm>
          <a:prstGeom prst="roundRect">
            <a:avLst>
              <a:gd name="adj" fmla="val 10000"/>
            </a:avLst>
          </a:prstGeom>
          <a:solidFill>
            <a:srgbClr val="AEC4D7"/>
          </a:solidFill>
          <a:ln w="0">
            <a:noFill/>
          </a:ln>
        </p:spPr>
        <p:txBody>
          <a:bodyPr/>
          <a:lstStyle/>
          <a:p>
            <a:endParaRPr lang="zh-CN" altLang="en-US" sz="2000"/>
          </a:p>
        </p:txBody>
      </p:sp>
      <p:sp>
        <p:nvSpPr>
          <p:cNvPr id="63" name="value-memory-action-token-3">
            <a:extLst>
              <a:ext uri="{FF2B5EF4-FFF2-40B4-BE49-F238E27FC236}">
                <a16:creationId xmlns:a16="http://schemas.microsoft.com/office/drawing/2014/main" id="{ABDF167F-D542-42C0-BB27-D66D548E7B08}"/>
              </a:ext>
            </a:extLst>
          </p:cNvPr>
          <p:cNvSpPr>
            <a:spLocks noGrp="1"/>
          </p:cNvSpPr>
          <p:nvPr/>
        </p:nvSpPr>
        <p:spPr>
          <a:xfrm>
            <a:off x="8580120" y="2305050"/>
            <a:ext cx="137160" cy="76200"/>
          </a:xfrm>
          <a:prstGeom prst="roundRect">
            <a:avLst>
              <a:gd name="adj" fmla="val 10000"/>
            </a:avLst>
          </a:prstGeom>
          <a:solidFill>
            <a:srgbClr val="AEC4D7"/>
          </a:solidFill>
          <a:ln w="0">
            <a:noFill/>
          </a:ln>
        </p:spPr>
        <p:txBody>
          <a:bodyPr/>
          <a:lstStyle/>
          <a:p>
            <a:endParaRPr lang="zh-CN" altLang="en-US" sz="2000"/>
          </a:p>
        </p:txBody>
      </p:sp>
      <p:sp>
        <p:nvSpPr>
          <p:cNvPr id="64" name="value-memory-action-token-4">
            <a:extLst>
              <a:ext uri="{FF2B5EF4-FFF2-40B4-BE49-F238E27FC236}">
                <a16:creationId xmlns:a16="http://schemas.microsoft.com/office/drawing/2014/main" id="{90930E5A-3A7E-47DB-BC9A-1D375CFEC7DD}"/>
              </a:ext>
            </a:extLst>
          </p:cNvPr>
          <p:cNvSpPr>
            <a:spLocks noGrp="1"/>
          </p:cNvSpPr>
          <p:nvPr/>
        </p:nvSpPr>
        <p:spPr>
          <a:xfrm>
            <a:off x="8755380" y="2305050"/>
            <a:ext cx="137160" cy="76200"/>
          </a:xfrm>
          <a:prstGeom prst="roundRect">
            <a:avLst>
              <a:gd name="adj" fmla="val 10000"/>
            </a:avLst>
          </a:prstGeom>
          <a:solidFill>
            <a:srgbClr val="93B4A6"/>
          </a:solidFill>
          <a:ln w="0">
            <a:noFill/>
          </a:ln>
        </p:spPr>
        <p:txBody>
          <a:bodyPr/>
          <a:lstStyle/>
          <a:p>
            <a:endParaRPr lang="zh-CN" altLang="en-US" sz="2000"/>
          </a:p>
        </p:txBody>
      </p:sp>
      <p:sp>
        <p:nvSpPr>
          <p:cNvPr id="65" name="value-memory-action-token-5">
            <a:extLst>
              <a:ext uri="{FF2B5EF4-FFF2-40B4-BE49-F238E27FC236}">
                <a16:creationId xmlns:a16="http://schemas.microsoft.com/office/drawing/2014/main" id="{9FA4FB3C-5DAA-4F61-8C2A-519BD55AE514}"/>
              </a:ext>
            </a:extLst>
          </p:cNvPr>
          <p:cNvSpPr>
            <a:spLocks noGrp="1"/>
          </p:cNvSpPr>
          <p:nvPr/>
        </p:nvSpPr>
        <p:spPr>
          <a:xfrm>
            <a:off x="8930640" y="2305050"/>
            <a:ext cx="137160" cy="76200"/>
          </a:xfrm>
          <a:prstGeom prst="roundRect">
            <a:avLst>
              <a:gd name="adj" fmla="val 10000"/>
            </a:avLst>
          </a:prstGeom>
          <a:solidFill>
            <a:srgbClr val="93B4A6"/>
          </a:solidFill>
          <a:ln w="0">
            <a:noFill/>
          </a:ln>
        </p:spPr>
        <p:txBody>
          <a:bodyPr/>
          <a:lstStyle/>
          <a:p>
            <a:endParaRPr lang="zh-CN" altLang="en-US" sz="2000"/>
          </a:p>
        </p:txBody>
      </p:sp>
      <p:sp>
        <p:nvSpPr>
          <p:cNvPr id="66" name="value-memory-action-token-6">
            <a:extLst>
              <a:ext uri="{FF2B5EF4-FFF2-40B4-BE49-F238E27FC236}">
                <a16:creationId xmlns:a16="http://schemas.microsoft.com/office/drawing/2014/main" id="{B954970E-E589-4EB1-B0EE-5863520D656C}"/>
              </a:ext>
            </a:extLst>
          </p:cNvPr>
          <p:cNvSpPr>
            <a:spLocks noGrp="1"/>
          </p:cNvSpPr>
          <p:nvPr/>
        </p:nvSpPr>
        <p:spPr>
          <a:xfrm>
            <a:off x="9105900" y="2305050"/>
            <a:ext cx="137160" cy="76200"/>
          </a:xfrm>
          <a:prstGeom prst="roundRect">
            <a:avLst>
              <a:gd name="adj" fmla="val 10000"/>
            </a:avLst>
          </a:prstGeom>
          <a:solidFill>
            <a:srgbClr val="93B4A6"/>
          </a:solidFill>
          <a:ln w="0">
            <a:noFill/>
          </a:ln>
        </p:spPr>
        <p:txBody>
          <a:bodyPr/>
          <a:lstStyle/>
          <a:p>
            <a:endParaRPr lang="zh-CN" altLang="en-US" sz="2000"/>
          </a:p>
        </p:txBody>
      </p:sp>
      <p:sp>
        <p:nvSpPr>
          <p:cNvPr id="67" name="value-memory-action-token-7">
            <a:extLst>
              <a:ext uri="{FF2B5EF4-FFF2-40B4-BE49-F238E27FC236}">
                <a16:creationId xmlns:a16="http://schemas.microsoft.com/office/drawing/2014/main" id="{C0984E6F-453F-4BAD-B815-E8EE91438794}"/>
              </a:ext>
            </a:extLst>
          </p:cNvPr>
          <p:cNvSpPr>
            <a:spLocks noGrp="1"/>
          </p:cNvSpPr>
          <p:nvPr/>
        </p:nvSpPr>
        <p:spPr>
          <a:xfrm>
            <a:off x="9281160" y="2305050"/>
            <a:ext cx="137160" cy="76200"/>
          </a:xfrm>
          <a:prstGeom prst="roundRect">
            <a:avLst>
              <a:gd name="adj" fmla="val 10000"/>
            </a:avLst>
          </a:prstGeom>
          <a:solidFill>
            <a:srgbClr val="93B4A6"/>
          </a:solidFill>
          <a:ln w="0">
            <a:noFill/>
          </a:ln>
        </p:spPr>
        <p:txBody>
          <a:bodyPr/>
          <a:lstStyle/>
          <a:p>
            <a:endParaRPr lang="zh-CN" altLang="en-US" sz="2000"/>
          </a:p>
        </p:txBody>
      </p:sp>
      <p:sp>
        <p:nvSpPr>
          <p:cNvPr id="68" name="video-source-title">
            <a:extLst>
              <a:ext uri="{FF2B5EF4-FFF2-40B4-BE49-F238E27FC236}">
                <a16:creationId xmlns:a16="http://schemas.microsoft.com/office/drawing/2014/main" id="{1C7C423D-F320-4C3C-85E8-D81DB448227E}"/>
              </a:ext>
            </a:extLst>
          </p:cNvPr>
          <p:cNvSpPr>
            <a:spLocks noGrp="1"/>
          </p:cNvSpPr>
          <p:nvPr/>
        </p:nvSpPr>
        <p:spPr>
          <a:xfrm>
            <a:off x="228600" y="1014504"/>
            <a:ext cx="1752600" cy="259080"/>
          </a:xfrm>
          <a:prstGeom prst="rect">
            <a:avLst/>
          </a:prstGeom>
          <a:noFill/>
          <a:ln w="0">
            <a:noFill/>
          </a:ln>
        </p:spPr>
        <p:txBody>
          <a:bodyPr wrap="none" lIns="0" tIns="0" rIns="0" bIns="0" anchor="ctr">
            <a:noAutofit/>
          </a:bodyPr>
          <a:lstStyle/>
          <a:p>
            <a:pPr algn="ctr">
              <a:defRPr sz="1380" i="0">
                <a:solidFill>
                  <a:srgbClr val="202B33"/>
                </a:solidFill>
                <a:latin typeface="Toppan Bunkyu Mincho Regular"/>
                <a:ea typeface="Toppan Bunkyu Mincho Regular"/>
                <a:cs typeface="Toppan Bunkyu Mincho Regular"/>
              </a:defRPr>
            </a:pPr>
            <a:r>
              <a:rPr sz="1600" i="0" dirty="0">
                <a:solidFill>
                  <a:srgbClr val="202B33"/>
                </a:solidFill>
                <a:latin typeface="Toppan Bunkyu Mincho Regular"/>
                <a:ea typeface="Toppan Bunkyu Mincho Regular"/>
                <a:cs typeface="Toppan Bunkyu Mincho Regular"/>
              </a:rPr>
              <a:t>Robot / human data</a:t>
            </a:r>
          </a:p>
        </p:txBody>
      </p:sp>
      <p:pic>
        <p:nvPicPr>
          <p:cNvPr id="544" name="图片 543"/>
          <p:cNvPicPr>
            <a:picLocks noChangeAspect="1"/>
          </p:cNvPicPr>
          <p:nvPr/>
        </p:nvPicPr>
        <p:blipFill>
          <a:blip r:embed="rId11"/>
          <a:stretch/>
        </p:blipFill>
        <p:spPr>
          <a:xfrm>
            <a:off x="228600" y="1363980"/>
            <a:ext cx="1714500" cy="1143000"/>
          </a:xfrm>
          <a:prstGeom prst="rect">
            <a:avLst/>
          </a:prstGeom>
        </p:spPr>
      </p:pic>
      <p:sp>
        <p:nvSpPr>
          <p:cNvPr id="70" name="film-top">
            <a:extLst>
              <a:ext uri="{FF2B5EF4-FFF2-40B4-BE49-F238E27FC236}">
                <a16:creationId xmlns:a16="http://schemas.microsoft.com/office/drawing/2014/main" id="{25AE6A19-CA1C-4B07-97E5-582609C2F70E}"/>
              </a:ext>
            </a:extLst>
          </p:cNvPr>
          <p:cNvSpPr>
            <a:spLocks noGrp="1"/>
          </p:cNvSpPr>
          <p:nvPr/>
        </p:nvSpPr>
        <p:spPr>
          <a:xfrm>
            <a:off x="228600" y="1348740"/>
            <a:ext cx="1714500" cy="0"/>
          </a:xfrm>
          <a:prstGeom prst="line">
            <a:avLst/>
          </a:prstGeom>
          <a:noFill/>
          <a:ln w="12954">
            <a:solidFill>
              <a:srgbClr val="63788A"/>
            </a:solidFill>
          </a:ln>
        </p:spPr>
        <p:txBody>
          <a:bodyPr/>
          <a:lstStyle/>
          <a:p>
            <a:endParaRPr lang="zh-CN" altLang="en-US" sz="2000"/>
          </a:p>
        </p:txBody>
      </p:sp>
      <p:sp>
        <p:nvSpPr>
          <p:cNvPr id="71" name="film-bottom">
            <a:extLst>
              <a:ext uri="{FF2B5EF4-FFF2-40B4-BE49-F238E27FC236}">
                <a16:creationId xmlns:a16="http://schemas.microsoft.com/office/drawing/2014/main" id="{4BFF5971-4D22-4DCE-8CBC-77AEA6AE2085}"/>
              </a:ext>
            </a:extLst>
          </p:cNvPr>
          <p:cNvSpPr>
            <a:spLocks noGrp="1"/>
          </p:cNvSpPr>
          <p:nvPr/>
        </p:nvSpPr>
        <p:spPr>
          <a:xfrm>
            <a:off x="228600" y="2522220"/>
            <a:ext cx="1714500" cy="0"/>
          </a:xfrm>
          <a:prstGeom prst="line">
            <a:avLst/>
          </a:prstGeom>
          <a:noFill/>
          <a:ln w="12954">
            <a:solidFill>
              <a:srgbClr val="63788A"/>
            </a:solidFill>
          </a:ln>
        </p:spPr>
        <p:txBody>
          <a:bodyPr/>
          <a:lstStyle/>
          <a:p>
            <a:endParaRPr lang="zh-CN" altLang="en-US" sz="2000"/>
          </a:p>
        </p:txBody>
      </p:sp>
      <p:sp>
        <p:nvSpPr>
          <p:cNvPr id="72" name="film-top-perforation0">
            <a:extLst>
              <a:ext uri="{FF2B5EF4-FFF2-40B4-BE49-F238E27FC236}">
                <a16:creationId xmlns:a16="http://schemas.microsoft.com/office/drawing/2014/main" id="{BF9B76FD-D650-4E73-B430-B15E550CD90C}"/>
              </a:ext>
            </a:extLst>
          </p:cNvPr>
          <p:cNvSpPr>
            <a:spLocks noGrp="1"/>
          </p:cNvSpPr>
          <p:nvPr/>
        </p:nvSpPr>
        <p:spPr>
          <a:xfrm>
            <a:off x="266700" y="1318260"/>
            <a:ext cx="76200" cy="22860"/>
          </a:xfrm>
          <a:prstGeom prst="rect">
            <a:avLst/>
          </a:prstGeom>
          <a:solidFill>
            <a:srgbClr val="63788A"/>
          </a:solidFill>
          <a:ln w="0">
            <a:noFill/>
          </a:ln>
        </p:spPr>
        <p:txBody>
          <a:bodyPr/>
          <a:lstStyle/>
          <a:p>
            <a:endParaRPr lang="zh-CN" altLang="en-US" sz="2000"/>
          </a:p>
        </p:txBody>
      </p:sp>
      <p:sp>
        <p:nvSpPr>
          <p:cNvPr id="73" name="film-bottom-perforation0">
            <a:extLst>
              <a:ext uri="{FF2B5EF4-FFF2-40B4-BE49-F238E27FC236}">
                <a16:creationId xmlns:a16="http://schemas.microsoft.com/office/drawing/2014/main" id="{0EFDC3F9-7CF0-4B28-A5CE-D068B446FF03}"/>
              </a:ext>
            </a:extLst>
          </p:cNvPr>
          <p:cNvSpPr>
            <a:spLocks noGrp="1"/>
          </p:cNvSpPr>
          <p:nvPr/>
        </p:nvSpPr>
        <p:spPr>
          <a:xfrm>
            <a:off x="266700" y="2537460"/>
            <a:ext cx="76200" cy="22860"/>
          </a:xfrm>
          <a:prstGeom prst="rect">
            <a:avLst/>
          </a:prstGeom>
          <a:solidFill>
            <a:srgbClr val="63788A"/>
          </a:solidFill>
          <a:ln w="0">
            <a:noFill/>
          </a:ln>
        </p:spPr>
        <p:txBody>
          <a:bodyPr/>
          <a:lstStyle/>
          <a:p>
            <a:endParaRPr lang="zh-CN" altLang="en-US" sz="2000"/>
          </a:p>
        </p:txBody>
      </p:sp>
      <p:sp>
        <p:nvSpPr>
          <p:cNvPr id="74" name="film-top-perforation1">
            <a:extLst>
              <a:ext uri="{FF2B5EF4-FFF2-40B4-BE49-F238E27FC236}">
                <a16:creationId xmlns:a16="http://schemas.microsoft.com/office/drawing/2014/main" id="{114FC6B1-F2C8-4E5B-9727-C12325224D9B}"/>
              </a:ext>
            </a:extLst>
          </p:cNvPr>
          <p:cNvSpPr>
            <a:spLocks noGrp="1"/>
          </p:cNvSpPr>
          <p:nvPr/>
        </p:nvSpPr>
        <p:spPr>
          <a:xfrm>
            <a:off x="434340" y="1318260"/>
            <a:ext cx="76200" cy="22860"/>
          </a:xfrm>
          <a:prstGeom prst="rect">
            <a:avLst/>
          </a:prstGeom>
          <a:solidFill>
            <a:srgbClr val="63788A"/>
          </a:solidFill>
          <a:ln w="0">
            <a:noFill/>
          </a:ln>
        </p:spPr>
        <p:txBody>
          <a:bodyPr/>
          <a:lstStyle/>
          <a:p>
            <a:endParaRPr lang="zh-CN" altLang="en-US" sz="2000"/>
          </a:p>
        </p:txBody>
      </p:sp>
      <p:sp>
        <p:nvSpPr>
          <p:cNvPr id="75" name="film-bottom-perforation1">
            <a:extLst>
              <a:ext uri="{FF2B5EF4-FFF2-40B4-BE49-F238E27FC236}">
                <a16:creationId xmlns:a16="http://schemas.microsoft.com/office/drawing/2014/main" id="{0107CAAA-7DAD-4BE7-B9E2-D084562DF147}"/>
              </a:ext>
            </a:extLst>
          </p:cNvPr>
          <p:cNvSpPr>
            <a:spLocks noGrp="1"/>
          </p:cNvSpPr>
          <p:nvPr/>
        </p:nvSpPr>
        <p:spPr>
          <a:xfrm>
            <a:off x="434340" y="2537460"/>
            <a:ext cx="76200" cy="22860"/>
          </a:xfrm>
          <a:prstGeom prst="rect">
            <a:avLst/>
          </a:prstGeom>
          <a:solidFill>
            <a:srgbClr val="63788A"/>
          </a:solidFill>
          <a:ln w="0">
            <a:noFill/>
          </a:ln>
        </p:spPr>
        <p:txBody>
          <a:bodyPr/>
          <a:lstStyle/>
          <a:p>
            <a:endParaRPr lang="zh-CN" altLang="en-US" sz="2000"/>
          </a:p>
        </p:txBody>
      </p:sp>
      <p:sp>
        <p:nvSpPr>
          <p:cNvPr id="76" name="film-top-perforation2">
            <a:extLst>
              <a:ext uri="{FF2B5EF4-FFF2-40B4-BE49-F238E27FC236}">
                <a16:creationId xmlns:a16="http://schemas.microsoft.com/office/drawing/2014/main" id="{BD831740-90E0-4D69-BD1C-60D987ECCDA6}"/>
              </a:ext>
            </a:extLst>
          </p:cNvPr>
          <p:cNvSpPr>
            <a:spLocks noGrp="1"/>
          </p:cNvSpPr>
          <p:nvPr/>
        </p:nvSpPr>
        <p:spPr>
          <a:xfrm>
            <a:off x="601980" y="1318260"/>
            <a:ext cx="76200" cy="22860"/>
          </a:xfrm>
          <a:prstGeom prst="rect">
            <a:avLst/>
          </a:prstGeom>
          <a:solidFill>
            <a:srgbClr val="63788A"/>
          </a:solidFill>
          <a:ln w="0">
            <a:noFill/>
          </a:ln>
        </p:spPr>
        <p:txBody>
          <a:bodyPr/>
          <a:lstStyle/>
          <a:p>
            <a:endParaRPr lang="zh-CN" altLang="en-US" sz="2000"/>
          </a:p>
        </p:txBody>
      </p:sp>
      <p:sp>
        <p:nvSpPr>
          <p:cNvPr id="77" name="film-bottom-perforation2">
            <a:extLst>
              <a:ext uri="{FF2B5EF4-FFF2-40B4-BE49-F238E27FC236}">
                <a16:creationId xmlns:a16="http://schemas.microsoft.com/office/drawing/2014/main" id="{B3C617EC-70EE-4473-97E1-F1BF367CDA2E}"/>
              </a:ext>
            </a:extLst>
          </p:cNvPr>
          <p:cNvSpPr>
            <a:spLocks noGrp="1"/>
          </p:cNvSpPr>
          <p:nvPr/>
        </p:nvSpPr>
        <p:spPr>
          <a:xfrm>
            <a:off x="601980" y="2537460"/>
            <a:ext cx="76200" cy="22860"/>
          </a:xfrm>
          <a:prstGeom prst="rect">
            <a:avLst/>
          </a:prstGeom>
          <a:solidFill>
            <a:srgbClr val="63788A"/>
          </a:solidFill>
          <a:ln w="0">
            <a:noFill/>
          </a:ln>
        </p:spPr>
        <p:txBody>
          <a:bodyPr/>
          <a:lstStyle/>
          <a:p>
            <a:endParaRPr lang="zh-CN" altLang="en-US" sz="2000"/>
          </a:p>
        </p:txBody>
      </p:sp>
      <p:sp>
        <p:nvSpPr>
          <p:cNvPr id="78" name="film-top-perforation3">
            <a:extLst>
              <a:ext uri="{FF2B5EF4-FFF2-40B4-BE49-F238E27FC236}">
                <a16:creationId xmlns:a16="http://schemas.microsoft.com/office/drawing/2014/main" id="{CAF8BC6C-54A7-4A03-893C-9DE3DD71E22D}"/>
              </a:ext>
            </a:extLst>
          </p:cNvPr>
          <p:cNvSpPr>
            <a:spLocks noGrp="1"/>
          </p:cNvSpPr>
          <p:nvPr/>
        </p:nvSpPr>
        <p:spPr>
          <a:xfrm>
            <a:off x="769620" y="1318260"/>
            <a:ext cx="76200" cy="22860"/>
          </a:xfrm>
          <a:prstGeom prst="rect">
            <a:avLst/>
          </a:prstGeom>
          <a:solidFill>
            <a:srgbClr val="63788A"/>
          </a:solidFill>
          <a:ln w="0">
            <a:noFill/>
          </a:ln>
        </p:spPr>
        <p:txBody>
          <a:bodyPr/>
          <a:lstStyle/>
          <a:p>
            <a:endParaRPr lang="zh-CN" altLang="en-US" sz="2000"/>
          </a:p>
        </p:txBody>
      </p:sp>
      <p:sp>
        <p:nvSpPr>
          <p:cNvPr id="79" name="film-bottom-perforation3">
            <a:extLst>
              <a:ext uri="{FF2B5EF4-FFF2-40B4-BE49-F238E27FC236}">
                <a16:creationId xmlns:a16="http://schemas.microsoft.com/office/drawing/2014/main" id="{4F9932A0-76B5-4306-A24B-7DAC14DBB5AC}"/>
              </a:ext>
            </a:extLst>
          </p:cNvPr>
          <p:cNvSpPr>
            <a:spLocks noGrp="1"/>
          </p:cNvSpPr>
          <p:nvPr/>
        </p:nvSpPr>
        <p:spPr>
          <a:xfrm>
            <a:off x="769620" y="2537460"/>
            <a:ext cx="76200" cy="22860"/>
          </a:xfrm>
          <a:prstGeom prst="rect">
            <a:avLst/>
          </a:prstGeom>
          <a:solidFill>
            <a:srgbClr val="63788A"/>
          </a:solidFill>
          <a:ln w="0">
            <a:noFill/>
          </a:ln>
        </p:spPr>
        <p:txBody>
          <a:bodyPr/>
          <a:lstStyle/>
          <a:p>
            <a:endParaRPr lang="zh-CN" altLang="en-US" sz="2000"/>
          </a:p>
        </p:txBody>
      </p:sp>
      <p:sp>
        <p:nvSpPr>
          <p:cNvPr id="80" name="film-top-perforation4">
            <a:extLst>
              <a:ext uri="{FF2B5EF4-FFF2-40B4-BE49-F238E27FC236}">
                <a16:creationId xmlns:a16="http://schemas.microsoft.com/office/drawing/2014/main" id="{94826155-61CE-4D1B-BEAB-1B4A70C4D960}"/>
              </a:ext>
            </a:extLst>
          </p:cNvPr>
          <p:cNvSpPr>
            <a:spLocks noGrp="1"/>
          </p:cNvSpPr>
          <p:nvPr/>
        </p:nvSpPr>
        <p:spPr>
          <a:xfrm>
            <a:off x="937260" y="1318260"/>
            <a:ext cx="76200" cy="22860"/>
          </a:xfrm>
          <a:prstGeom prst="rect">
            <a:avLst/>
          </a:prstGeom>
          <a:solidFill>
            <a:srgbClr val="63788A"/>
          </a:solidFill>
          <a:ln w="0">
            <a:noFill/>
          </a:ln>
        </p:spPr>
        <p:txBody>
          <a:bodyPr/>
          <a:lstStyle/>
          <a:p>
            <a:endParaRPr lang="zh-CN" altLang="en-US" sz="2000"/>
          </a:p>
        </p:txBody>
      </p:sp>
      <p:sp>
        <p:nvSpPr>
          <p:cNvPr id="81" name="film-bottom-perforation4">
            <a:extLst>
              <a:ext uri="{FF2B5EF4-FFF2-40B4-BE49-F238E27FC236}">
                <a16:creationId xmlns:a16="http://schemas.microsoft.com/office/drawing/2014/main" id="{029F4EA6-376E-46D8-9ECC-D2EFDB9D4DC2}"/>
              </a:ext>
            </a:extLst>
          </p:cNvPr>
          <p:cNvSpPr>
            <a:spLocks noGrp="1"/>
          </p:cNvSpPr>
          <p:nvPr/>
        </p:nvSpPr>
        <p:spPr>
          <a:xfrm>
            <a:off x="937260" y="2537460"/>
            <a:ext cx="76200" cy="22860"/>
          </a:xfrm>
          <a:prstGeom prst="rect">
            <a:avLst/>
          </a:prstGeom>
          <a:solidFill>
            <a:srgbClr val="63788A"/>
          </a:solidFill>
          <a:ln w="0">
            <a:noFill/>
          </a:ln>
        </p:spPr>
        <p:txBody>
          <a:bodyPr/>
          <a:lstStyle/>
          <a:p>
            <a:endParaRPr lang="zh-CN" altLang="en-US" sz="2000"/>
          </a:p>
        </p:txBody>
      </p:sp>
      <p:sp>
        <p:nvSpPr>
          <p:cNvPr id="82" name="film-top-perforation5">
            <a:extLst>
              <a:ext uri="{FF2B5EF4-FFF2-40B4-BE49-F238E27FC236}">
                <a16:creationId xmlns:a16="http://schemas.microsoft.com/office/drawing/2014/main" id="{F92DC0E4-0E27-4CE9-A1B8-86A1A0F5AD9E}"/>
              </a:ext>
            </a:extLst>
          </p:cNvPr>
          <p:cNvSpPr>
            <a:spLocks noGrp="1"/>
          </p:cNvSpPr>
          <p:nvPr/>
        </p:nvSpPr>
        <p:spPr>
          <a:xfrm>
            <a:off x="1104900" y="1318260"/>
            <a:ext cx="76200" cy="22860"/>
          </a:xfrm>
          <a:prstGeom prst="rect">
            <a:avLst/>
          </a:prstGeom>
          <a:solidFill>
            <a:srgbClr val="63788A"/>
          </a:solidFill>
          <a:ln w="0">
            <a:noFill/>
          </a:ln>
        </p:spPr>
        <p:txBody>
          <a:bodyPr/>
          <a:lstStyle/>
          <a:p>
            <a:endParaRPr lang="zh-CN" altLang="en-US" sz="2000"/>
          </a:p>
        </p:txBody>
      </p:sp>
      <p:sp>
        <p:nvSpPr>
          <p:cNvPr id="83" name="film-bottom-perforation5">
            <a:extLst>
              <a:ext uri="{FF2B5EF4-FFF2-40B4-BE49-F238E27FC236}">
                <a16:creationId xmlns:a16="http://schemas.microsoft.com/office/drawing/2014/main" id="{460FF646-5B44-4A11-8B90-F64115582BB5}"/>
              </a:ext>
            </a:extLst>
          </p:cNvPr>
          <p:cNvSpPr>
            <a:spLocks noGrp="1"/>
          </p:cNvSpPr>
          <p:nvPr/>
        </p:nvSpPr>
        <p:spPr>
          <a:xfrm>
            <a:off x="1104900" y="2537460"/>
            <a:ext cx="76200" cy="22860"/>
          </a:xfrm>
          <a:prstGeom prst="rect">
            <a:avLst/>
          </a:prstGeom>
          <a:solidFill>
            <a:srgbClr val="63788A"/>
          </a:solidFill>
          <a:ln w="0">
            <a:noFill/>
          </a:ln>
        </p:spPr>
        <p:txBody>
          <a:bodyPr/>
          <a:lstStyle/>
          <a:p>
            <a:endParaRPr lang="zh-CN" altLang="en-US" sz="2000"/>
          </a:p>
        </p:txBody>
      </p:sp>
      <p:sp>
        <p:nvSpPr>
          <p:cNvPr id="84" name="film-top-perforation6">
            <a:extLst>
              <a:ext uri="{FF2B5EF4-FFF2-40B4-BE49-F238E27FC236}">
                <a16:creationId xmlns:a16="http://schemas.microsoft.com/office/drawing/2014/main" id="{219C090A-E595-4A82-A52E-5E95DF5CDB33}"/>
              </a:ext>
            </a:extLst>
          </p:cNvPr>
          <p:cNvSpPr>
            <a:spLocks noGrp="1"/>
          </p:cNvSpPr>
          <p:nvPr/>
        </p:nvSpPr>
        <p:spPr>
          <a:xfrm>
            <a:off x="1272540" y="1318260"/>
            <a:ext cx="76200" cy="22860"/>
          </a:xfrm>
          <a:prstGeom prst="rect">
            <a:avLst/>
          </a:prstGeom>
          <a:solidFill>
            <a:srgbClr val="63788A"/>
          </a:solidFill>
          <a:ln w="0">
            <a:noFill/>
          </a:ln>
        </p:spPr>
        <p:txBody>
          <a:bodyPr/>
          <a:lstStyle/>
          <a:p>
            <a:endParaRPr lang="zh-CN" altLang="en-US" sz="2000"/>
          </a:p>
        </p:txBody>
      </p:sp>
      <p:sp>
        <p:nvSpPr>
          <p:cNvPr id="85" name="film-bottom-perforation6">
            <a:extLst>
              <a:ext uri="{FF2B5EF4-FFF2-40B4-BE49-F238E27FC236}">
                <a16:creationId xmlns:a16="http://schemas.microsoft.com/office/drawing/2014/main" id="{972BF609-1812-4822-B45B-5ED6CD30CE36}"/>
              </a:ext>
            </a:extLst>
          </p:cNvPr>
          <p:cNvSpPr>
            <a:spLocks noGrp="1"/>
          </p:cNvSpPr>
          <p:nvPr/>
        </p:nvSpPr>
        <p:spPr>
          <a:xfrm>
            <a:off x="1272540" y="2537460"/>
            <a:ext cx="76200" cy="22860"/>
          </a:xfrm>
          <a:prstGeom prst="rect">
            <a:avLst/>
          </a:prstGeom>
          <a:solidFill>
            <a:srgbClr val="63788A"/>
          </a:solidFill>
          <a:ln w="0">
            <a:noFill/>
          </a:ln>
        </p:spPr>
        <p:txBody>
          <a:bodyPr/>
          <a:lstStyle/>
          <a:p>
            <a:endParaRPr lang="zh-CN" altLang="en-US" sz="2000"/>
          </a:p>
        </p:txBody>
      </p:sp>
      <p:sp>
        <p:nvSpPr>
          <p:cNvPr id="86" name="film-top-perforation7">
            <a:extLst>
              <a:ext uri="{FF2B5EF4-FFF2-40B4-BE49-F238E27FC236}">
                <a16:creationId xmlns:a16="http://schemas.microsoft.com/office/drawing/2014/main" id="{36E1E8E7-C7EA-4C57-8B2D-E298C3EF1AF7}"/>
              </a:ext>
            </a:extLst>
          </p:cNvPr>
          <p:cNvSpPr>
            <a:spLocks noGrp="1"/>
          </p:cNvSpPr>
          <p:nvPr/>
        </p:nvSpPr>
        <p:spPr>
          <a:xfrm>
            <a:off x="1440180" y="1318260"/>
            <a:ext cx="76200" cy="22860"/>
          </a:xfrm>
          <a:prstGeom prst="rect">
            <a:avLst/>
          </a:prstGeom>
          <a:solidFill>
            <a:srgbClr val="63788A"/>
          </a:solidFill>
          <a:ln w="0">
            <a:noFill/>
          </a:ln>
        </p:spPr>
        <p:txBody>
          <a:bodyPr/>
          <a:lstStyle/>
          <a:p>
            <a:endParaRPr lang="zh-CN" altLang="en-US" sz="2000"/>
          </a:p>
        </p:txBody>
      </p:sp>
      <p:sp>
        <p:nvSpPr>
          <p:cNvPr id="87" name="film-bottom-perforation7">
            <a:extLst>
              <a:ext uri="{FF2B5EF4-FFF2-40B4-BE49-F238E27FC236}">
                <a16:creationId xmlns:a16="http://schemas.microsoft.com/office/drawing/2014/main" id="{C0CD7782-0EA0-476A-83EE-15E547AAAA73}"/>
              </a:ext>
            </a:extLst>
          </p:cNvPr>
          <p:cNvSpPr>
            <a:spLocks noGrp="1"/>
          </p:cNvSpPr>
          <p:nvPr/>
        </p:nvSpPr>
        <p:spPr>
          <a:xfrm>
            <a:off x="1440180" y="2537460"/>
            <a:ext cx="76200" cy="22860"/>
          </a:xfrm>
          <a:prstGeom prst="rect">
            <a:avLst/>
          </a:prstGeom>
          <a:solidFill>
            <a:srgbClr val="63788A"/>
          </a:solidFill>
          <a:ln w="0">
            <a:noFill/>
          </a:ln>
        </p:spPr>
        <p:txBody>
          <a:bodyPr/>
          <a:lstStyle/>
          <a:p>
            <a:endParaRPr lang="zh-CN" altLang="en-US" sz="2000"/>
          </a:p>
        </p:txBody>
      </p:sp>
      <p:sp>
        <p:nvSpPr>
          <p:cNvPr id="88" name="film-top-perforation8">
            <a:extLst>
              <a:ext uri="{FF2B5EF4-FFF2-40B4-BE49-F238E27FC236}">
                <a16:creationId xmlns:a16="http://schemas.microsoft.com/office/drawing/2014/main" id="{A2CF3D0E-619D-49C0-A389-BA4ABE6C0AAD}"/>
              </a:ext>
            </a:extLst>
          </p:cNvPr>
          <p:cNvSpPr>
            <a:spLocks noGrp="1"/>
          </p:cNvSpPr>
          <p:nvPr/>
        </p:nvSpPr>
        <p:spPr>
          <a:xfrm>
            <a:off x="1607820" y="1318260"/>
            <a:ext cx="76200" cy="22860"/>
          </a:xfrm>
          <a:prstGeom prst="rect">
            <a:avLst/>
          </a:prstGeom>
          <a:solidFill>
            <a:srgbClr val="63788A"/>
          </a:solidFill>
          <a:ln w="0">
            <a:noFill/>
          </a:ln>
        </p:spPr>
        <p:txBody>
          <a:bodyPr/>
          <a:lstStyle/>
          <a:p>
            <a:endParaRPr lang="zh-CN" altLang="en-US" sz="2000"/>
          </a:p>
        </p:txBody>
      </p:sp>
      <p:sp>
        <p:nvSpPr>
          <p:cNvPr id="89" name="film-bottom-perforation8">
            <a:extLst>
              <a:ext uri="{FF2B5EF4-FFF2-40B4-BE49-F238E27FC236}">
                <a16:creationId xmlns:a16="http://schemas.microsoft.com/office/drawing/2014/main" id="{3449F9D8-DFF3-49B8-B0B8-8A5FDFFEA224}"/>
              </a:ext>
            </a:extLst>
          </p:cNvPr>
          <p:cNvSpPr>
            <a:spLocks noGrp="1"/>
          </p:cNvSpPr>
          <p:nvPr/>
        </p:nvSpPr>
        <p:spPr>
          <a:xfrm>
            <a:off x="1607820" y="2537460"/>
            <a:ext cx="76200" cy="22860"/>
          </a:xfrm>
          <a:prstGeom prst="rect">
            <a:avLst/>
          </a:prstGeom>
          <a:solidFill>
            <a:srgbClr val="63788A"/>
          </a:solidFill>
          <a:ln w="0">
            <a:noFill/>
          </a:ln>
        </p:spPr>
        <p:txBody>
          <a:bodyPr/>
          <a:lstStyle/>
          <a:p>
            <a:endParaRPr lang="zh-CN" altLang="en-US" sz="2000"/>
          </a:p>
        </p:txBody>
      </p:sp>
      <p:sp>
        <p:nvSpPr>
          <p:cNvPr id="90" name="film-top-perforation9">
            <a:extLst>
              <a:ext uri="{FF2B5EF4-FFF2-40B4-BE49-F238E27FC236}">
                <a16:creationId xmlns:a16="http://schemas.microsoft.com/office/drawing/2014/main" id="{503915FE-6B1E-45DC-BD46-08B27BBA0BCA}"/>
              </a:ext>
            </a:extLst>
          </p:cNvPr>
          <p:cNvSpPr>
            <a:spLocks noGrp="1"/>
          </p:cNvSpPr>
          <p:nvPr/>
        </p:nvSpPr>
        <p:spPr>
          <a:xfrm>
            <a:off x="1775460" y="1318260"/>
            <a:ext cx="76200" cy="22860"/>
          </a:xfrm>
          <a:prstGeom prst="rect">
            <a:avLst/>
          </a:prstGeom>
          <a:solidFill>
            <a:srgbClr val="63788A"/>
          </a:solidFill>
          <a:ln w="0">
            <a:noFill/>
          </a:ln>
        </p:spPr>
        <p:txBody>
          <a:bodyPr/>
          <a:lstStyle/>
          <a:p>
            <a:endParaRPr lang="zh-CN" altLang="en-US" sz="2000"/>
          </a:p>
        </p:txBody>
      </p:sp>
      <p:sp>
        <p:nvSpPr>
          <p:cNvPr id="91" name="film-bottom-perforation9">
            <a:extLst>
              <a:ext uri="{FF2B5EF4-FFF2-40B4-BE49-F238E27FC236}">
                <a16:creationId xmlns:a16="http://schemas.microsoft.com/office/drawing/2014/main" id="{B8ACAA13-A0AC-49B7-83EE-2F7AC6DC35F1}"/>
              </a:ext>
            </a:extLst>
          </p:cNvPr>
          <p:cNvSpPr>
            <a:spLocks noGrp="1"/>
          </p:cNvSpPr>
          <p:nvPr/>
        </p:nvSpPr>
        <p:spPr>
          <a:xfrm>
            <a:off x="1775460" y="2537460"/>
            <a:ext cx="76200" cy="22860"/>
          </a:xfrm>
          <a:prstGeom prst="rect">
            <a:avLst/>
          </a:prstGeom>
          <a:solidFill>
            <a:srgbClr val="63788A"/>
          </a:solidFill>
          <a:ln w="0">
            <a:noFill/>
          </a:ln>
        </p:spPr>
        <p:txBody>
          <a:bodyPr/>
          <a:lstStyle/>
          <a:p>
            <a:endParaRPr lang="zh-CN" altLang="en-US" sz="2000"/>
          </a:p>
        </p:txBody>
      </p:sp>
      <p:sp>
        <p:nvSpPr>
          <p:cNvPr id="93" name="source-mask-heading">
            <a:extLst>
              <a:ext uri="{FF2B5EF4-FFF2-40B4-BE49-F238E27FC236}">
                <a16:creationId xmlns:a16="http://schemas.microsoft.com/office/drawing/2014/main" id="{9332AC5D-BF3D-4656-95E9-1F6B8A504585}"/>
              </a:ext>
            </a:extLst>
          </p:cNvPr>
          <p:cNvSpPr>
            <a:spLocks noGrp="1"/>
          </p:cNvSpPr>
          <p:nvPr/>
        </p:nvSpPr>
        <p:spPr>
          <a:xfrm>
            <a:off x="2057400" y="1047750"/>
            <a:ext cx="1417320" cy="213360"/>
          </a:xfrm>
          <a:prstGeom prst="rect">
            <a:avLst/>
          </a:prstGeom>
          <a:noFill/>
          <a:ln w="0">
            <a:noFill/>
          </a:ln>
        </p:spPr>
        <p:txBody>
          <a:bodyPr wrap="none" lIns="0" tIns="0" rIns="0" bIns="0" anchor="ctr">
            <a:noAutofit/>
          </a:bodyPr>
          <a:lstStyle/>
          <a:p>
            <a:pPr algn="ctr">
              <a:defRPr sz="1260" i="0">
                <a:solidFill>
                  <a:srgbClr val="202B33"/>
                </a:solidFill>
                <a:latin typeface="Toppan Bunkyu Mincho Regular"/>
                <a:ea typeface="Toppan Bunkyu Mincho Regular"/>
                <a:cs typeface="Toppan Bunkyu Mincho Regular"/>
              </a:defRPr>
            </a:pPr>
            <a:r>
              <a:rPr sz="1400" i="0" dirty="0">
                <a:solidFill>
                  <a:srgbClr val="202B33"/>
                </a:solidFill>
                <a:latin typeface="Toppan Bunkyu Mincho Regular"/>
                <a:ea typeface="Toppan Bunkyu Mincho Regular"/>
                <a:cs typeface="Toppan Bunkyu Mincho Regular"/>
              </a:rPr>
              <a:t>Label masks</a:t>
            </a:r>
          </a:p>
        </p:txBody>
      </p:sp>
      <p:pic>
        <p:nvPicPr>
          <p:cNvPr id="569" name="图形 568"/>
          <p:cNvPicPr>
            <a:picLocks noChangeAspect="1"/>
          </p:cNvPicPr>
          <p:nvPr/>
        </p:nvPicPr>
        <p:blipFill>
          <a:blip r:embed="rId12">
            <a:extLst>
              <a:ext uri="{96DAC541-7B7A-43D3-8B79-37D633B846F1}">
                <asvg:svgBlip xmlns:asvg="http://schemas.microsoft.com/office/drawing/2016/SVG/main" r:embed="rId13"/>
              </a:ext>
            </a:extLst>
          </a:blip>
          <a:stretch/>
        </p:blipFill>
        <p:spPr>
          <a:xfrm>
            <a:off x="2758132" y="1374918"/>
            <a:ext cx="199994" cy="126812"/>
          </a:xfrm>
          <a:prstGeom prst="rect">
            <a:avLst/>
          </a:prstGeom>
        </p:spPr>
      </p:pic>
      <p:pic>
        <p:nvPicPr>
          <p:cNvPr id="570" name="图形 569"/>
          <p:cNvPicPr>
            <a:picLocks noChangeAspect="1"/>
          </p:cNvPicPr>
          <p:nvPr/>
        </p:nvPicPr>
        <p:blipFill>
          <a:blip r:embed="rId14">
            <a:extLst>
              <a:ext uri="{96DAC541-7B7A-43D3-8B79-37D633B846F1}">
                <asvg:svgBlip xmlns:asvg="http://schemas.microsoft.com/office/drawing/2016/SVG/main" r:embed="rId15"/>
              </a:ext>
            </a:extLst>
          </a:blip>
          <a:stretch/>
        </p:blipFill>
        <p:spPr>
          <a:xfrm>
            <a:off x="3010739" y="1375180"/>
            <a:ext cx="147761" cy="125973"/>
          </a:xfrm>
          <a:prstGeom prst="rect">
            <a:avLst/>
          </a:prstGeom>
        </p:spPr>
      </p:pic>
      <p:pic>
        <p:nvPicPr>
          <p:cNvPr id="571" name="图形 570"/>
          <p:cNvPicPr>
            <a:picLocks noChangeAspect="1"/>
          </p:cNvPicPr>
          <p:nvPr/>
        </p:nvPicPr>
        <p:blipFill>
          <a:blip r:embed="rId16">
            <a:extLst>
              <a:ext uri="{96DAC541-7B7A-43D3-8B79-37D633B846F1}">
                <asvg:svgBlip xmlns:asvg="http://schemas.microsoft.com/office/drawing/2016/SVG/main" r:embed="rId17"/>
              </a:ext>
            </a:extLst>
          </a:blip>
          <a:stretch/>
        </p:blipFill>
        <p:spPr>
          <a:xfrm>
            <a:off x="3255370" y="1375006"/>
            <a:ext cx="120947" cy="126533"/>
          </a:xfrm>
          <a:prstGeom prst="rect">
            <a:avLst/>
          </a:prstGeom>
        </p:spPr>
      </p:pic>
      <p:sp>
        <p:nvSpPr>
          <p:cNvPr id="97" name="source-label-0">
            <a:extLst>
              <a:ext uri="{FF2B5EF4-FFF2-40B4-BE49-F238E27FC236}">
                <a16:creationId xmlns:a16="http://schemas.microsoft.com/office/drawing/2014/main" id="{C4C5E628-B45A-4266-A362-9552E1A4D6E9}"/>
              </a:ext>
            </a:extLst>
          </p:cNvPr>
          <p:cNvSpPr>
            <a:spLocks noGrp="1"/>
          </p:cNvSpPr>
          <p:nvPr/>
        </p:nvSpPr>
        <p:spPr>
          <a:xfrm>
            <a:off x="2050972" y="1478128"/>
            <a:ext cx="886538" cy="303609"/>
          </a:xfrm>
          <a:prstGeom prst="rect">
            <a:avLst/>
          </a:prstGeom>
          <a:noFill/>
          <a:ln w="0">
            <a:noFill/>
          </a:ln>
        </p:spPr>
        <p:txBody>
          <a:bodyPr wrap="none" lIns="0" tIns="0" rIns="0" bIns="0" anchor="ctr">
            <a:noAutofit/>
          </a:bodyPr>
          <a:lstStyle/>
          <a:p>
            <a:pPr algn="l">
              <a:defRPr sz="1080" i="0">
                <a:solidFill>
                  <a:srgbClr val="657580"/>
                </a:solidFill>
                <a:latin typeface="Toppan Bunkyu Mincho Regular"/>
                <a:ea typeface="Toppan Bunkyu Mincho Regular"/>
                <a:cs typeface="Toppan Bunkyu Mincho Regular"/>
              </a:defRPr>
            </a:pPr>
            <a:r>
              <a:rPr sz="1600" i="0" dirty="0">
                <a:solidFill>
                  <a:srgbClr val="657580"/>
                </a:solidFill>
                <a:latin typeface="Toppan Bunkyu Mincho Regular"/>
                <a:ea typeface="Toppan Bunkyu Mincho Regular"/>
                <a:cs typeface="Toppan Bunkyu Mincho Regular"/>
              </a:rPr>
              <a:t>Robot</a:t>
            </a:r>
          </a:p>
        </p:txBody>
      </p:sp>
      <p:sp>
        <p:nvSpPr>
          <p:cNvPr id="98" name="source-label-availability-00">
            <a:extLst>
              <a:ext uri="{FF2B5EF4-FFF2-40B4-BE49-F238E27FC236}">
                <a16:creationId xmlns:a16="http://schemas.microsoft.com/office/drawing/2014/main" id="{7120512D-99D5-4971-888E-5DE7863C4E3A}"/>
              </a:ext>
            </a:extLst>
          </p:cNvPr>
          <p:cNvSpPr>
            <a:spLocks noGrp="1"/>
          </p:cNvSpPr>
          <p:nvPr/>
        </p:nvSpPr>
        <p:spPr>
          <a:xfrm>
            <a:off x="2744674" y="1559482"/>
            <a:ext cx="218599" cy="194310"/>
          </a:xfrm>
          <a:prstGeom prst="roundRect">
            <a:avLst>
              <a:gd name="adj" fmla="val 12500"/>
            </a:avLst>
          </a:prstGeom>
          <a:solidFill>
            <a:srgbClr val="AAC1D4"/>
          </a:solidFill>
          <a:ln w="5334">
            <a:solidFill>
              <a:srgbClr val="8FA7B6"/>
            </a:solidFill>
          </a:ln>
        </p:spPr>
        <p:txBody>
          <a:bodyPr/>
          <a:lstStyle/>
          <a:p>
            <a:endParaRPr lang="zh-CN" altLang="en-US" sz="2000"/>
          </a:p>
        </p:txBody>
      </p:sp>
      <p:sp>
        <p:nvSpPr>
          <p:cNvPr id="99" name="source-label-availability-01">
            <a:extLst>
              <a:ext uri="{FF2B5EF4-FFF2-40B4-BE49-F238E27FC236}">
                <a16:creationId xmlns:a16="http://schemas.microsoft.com/office/drawing/2014/main" id="{5537FCF6-07FD-4DE5-8169-1038D69B944C}"/>
              </a:ext>
            </a:extLst>
          </p:cNvPr>
          <p:cNvSpPr>
            <a:spLocks noGrp="1"/>
          </p:cNvSpPr>
          <p:nvPr/>
        </p:nvSpPr>
        <p:spPr>
          <a:xfrm>
            <a:off x="2980894" y="1559482"/>
            <a:ext cx="218599" cy="194310"/>
          </a:xfrm>
          <a:prstGeom prst="roundRect">
            <a:avLst>
              <a:gd name="adj" fmla="val 12500"/>
            </a:avLst>
          </a:prstGeom>
          <a:solidFill>
            <a:srgbClr val="AAC1D4"/>
          </a:solidFill>
          <a:ln w="5334">
            <a:solidFill>
              <a:srgbClr val="8FA7B6"/>
            </a:solidFill>
          </a:ln>
        </p:spPr>
        <p:txBody>
          <a:bodyPr/>
          <a:lstStyle/>
          <a:p>
            <a:endParaRPr lang="zh-CN" altLang="en-US" sz="2000"/>
          </a:p>
        </p:txBody>
      </p:sp>
      <p:sp>
        <p:nvSpPr>
          <p:cNvPr id="100" name="source-label-availability-02">
            <a:extLst>
              <a:ext uri="{FF2B5EF4-FFF2-40B4-BE49-F238E27FC236}">
                <a16:creationId xmlns:a16="http://schemas.microsoft.com/office/drawing/2014/main" id="{AA7E7B4F-FC4B-4CFF-AA27-410CEEB44076}"/>
              </a:ext>
            </a:extLst>
          </p:cNvPr>
          <p:cNvSpPr>
            <a:spLocks noGrp="1"/>
          </p:cNvSpPr>
          <p:nvPr/>
        </p:nvSpPr>
        <p:spPr>
          <a:xfrm>
            <a:off x="3217114" y="1559482"/>
            <a:ext cx="218599" cy="194310"/>
          </a:xfrm>
          <a:prstGeom prst="roundRect">
            <a:avLst>
              <a:gd name="adj" fmla="val 12500"/>
            </a:avLst>
          </a:prstGeom>
          <a:solidFill>
            <a:srgbClr val="9CBCAE"/>
          </a:solidFill>
          <a:ln w="5334">
            <a:solidFill>
              <a:srgbClr val="8FA7B6"/>
            </a:solidFill>
          </a:ln>
        </p:spPr>
        <p:txBody>
          <a:bodyPr/>
          <a:lstStyle/>
          <a:p>
            <a:endParaRPr lang="zh-CN" altLang="en-US" sz="2000"/>
          </a:p>
        </p:txBody>
      </p:sp>
      <p:sp>
        <p:nvSpPr>
          <p:cNvPr id="101" name="source-label-1">
            <a:extLst>
              <a:ext uri="{FF2B5EF4-FFF2-40B4-BE49-F238E27FC236}">
                <a16:creationId xmlns:a16="http://schemas.microsoft.com/office/drawing/2014/main" id="{CBCD8292-820C-4574-9AB6-FB57E9C659A9}"/>
              </a:ext>
            </a:extLst>
          </p:cNvPr>
          <p:cNvSpPr>
            <a:spLocks noGrp="1"/>
          </p:cNvSpPr>
          <p:nvPr/>
        </p:nvSpPr>
        <p:spPr>
          <a:xfrm>
            <a:off x="2033373" y="1727121"/>
            <a:ext cx="886538" cy="303609"/>
          </a:xfrm>
          <a:prstGeom prst="rect">
            <a:avLst/>
          </a:prstGeom>
          <a:noFill/>
          <a:ln w="0">
            <a:noFill/>
          </a:ln>
        </p:spPr>
        <p:txBody>
          <a:bodyPr wrap="none" lIns="0" tIns="0" rIns="0" bIns="0" anchor="ctr">
            <a:noAutofit/>
          </a:bodyPr>
          <a:lstStyle/>
          <a:p>
            <a:pPr algn="l">
              <a:defRPr sz="1080" i="0">
                <a:solidFill>
                  <a:srgbClr val="657580"/>
                </a:solidFill>
                <a:latin typeface="Toppan Bunkyu Mincho Regular"/>
                <a:ea typeface="Toppan Bunkyu Mincho Regular"/>
                <a:cs typeface="Toppan Bunkyu Mincho Regular"/>
              </a:defRPr>
            </a:pPr>
            <a:r>
              <a:rPr sz="1400" i="0" dirty="0">
                <a:solidFill>
                  <a:srgbClr val="657580"/>
                </a:solidFill>
                <a:latin typeface="Toppan Bunkyu Mincho Regular"/>
                <a:ea typeface="Toppan Bunkyu Mincho Regular"/>
                <a:cs typeface="Toppan Bunkyu Mincho Regular"/>
              </a:rPr>
              <a:t>Human</a:t>
            </a:r>
          </a:p>
        </p:txBody>
      </p:sp>
      <p:sp>
        <p:nvSpPr>
          <p:cNvPr id="102" name="source-label-availability-10">
            <a:extLst>
              <a:ext uri="{FF2B5EF4-FFF2-40B4-BE49-F238E27FC236}">
                <a16:creationId xmlns:a16="http://schemas.microsoft.com/office/drawing/2014/main" id="{6CCC1D94-9C42-4C13-A1CE-A198873A446A}"/>
              </a:ext>
            </a:extLst>
          </p:cNvPr>
          <p:cNvSpPr>
            <a:spLocks noGrp="1"/>
          </p:cNvSpPr>
          <p:nvPr/>
        </p:nvSpPr>
        <p:spPr>
          <a:xfrm>
            <a:off x="2744674" y="1772842"/>
            <a:ext cx="218599" cy="194310"/>
          </a:xfrm>
          <a:prstGeom prst="roundRect">
            <a:avLst>
              <a:gd name="adj" fmla="val 12500"/>
            </a:avLst>
          </a:prstGeom>
          <a:solidFill>
            <a:srgbClr val="AAC1D4"/>
          </a:solidFill>
          <a:ln w="5334">
            <a:solidFill>
              <a:srgbClr val="8FA7B6"/>
            </a:solidFill>
          </a:ln>
        </p:spPr>
        <p:txBody>
          <a:bodyPr/>
          <a:lstStyle/>
          <a:p>
            <a:endParaRPr lang="zh-CN" altLang="en-US" sz="2000"/>
          </a:p>
        </p:txBody>
      </p:sp>
      <p:sp>
        <p:nvSpPr>
          <p:cNvPr id="103" name="source-label-availability-11">
            <a:extLst>
              <a:ext uri="{FF2B5EF4-FFF2-40B4-BE49-F238E27FC236}">
                <a16:creationId xmlns:a16="http://schemas.microsoft.com/office/drawing/2014/main" id="{A728ACD4-64A7-4DDC-99B2-E8329AE9D1A3}"/>
              </a:ext>
            </a:extLst>
          </p:cNvPr>
          <p:cNvSpPr>
            <a:spLocks noGrp="1"/>
          </p:cNvSpPr>
          <p:nvPr/>
        </p:nvSpPr>
        <p:spPr>
          <a:xfrm>
            <a:off x="2980894" y="1772842"/>
            <a:ext cx="218599" cy="194310"/>
          </a:xfrm>
          <a:prstGeom prst="roundRect">
            <a:avLst>
              <a:gd name="adj" fmla="val 12500"/>
            </a:avLst>
          </a:prstGeom>
          <a:solidFill>
            <a:srgbClr val="F8FAFB"/>
          </a:solidFill>
          <a:ln w="5334">
            <a:solidFill>
              <a:srgbClr val="BECAD2"/>
            </a:solidFill>
          </a:ln>
        </p:spPr>
        <p:txBody>
          <a:bodyPr/>
          <a:lstStyle/>
          <a:p>
            <a:endParaRPr lang="zh-CN" altLang="en-US" sz="2000"/>
          </a:p>
        </p:txBody>
      </p:sp>
      <p:sp>
        <p:nvSpPr>
          <p:cNvPr id="104" name="human-motor-missing">
            <a:extLst>
              <a:ext uri="{FF2B5EF4-FFF2-40B4-BE49-F238E27FC236}">
                <a16:creationId xmlns:a16="http://schemas.microsoft.com/office/drawing/2014/main" id="{7A1B0B7C-4379-4045-BB3E-201CA862BB36}"/>
              </a:ext>
            </a:extLst>
          </p:cNvPr>
          <p:cNvSpPr>
            <a:spLocks noGrp="1"/>
          </p:cNvSpPr>
          <p:nvPr/>
        </p:nvSpPr>
        <p:spPr>
          <a:xfrm flipV="1">
            <a:off x="3003754" y="1795702"/>
            <a:ext cx="145733" cy="121444"/>
          </a:xfrm>
          <a:prstGeom prst="line">
            <a:avLst/>
          </a:prstGeom>
          <a:noFill/>
          <a:ln w="6858">
            <a:solidFill>
              <a:srgbClr val="B1BEC8"/>
            </a:solidFill>
          </a:ln>
        </p:spPr>
        <p:txBody>
          <a:bodyPr/>
          <a:lstStyle/>
          <a:p>
            <a:endParaRPr lang="zh-CN" altLang="en-US" sz="2000"/>
          </a:p>
        </p:txBody>
      </p:sp>
      <p:sp>
        <p:nvSpPr>
          <p:cNvPr id="105" name="source-label-availability-12">
            <a:extLst>
              <a:ext uri="{FF2B5EF4-FFF2-40B4-BE49-F238E27FC236}">
                <a16:creationId xmlns:a16="http://schemas.microsoft.com/office/drawing/2014/main" id="{E41477F8-B84C-48C6-BF8A-4530011C7CB6}"/>
              </a:ext>
            </a:extLst>
          </p:cNvPr>
          <p:cNvSpPr>
            <a:spLocks noGrp="1"/>
          </p:cNvSpPr>
          <p:nvPr/>
        </p:nvSpPr>
        <p:spPr>
          <a:xfrm>
            <a:off x="3217114" y="1772842"/>
            <a:ext cx="218599" cy="194310"/>
          </a:xfrm>
          <a:prstGeom prst="roundRect">
            <a:avLst>
              <a:gd name="adj" fmla="val 12500"/>
            </a:avLst>
          </a:prstGeom>
          <a:solidFill>
            <a:srgbClr val="9CBCAE"/>
          </a:solidFill>
          <a:ln w="5334">
            <a:solidFill>
              <a:srgbClr val="8FA7B6"/>
            </a:solidFill>
          </a:ln>
        </p:spPr>
        <p:txBody>
          <a:bodyPr/>
          <a:lstStyle/>
          <a:p>
            <a:endParaRPr lang="zh-CN" altLang="en-US" sz="2000"/>
          </a:p>
        </p:txBody>
      </p:sp>
      <p:sp>
        <p:nvSpPr>
          <p:cNvPr id="106" name="view-canvas-label">
            <a:extLst>
              <a:ext uri="{FF2B5EF4-FFF2-40B4-BE49-F238E27FC236}">
                <a16:creationId xmlns:a16="http://schemas.microsoft.com/office/drawing/2014/main" id="{918F7C27-A0A9-4041-9D75-7CDDF7C2A8EF}"/>
              </a:ext>
            </a:extLst>
          </p:cNvPr>
          <p:cNvSpPr>
            <a:spLocks noGrp="1"/>
          </p:cNvSpPr>
          <p:nvPr/>
        </p:nvSpPr>
        <p:spPr>
          <a:xfrm>
            <a:off x="2142779" y="2076450"/>
            <a:ext cx="1440180" cy="198120"/>
          </a:xfrm>
          <a:prstGeom prst="rect">
            <a:avLst/>
          </a:prstGeom>
          <a:noFill/>
          <a:ln w="0">
            <a:noFill/>
          </a:ln>
        </p:spPr>
        <p:txBody>
          <a:bodyPr wrap="none" lIns="0" tIns="0" rIns="0" bIns="0" anchor="ctr">
            <a:noAutofit/>
          </a:bodyPr>
          <a:lstStyle/>
          <a:p>
            <a:pPr algn="ctr">
              <a:defRPr sz="1200" i="0">
                <a:solidFill>
                  <a:srgbClr val="202B33"/>
                </a:solidFill>
                <a:latin typeface="Toppan Bunkyu Mincho Regular"/>
                <a:ea typeface="Toppan Bunkyu Mincho Regular"/>
                <a:cs typeface="Toppan Bunkyu Mincho Regular"/>
              </a:defRPr>
            </a:pPr>
            <a:r>
              <a:rPr sz="1600" i="0" dirty="0">
                <a:solidFill>
                  <a:srgbClr val="202B33"/>
                </a:solidFill>
                <a:latin typeface="Toppan Bunkyu Mincho Regular"/>
                <a:ea typeface="Toppan Bunkyu Mincho Regular"/>
                <a:cs typeface="Toppan Bunkyu Mincho Regular"/>
              </a:rPr>
              <a:t>Fixed view canvas</a:t>
            </a:r>
          </a:p>
        </p:txBody>
      </p:sp>
      <p:sp>
        <p:nvSpPr>
          <p:cNvPr id="107" name="view-canvas-top">
            <a:extLst>
              <a:ext uri="{FF2B5EF4-FFF2-40B4-BE49-F238E27FC236}">
                <a16:creationId xmlns:a16="http://schemas.microsoft.com/office/drawing/2014/main" id="{75EDDF44-24A4-4B72-AD0F-3636653A5351}"/>
              </a:ext>
            </a:extLst>
          </p:cNvPr>
          <p:cNvSpPr>
            <a:spLocks noGrp="1"/>
          </p:cNvSpPr>
          <p:nvPr/>
        </p:nvSpPr>
        <p:spPr>
          <a:xfrm>
            <a:off x="2164080" y="2346960"/>
            <a:ext cx="990600" cy="45720"/>
          </a:xfrm>
          <a:custGeom>
            <a:avLst/>
            <a:gdLst/>
            <a:ahLst/>
            <a:cxnLst/>
            <a:rect l="0" t="0" r="0" b="0"/>
            <a:pathLst>
              <a:path w="1238250" h="57150">
                <a:moveTo>
                  <a:pt x="0" y="57150"/>
                </a:moveTo>
                <a:lnTo>
                  <a:pt x="57150" y="0"/>
                </a:lnTo>
                <a:lnTo>
                  <a:pt x="1238250" y="0"/>
                </a:lnTo>
                <a:lnTo>
                  <a:pt x="1181100" y="57150"/>
                </a:lnTo>
                <a:close/>
              </a:path>
            </a:pathLst>
          </a:custGeom>
          <a:solidFill>
            <a:srgbClr val="F9FAFD"/>
          </a:solidFill>
          <a:ln w="11430">
            <a:solidFill>
              <a:srgbClr val="63788A"/>
            </a:solidFill>
          </a:ln>
        </p:spPr>
        <p:txBody>
          <a:bodyPr/>
          <a:lstStyle/>
          <a:p>
            <a:endParaRPr lang="zh-CN" altLang="en-US" sz="2000"/>
          </a:p>
        </p:txBody>
      </p:sp>
      <p:sp>
        <p:nvSpPr>
          <p:cNvPr id="108" name="view-canvas-side">
            <a:extLst>
              <a:ext uri="{FF2B5EF4-FFF2-40B4-BE49-F238E27FC236}">
                <a16:creationId xmlns:a16="http://schemas.microsoft.com/office/drawing/2014/main" id="{24DA6E36-4978-4592-AE74-D015A547A3D4}"/>
              </a:ext>
            </a:extLst>
          </p:cNvPr>
          <p:cNvSpPr>
            <a:spLocks noGrp="1"/>
          </p:cNvSpPr>
          <p:nvPr/>
        </p:nvSpPr>
        <p:spPr>
          <a:xfrm>
            <a:off x="3108960" y="2346960"/>
            <a:ext cx="45720" cy="480060"/>
          </a:xfrm>
          <a:custGeom>
            <a:avLst/>
            <a:gdLst/>
            <a:ahLst/>
            <a:cxnLst/>
            <a:rect l="0" t="0" r="0" b="0"/>
            <a:pathLst>
              <a:path w="57150" h="600075">
                <a:moveTo>
                  <a:pt x="0" y="57150"/>
                </a:moveTo>
                <a:lnTo>
                  <a:pt x="57150" y="0"/>
                </a:lnTo>
                <a:lnTo>
                  <a:pt x="57150" y="542925"/>
                </a:lnTo>
                <a:lnTo>
                  <a:pt x="0" y="600075"/>
                </a:lnTo>
                <a:close/>
              </a:path>
            </a:pathLst>
          </a:custGeom>
          <a:solidFill>
            <a:srgbClr val="C2CFDA"/>
          </a:solidFill>
          <a:ln w="11430">
            <a:solidFill>
              <a:srgbClr val="63788A"/>
            </a:solidFill>
          </a:ln>
        </p:spPr>
        <p:txBody>
          <a:bodyPr/>
          <a:lstStyle/>
          <a:p>
            <a:endParaRPr lang="zh-CN" altLang="en-US" sz="2000"/>
          </a:p>
        </p:txBody>
      </p:sp>
      <p:sp>
        <p:nvSpPr>
          <p:cNvPr id="109" name="view-canvas-front">
            <a:extLst>
              <a:ext uri="{FF2B5EF4-FFF2-40B4-BE49-F238E27FC236}">
                <a16:creationId xmlns:a16="http://schemas.microsoft.com/office/drawing/2014/main" id="{ABB07AA3-21E2-4A0C-BD1A-E9A4ED27B252}"/>
              </a:ext>
            </a:extLst>
          </p:cNvPr>
          <p:cNvSpPr>
            <a:spLocks noGrp="1"/>
          </p:cNvSpPr>
          <p:nvPr/>
        </p:nvSpPr>
        <p:spPr>
          <a:xfrm>
            <a:off x="2164080" y="2392680"/>
            <a:ext cx="944880" cy="434340"/>
          </a:xfrm>
          <a:prstGeom prst="rect">
            <a:avLst/>
          </a:prstGeom>
          <a:solidFill>
            <a:srgbClr val="EEF2F5"/>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110" name="view-region-0">
            <a:extLst>
              <a:ext uri="{FF2B5EF4-FFF2-40B4-BE49-F238E27FC236}">
                <a16:creationId xmlns:a16="http://schemas.microsoft.com/office/drawing/2014/main" id="{3B2A44A7-27F3-49DC-80C2-4160CB136A18}"/>
              </a:ext>
            </a:extLst>
          </p:cNvPr>
          <p:cNvSpPr>
            <a:spLocks noGrp="1"/>
          </p:cNvSpPr>
          <p:nvPr/>
        </p:nvSpPr>
        <p:spPr>
          <a:xfrm>
            <a:off x="2217420" y="2453640"/>
            <a:ext cx="388620" cy="304800"/>
          </a:xfrm>
          <a:prstGeom prst="roundRect">
            <a:avLst>
              <a:gd name="adj" fmla="val 2500"/>
            </a:avLst>
          </a:prstGeom>
          <a:solidFill>
            <a:srgbClr val="CFDCE7"/>
          </a:solidFill>
          <a:ln w="5334">
            <a:solidFill>
              <a:srgbClr val="A1B3BF"/>
            </a:solidFill>
          </a:ln>
        </p:spPr>
        <p:txBody>
          <a:bodyPr/>
          <a:lstStyle/>
          <a:p>
            <a:endParaRPr lang="zh-CN" altLang="en-US" sz="2000"/>
          </a:p>
        </p:txBody>
      </p:sp>
      <p:sp>
        <p:nvSpPr>
          <p:cNvPr id="111" name="view-patch-000">
            <a:extLst>
              <a:ext uri="{FF2B5EF4-FFF2-40B4-BE49-F238E27FC236}">
                <a16:creationId xmlns:a16="http://schemas.microsoft.com/office/drawing/2014/main" id="{0328EB3D-13B2-4633-AC2E-153079E1EB76}"/>
              </a:ext>
            </a:extLst>
          </p:cNvPr>
          <p:cNvSpPr>
            <a:spLocks noGrp="1"/>
          </p:cNvSpPr>
          <p:nvPr/>
        </p:nvSpPr>
        <p:spPr>
          <a:xfrm>
            <a:off x="2247900" y="2484120"/>
            <a:ext cx="91440" cy="53340"/>
          </a:xfrm>
          <a:prstGeom prst="rect">
            <a:avLst/>
          </a:prstGeom>
          <a:solidFill>
            <a:srgbClr val="B4C6D5"/>
          </a:solidFill>
          <a:ln w="0">
            <a:noFill/>
          </a:ln>
        </p:spPr>
        <p:txBody>
          <a:bodyPr/>
          <a:lstStyle/>
          <a:p>
            <a:endParaRPr lang="zh-CN" altLang="en-US" sz="2000"/>
          </a:p>
        </p:txBody>
      </p:sp>
      <p:sp>
        <p:nvSpPr>
          <p:cNvPr id="112" name="view-patch-001">
            <a:extLst>
              <a:ext uri="{FF2B5EF4-FFF2-40B4-BE49-F238E27FC236}">
                <a16:creationId xmlns:a16="http://schemas.microsoft.com/office/drawing/2014/main" id="{128822C7-4A0B-41CA-BF9D-1493560C526E}"/>
              </a:ext>
            </a:extLst>
          </p:cNvPr>
          <p:cNvSpPr>
            <a:spLocks noGrp="1"/>
          </p:cNvSpPr>
          <p:nvPr/>
        </p:nvSpPr>
        <p:spPr>
          <a:xfrm>
            <a:off x="2362200" y="2484120"/>
            <a:ext cx="91440" cy="53340"/>
          </a:xfrm>
          <a:prstGeom prst="rect">
            <a:avLst/>
          </a:prstGeom>
          <a:solidFill>
            <a:srgbClr val="DAE4EB"/>
          </a:solidFill>
          <a:ln w="0">
            <a:noFill/>
          </a:ln>
        </p:spPr>
        <p:txBody>
          <a:bodyPr/>
          <a:lstStyle/>
          <a:p>
            <a:endParaRPr lang="zh-CN" altLang="en-US" sz="2000"/>
          </a:p>
        </p:txBody>
      </p:sp>
      <p:sp>
        <p:nvSpPr>
          <p:cNvPr id="113" name="view-patch-002">
            <a:extLst>
              <a:ext uri="{FF2B5EF4-FFF2-40B4-BE49-F238E27FC236}">
                <a16:creationId xmlns:a16="http://schemas.microsoft.com/office/drawing/2014/main" id="{7E60A14A-C4B6-4B6A-825B-9AA2C0BA0B42}"/>
              </a:ext>
            </a:extLst>
          </p:cNvPr>
          <p:cNvSpPr>
            <a:spLocks noGrp="1"/>
          </p:cNvSpPr>
          <p:nvPr/>
        </p:nvSpPr>
        <p:spPr>
          <a:xfrm>
            <a:off x="2476500" y="2484120"/>
            <a:ext cx="91440" cy="53340"/>
          </a:xfrm>
          <a:prstGeom prst="rect">
            <a:avLst/>
          </a:prstGeom>
          <a:solidFill>
            <a:srgbClr val="91ACBF"/>
          </a:solidFill>
          <a:ln w="0">
            <a:noFill/>
          </a:ln>
        </p:spPr>
        <p:txBody>
          <a:bodyPr/>
          <a:lstStyle/>
          <a:p>
            <a:endParaRPr lang="zh-CN" altLang="en-US" sz="2000"/>
          </a:p>
        </p:txBody>
      </p:sp>
      <p:sp>
        <p:nvSpPr>
          <p:cNvPr id="114" name="view-patch-010">
            <a:extLst>
              <a:ext uri="{FF2B5EF4-FFF2-40B4-BE49-F238E27FC236}">
                <a16:creationId xmlns:a16="http://schemas.microsoft.com/office/drawing/2014/main" id="{40B666AA-2583-452E-B58C-D332AD07297F}"/>
              </a:ext>
            </a:extLst>
          </p:cNvPr>
          <p:cNvSpPr>
            <a:spLocks noGrp="1"/>
          </p:cNvSpPr>
          <p:nvPr/>
        </p:nvSpPr>
        <p:spPr>
          <a:xfrm>
            <a:off x="2247900" y="2560320"/>
            <a:ext cx="91440" cy="53340"/>
          </a:xfrm>
          <a:prstGeom prst="rect">
            <a:avLst/>
          </a:prstGeom>
          <a:solidFill>
            <a:srgbClr val="B9783D"/>
          </a:solidFill>
          <a:ln w="0">
            <a:noFill/>
          </a:ln>
        </p:spPr>
        <p:txBody>
          <a:bodyPr/>
          <a:lstStyle/>
          <a:p>
            <a:endParaRPr lang="zh-CN" altLang="en-US" sz="2000"/>
          </a:p>
        </p:txBody>
      </p:sp>
      <p:sp>
        <p:nvSpPr>
          <p:cNvPr id="115" name="view-patch-011">
            <a:extLst>
              <a:ext uri="{FF2B5EF4-FFF2-40B4-BE49-F238E27FC236}">
                <a16:creationId xmlns:a16="http://schemas.microsoft.com/office/drawing/2014/main" id="{D884D759-E5A7-48D6-BDDF-4FD16717317E}"/>
              </a:ext>
            </a:extLst>
          </p:cNvPr>
          <p:cNvSpPr>
            <a:spLocks noGrp="1"/>
          </p:cNvSpPr>
          <p:nvPr/>
        </p:nvSpPr>
        <p:spPr>
          <a:xfrm>
            <a:off x="2362200" y="2560320"/>
            <a:ext cx="91440" cy="53340"/>
          </a:xfrm>
          <a:prstGeom prst="rect">
            <a:avLst/>
          </a:prstGeom>
          <a:solidFill>
            <a:srgbClr val="91ACBF"/>
          </a:solidFill>
          <a:ln w="0">
            <a:noFill/>
          </a:ln>
        </p:spPr>
        <p:txBody>
          <a:bodyPr/>
          <a:lstStyle/>
          <a:p>
            <a:endParaRPr lang="zh-CN" altLang="en-US" sz="2000"/>
          </a:p>
        </p:txBody>
      </p:sp>
      <p:sp>
        <p:nvSpPr>
          <p:cNvPr id="116" name="view-patch-012">
            <a:extLst>
              <a:ext uri="{FF2B5EF4-FFF2-40B4-BE49-F238E27FC236}">
                <a16:creationId xmlns:a16="http://schemas.microsoft.com/office/drawing/2014/main" id="{20A64E9A-6E50-4B72-B68D-2377B72B32F1}"/>
              </a:ext>
            </a:extLst>
          </p:cNvPr>
          <p:cNvSpPr>
            <a:spLocks noGrp="1"/>
          </p:cNvSpPr>
          <p:nvPr/>
        </p:nvSpPr>
        <p:spPr>
          <a:xfrm>
            <a:off x="2476500" y="2560320"/>
            <a:ext cx="91440" cy="53340"/>
          </a:xfrm>
          <a:prstGeom prst="rect">
            <a:avLst/>
          </a:prstGeom>
          <a:solidFill>
            <a:srgbClr val="B4C6D5"/>
          </a:solidFill>
          <a:ln w="0">
            <a:noFill/>
          </a:ln>
        </p:spPr>
        <p:txBody>
          <a:bodyPr/>
          <a:lstStyle/>
          <a:p>
            <a:endParaRPr lang="zh-CN" altLang="en-US" sz="2000"/>
          </a:p>
        </p:txBody>
      </p:sp>
      <p:sp>
        <p:nvSpPr>
          <p:cNvPr id="117" name="view-patch-020">
            <a:extLst>
              <a:ext uri="{FF2B5EF4-FFF2-40B4-BE49-F238E27FC236}">
                <a16:creationId xmlns:a16="http://schemas.microsoft.com/office/drawing/2014/main" id="{CA7003FF-02AF-4657-8F51-DC534EABA938}"/>
              </a:ext>
            </a:extLst>
          </p:cNvPr>
          <p:cNvSpPr>
            <a:spLocks noGrp="1"/>
          </p:cNvSpPr>
          <p:nvPr/>
        </p:nvSpPr>
        <p:spPr>
          <a:xfrm>
            <a:off x="2247900" y="2636520"/>
            <a:ext cx="91440" cy="53340"/>
          </a:xfrm>
          <a:prstGeom prst="rect">
            <a:avLst/>
          </a:prstGeom>
          <a:solidFill>
            <a:srgbClr val="91ACBF"/>
          </a:solidFill>
          <a:ln w="0">
            <a:noFill/>
          </a:ln>
        </p:spPr>
        <p:txBody>
          <a:bodyPr/>
          <a:lstStyle/>
          <a:p>
            <a:endParaRPr lang="zh-CN" altLang="en-US" sz="2000"/>
          </a:p>
        </p:txBody>
      </p:sp>
      <p:sp>
        <p:nvSpPr>
          <p:cNvPr id="118" name="view-patch-021">
            <a:extLst>
              <a:ext uri="{FF2B5EF4-FFF2-40B4-BE49-F238E27FC236}">
                <a16:creationId xmlns:a16="http://schemas.microsoft.com/office/drawing/2014/main" id="{85F49D7F-CECE-46A9-811A-DA6D5844C037}"/>
              </a:ext>
            </a:extLst>
          </p:cNvPr>
          <p:cNvSpPr>
            <a:spLocks noGrp="1"/>
          </p:cNvSpPr>
          <p:nvPr/>
        </p:nvSpPr>
        <p:spPr>
          <a:xfrm>
            <a:off x="2362200" y="2636520"/>
            <a:ext cx="91440" cy="53340"/>
          </a:xfrm>
          <a:prstGeom prst="rect">
            <a:avLst/>
          </a:prstGeom>
          <a:solidFill>
            <a:srgbClr val="B4C6D5"/>
          </a:solidFill>
          <a:ln w="0">
            <a:noFill/>
          </a:ln>
        </p:spPr>
        <p:txBody>
          <a:bodyPr/>
          <a:lstStyle/>
          <a:p>
            <a:endParaRPr lang="zh-CN" altLang="en-US" sz="2000"/>
          </a:p>
        </p:txBody>
      </p:sp>
      <p:sp>
        <p:nvSpPr>
          <p:cNvPr id="119" name="view-patch-022">
            <a:extLst>
              <a:ext uri="{FF2B5EF4-FFF2-40B4-BE49-F238E27FC236}">
                <a16:creationId xmlns:a16="http://schemas.microsoft.com/office/drawing/2014/main" id="{0A222FD8-02B1-41E8-8EC0-A3229B197045}"/>
              </a:ext>
            </a:extLst>
          </p:cNvPr>
          <p:cNvSpPr>
            <a:spLocks noGrp="1"/>
          </p:cNvSpPr>
          <p:nvPr/>
        </p:nvSpPr>
        <p:spPr>
          <a:xfrm>
            <a:off x="2476500" y="2636520"/>
            <a:ext cx="91440" cy="53340"/>
          </a:xfrm>
          <a:prstGeom prst="rect">
            <a:avLst/>
          </a:prstGeom>
          <a:solidFill>
            <a:srgbClr val="DAE4EB"/>
          </a:solidFill>
          <a:ln w="0">
            <a:noFill/>
          </a:ln>
        </p:spPr>
        <p:txBody>
          <a:bodyPr/>
          <a:lstStyle/>
          <a:p>
            <a:endParaRPr lang="zh-CN" altLang="en-US" sz="2000"/>
          </a:p>
        </p:txBody>
      </p:sp>
      <p:sp>
        <p:nvSpPr>
          <p:cNvPr id="120" name="view-region-1">
            <a:extLst>
              <a:ext uri="{FF2B5EF4-FFF2-40B4-BE49-F238E27FC236}">
                <a16:creationId xmlns:a16="http://schemas.microsoft.com/office/drawing/2014/main" id="{37FD9F2B-B072-46BD-8633-F51F1393BBFB}"/>
              </a:ext>
            </a:extLst>
          </p:cNvPr>
          <p:cNvSpPr>
            <a:spLocks noGrp="1"/>
          </p:cNvSpPr>
          <p:nvPr/>
        </p:nvSpPr>
        <p:spPr>
          <a:xfrm>
            <a:off x="2659380" y="2453640"/>
            <a:ext cx="388620" cy="304800"/>
          </a:xfrm>
          <a:prstGeom prst="roundRect">
            <a:avLst>
              <a:gd name="adj" fmla="val 2500"/>
            </a:avLst>
          </a:prstGeom>
          <a:solidFill>
            <a:srgbClr val="DDE6EB"/>
          </a:solidFill>
          <a:ln w="5334">
            <a:solidFill>
              <a:srgbClr val="A1B3BF"/>
            </a:solidFill>
          </a:ln>
        </p:spPr>
        <p:txBody>
          <a:bodyPr/>
          <a:lstStyle/>
          <a:p>
            <a:endParaRPr lang="zh-CN" altLang="en-US" sz="2000"/>
          </a:p>
        </p:txBody>
      </p:sp>
      <p:sp>
        <p:nvSpPr>
          <p:cNvPr id="121" name="view-patch-100">
            <a:extLst>
              <a:ext uri="{FF2B5EF4-FFF2-40B4-BE49-F238E27FC236}">
                <a16:creationId xmlns:a16="http://schemas.microsoft.com/office/drawing/2014/main" id="{06FAA520-4244-4244-9E27-8932821B832C}"/>
              </a:ext>
            </a:extLst>
          </p:cNvPr>
          <p:cNvSpPr>
            <a:spLocks noGrp="1"/>
          </p:cNvSpPr>
          <p:nvPr/>
        </p:nvSpPr>
        <p:spPr>
          <a:xfrm>
            <a:off x="2689860" y="2484120"/>
            <a:ext cx="91440" cy="53340"/>
          </a:xfrm>
          <a:prstGeom prst="rect">
            <a:avLst/>
          </a:prstGeom>
          <a:solidFill>
            <a:srgbClr val="DAE4EB"/>
          </a:solidFill>
          <a:ln w="0">
            <a:noFill/>
          </a:ln>
        </p:spPr>
        <p:txBody>
          <a:bodyPr/>
          <a:lstStyle/>
          <a:p>
            <a:endParaRPr lang="zh-CN" altLang="en-US" sz="2000"/>
          </a:p>
        </p:txBody>
      </p:sp>
      <p:sp>
        <p:nvSpPr>
          <p:cNvPr id="122" name="view-patch-101">
            <a:extLst>
              <a:ext uri="{FF2B5EF4-FFF2-40B4-BE49-F238E27FC236}">
                <a16:creationId xmlns:a16="http://schemas.microsoft.com/office/drawing/2014/main" id="{4EF851C2-C966-46A4-9A6C-CFF381E6F286}"/>
              </a:ext>
            </a:extLst>
          </p:cNvPr>
          <p:cNvSpPr>
            <a:spLocks noGrp="1"/>
          </p:cNvSpPr>
          <p:nvPr/>
        </p:nvSpPr>
        <p:spPr>
          <a:xfrm>
            <a:off x="2804160" y="2484120"/>
            <a:ext cx="91440" cy="53340"/>
          </a:xfrm>
          <a:prstGeom prst="rect">
            <a:avLst/>
          </a:prstGeom>
          <a:solidFill>
            <a:srgbClr val="91ACBF"/>
          </a:solidFill>
          <a:ln w="0">
            <a:noFill/>
          </a:ln>
        </p:spPr>
        <p:txBody>
          <a:bodyPr/>
          <a:lstStyle/>
          <a:p>
            <a:endParaRPr lang="zh-CN" altLang="en-US" sz="2000"/>
          </a:p>
        </p:txBody>
      </p:sp>
      <p:sp>
        <p:nvSpPr>
          <p:cNvPr id="123" name="view-patch-102">
            <a:extLst>
              <a:ext uri="{FF2B5EF4-FFF2-40B4-BE49-F238E27FC236}">
                <a16:creationId xmlns:a16="http://schemas.microsoft.com/office/drawing/2014/main" id="{DCBA2D01-17EC-4EC7-976A-EA8A58E07F58}"/>
              </a:ext>
            </a:extLst>
          </p:cNvPr>
          <p:cNvSpPr>
            <a:spLocks noGrp="1"/>
          </p:cNvSpPr>
          <p:nvPr/>
        </p:nvSpPr>
        <p:spPr>
          <a:xfrm>
            <a:off x="2918460" y="2484120"/>
            <a:ext cx="91440" cy="53340"/>
          </a:xfrm>
          <a:prstGeom prst="rect">
            <a:avLst/>
          </a:prstGeom>
          <a:solidFill>
            <a:srgbClr val="B4C6D5"/>
          </a:solidFill>
          <a:ln w="0">
            <a:noFill/>
          </a:ln>
        </p:spPr>
        <p:txBody>
          <a:bodyPr/>
          <a:lstStyle/>
          <a:p>
            <a:endParaRPr lang="zh-CN" altLang="en-US" sz="2000"/>
          </a:p>
        </p:txBody>
      </p:sp>
      <p:sp>
        <p:nvSpPr>
          <p:cNvPr id="124" name="view-patch-110">
            <a:extLst>
              <a:ext uri="{FF2B5EF4-FFF2-40B4-BE49-F238E27FC236}">
                <a16:creationId xmlns:a16="http://schemas.microsoft.com/office/drawing/2014/main" id="{8C6F1BA5-BE2B-449A-B6BB-3E77284EEA4D}"/>
              </a:ext>
            </a:extLst>
          </p:cNvPr>
          <p:cNvSpPr>
            <a:spLocks noGrp="1"/>
          </p:cNvSpPr>
          <p:nvPr/>
        </p:nvSpPr>
        <p:spPr>
          <a:xfrm>
            <a:off x="2689860" y="2560320"/>
            <a:ext cx="91440" cy="53340"/>
          </a:xfrm>
          <a:prstGeom prst="rect">
            <a:avLst/>
          </a:prstGeom>
          <a:solidFill>
            <a:srgbClr val="91ACBF"/>
          </a:solidFill>
          <a:ln w="0">
            <a:noFill/>
          </a:ln>
        </p:spPr>
        <p:txBody>
          <a:bodyPr/>
          <a:lstStyle/>
          <a:p>
            <a:endParaRPr lang="zh-CN" altLang="en-US" sz="2000"/>
          </a:p>
        </p:txBody>
      </p:sp>
      <p:sp>
        <p:nvSpPr>
          <p:cNvPr id="125" name="view-patch-111">
            <a:extLst>
              <a:ext uri="{FF2B5EF4-FFF2-40B4-BE49-F238E27FC236}">
                <a16:creationId xmlns:a16="http://schemas.microsoft.com/office/drawing/2014/main" id="{C457E968-FF0B-4756-BDD8-9B727A0A6B9C}"/>
              </a:ext>
            </a:extLst>
          </p:cNvPr>
          <p:cNvSpPr>
            <a:spLocks noGrp="1"/>
          </p:cNvSpPr>
          <p:nvPr/>
        </p:nvSpPr>
        <p:spPr>
          <a:xfrm>
            <a:off x="2804160" y="2560320"/>
            <a:ext cx="91440" cy="53340"/>
          </a:xfrm>
          <a:prstGeom prst="rect">
            <a:avLst/>
          </a:prstGeom>
          <a:solidFill>
            <a:srgbClr val="B9783D"/>
          </a:solidFill>
          <a:ln w="0">
            <a:noFill/>
          </a:ln>
        </p:spPr>
        <p:txBody>
          <a:bodyPr/>
          <a:lstStyle/>
          <a:p>
            <a:endParaRPr lang="zh-CN" altLang="en-US" sz="2000"/>
          </a:p>
        </p:txBody>
      </p:sp>
      <p:sp>
        <p:nvSpPr>
          <p:cNvPr id="126" name="view-patch-112">
            <a:extLst>
              <a:ext uri="{FF2B5EF4-FFF2-40B4-BE49-F238E27FC236}">
                <a16:creationId xmlns:a16="http://schemas.microsoft.com/office/drawing/2014/main" id="{6DC672E5-A86F-4EE7-9635-0F1071ACD81D}"/>
              </a:ext>
            </a:extLst>
          </p:cNvPr>
          <p:cNvSpPr>
            <a:spLocks noGrp="1"/>
          </p:cNvSpPr>
          <p:nvPr/>
        </p:nvSpPr>
        <p:spPr>
          <a:xfrm>
            <a:off x="2918460" y="2560320"/>
            <a:ext cx="91440" cy="53340"/>
          </a:xfrm>
          <a:prstGeom prst="rect">
            <a:avLst/>
          </a:prstGeom>
          <a:solidFill>
            <a:srgbClr val="DAE4EB"/>
          </a:solidFill>
          <a:ln w="0">
            <a:noFill/>
          </a:ln>
        </p:spPr>
        <p:txBody>
          <a:bodyPr/>
          <a:lstStyle/>
          <a:p>
            <a:endParaRPr lang="zh-CN" altLang="en-US" sz="2000"/>
          </a:p>
        </p:txBody>
      </p:sp>
      <p:sp>
        <p:nvSpPr>
          <p:cNvPr id="127" name="view-patch-120">
            <a:extLst>
              <a:ext uri="{FF2B5EF4-FFF2-40B4-BE49-F238E27FC236}">
                <a16:creationId xmlns:a16="http://schemas.microsoft.com/office/drawing/2014/main" id="{4B833422-062C-4E36-9155-E35C01335893}"/>
              </a:ext>
            </a:extLst>
          </p:cNvPr>
          <p:cNvSpPr>
            <a:spLocks noGrp="1"/>
          </p:cNvSpPr>
          <p:nvPr/>
        </p:nvSpPr>
        <p:spPr>
          <a:xfrm>
            <a:off x="2689860" y="2636520"/>
            <a:ext cx="91440" cy="53340"/>
          </a:xfrm>
          <a:prstGeom prst="rect">
            <a:avLst/>
          </a:prstGeom>
          <a:solidFill>
            <a:srgbClr val="B4C6D5"/>
          </a:solidFill>
          <a:ln w="0">
            <a:noFill/>
          </a:ln>
        </p:spPr>
        <p:txBody>
          <a:bodyPr/>
          <a:lstStyle/>
          <a:p>
            <a:endParaRPr lang="zh-CN" altLang="en-US" sz="2000"/>
          </a:p>
        </p:txBody>
      </p:sp>
      <p:sp>
        <p:nvSpPr>
          <p:cNvPr id="128" name="view-patch-121">
            <a:extLst>
              <a:ext uri="{FF2B5EF4-FFF2-40B4-BE49-F238E27FC236}">
                <a16:creationId xmlns:a16="http://schemas.microsoft.com/office/drawing/2014/main" id="{86B99A82-4A19-49CC-9062-6AB69F4C4232}"/>
              </a:ext>
            </a:extLst>
          </p:cNvPr>
          <p:cNvSpPr>
            <a:spLocks noGrp="1"/>
          </p:cNvSpPr>
          <p:nvPr/>
        </p:nvSpPr>
        <p:spPr>
          <a:xfrm>
            <a:off x="2804160" y="2636520"/>
            <a:ext cx="91440" cy="53340"/>
          </a:xfrm>
          <a:prstGeom prst="rect">
            <a:avLst/>
          </a:prstGeom>
          <a:solidFill>
            <a:srgbClr val="DAE4EB"/>
          </a:solidFill>
          <a:ln w="0">
            <a:noFill/>
          </a:ln>
        </p:spPr>
        <p:txBody>
          <a:bodyPr/>
          <a:lstStyle/>
          <a:p>
            <a:endParaRPr lang="zh-CN" altLang="en-US" sz="2000"/>
          </a:p>
        </p:txBody>
      </p:sp>
      <p:sp>
        <p:nvSpPr>
          <p:cNvPr id="129" name="view-patch-122">
            <a:extLst>
              <a:ext uri="{FF2B5EF4-FFF2-40B4-BE49-F238E27FC236}">
                <a16:creationId xmlns:a16="http://schemas.microsoft.com/office/drawing/2014/main" id="{0E287BB7-8D91-470D-AE61-C99221C08C7E}"/>
              </a:ext>
            </a:extLst>
          </p:cNvPr>
          <p:cNvSpPr>
            <a:spLocks noGrp="1"/>
          </p:cNvSpPr>
          <p:nvPr/>
        </p:nvSpPr>
        <p:spPr>
          <a:xfrm>
            <a:off x="2918460" y="2636520"/>
            <a:ext cx="91440" cy="53340"/>
          </a:xfrm>
          <a:prstGeom prst="rect">
            <a:avLst/>
          </a:prstGeom>
          <a:solidFill>
            <a:srgbClr val="91ACBF"/>
          </a:solidFill>
          <a:ln w="0">
            <a:noFill/>
          </a:ln>
        </p:spPr>
        <p:txBody>
          <a:bodyPr/>
          <a:lstStyle/>
          <a:p>
            <a:endParaRPr lang="zh-CN" altLang="en-US" sz="2000"/>
          </a:p>
        </p:txBody>
      </p:sp>
      <p:sp>
        <p:nvSpPr>
          <p:cNvPr id="130" name="Local block arrow 2">
            <a:extLst>
              <a:ext uri="{FF2B5EF4-FFF2-40B4-BE49-F238E27FC236}">
                <a16:creationId xmlns:a16="http://schemas.microsoft.com/office/drawing/2014/main" id="{A821C128-FE79-4DF0-A4CC-5DD06587539A}"/>
              </a:ext>
            </a:extLst>
          </p:cNvPr>
          <p:cNvSpPr>
            <a:spLocks noGrp="1"/>
          </p:cNvSpPr>
          <p:nvPr/>
        </p:nvSpPr>
        <p:spPr>
          <a:xfrm>
            <a:off x="1817679" y="2323592"/>
            <a:ext cx="320040" cy="236213"/>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132" name="video-encoding">
            <a:extLst>
              <a:ext uri="{FF2B5EF4-FFF2-40B4-BE49-F238E27FC236}">
                <a16:creationId xmlns:a16="http://schemas.microsoft.com/office/drawing/2014/main" id="{B1D96A08-05BE-43F4-801D-EFFFC4965854}"/>
              </a:ext>
            </a:extLst>
          </p:cNvPr>
          <p:cNvSpPr>
            <a:spLocks noGrp="1"/>
          </p:cNvSpPr>
          <p:nvPr/>
        </p:nvSpPr>
        <p:spPr>
          <a:xfrm>
            <a:off x="1703070" y="2941320"/>
            <a:ext cx="1866900" cy="365760"/>
          </a:xfrm>
          <a:prstGeom prst="roundRect">
            <a:avLst>
              <a:gd name="adj" fmla="val 8333"/>
            </a:avLst>
          </a:prstGeom>
          <a:solidFill>
            <a:srgbClr val="DDE4E8"/>
          </a:solidFill>
          <a:ln w="8382">
            <a:solidFill>
              <a:srgbClr val="788D9C"/>
            </a:solidFill>
          </a:ln>
        </p:spPr>
        <p:txBody>
          <a:bodyPr/>
          <a:lstStyle/>
          <a:p>
            <a:endParaRPr lang="zh-CN" altLang="en-US" sz="2000"/>
          </a:p>
        </p:txBody>
      </p:sp>
      <p:sp>
        <p:nvSpPr>
          <p:cNvPr id="133" name="video-encoding-title">
            <a:extLst>
              <a:ext uri="{FF2B5EF4-FFF2-40B4-BE49-F238E27FC236}">
                <a16:creationId xmlns:a16="http://schemas.microsoft.com/office/drawing/2014/main" id="{23F6C0D0-27B2-462B-9392-7DA418FD4919}"/>
              </a:ext>
            </a:extLst>
          </p:cNvPr>
          <p:cNvSpPr>
            <a:spLocks noGrp="1"/>
          </p:cNvSpPr>
          <p:nvPr/>
        </p:nvSpPr>
        <p:spPr>
          <a:xfrm>
            <a:off x="1729740" y="2994660"/>
            <a:ext cx="1813560" cy="259080"/>
          </a:xfrm>
          <a:prstGeom prst="rect">
            <a:avLst/>
          </a:prstGeom>
          <a:noFill/>
          <a:ln w="0">
            <a:noFill/>
          </a:ln>
        </p:spPr>
        <p:txBody>
          <a:bodyPr wrap="none" lIns="0" tIns="0" rIns="0" bIns="0" anchor="ctr">
            <a:noAutofit/>
          </a:bodyPr>
          <a:lstStyle/>
          <a:p>
            <a:pPr algn="ctr">
              <a:defRPr sz="1440" i="0">
                <a:solidFill>
                  <a:srgbClr val="202B33"/>
                </a:solidFill>
                <a:latin typeface="Toppan Bunkyu Mincho Regular"/>
                <a:ea typeface="Toppan Bunkyu Mincho Regular"/>
                <a:cs typeface="Toppan Bunkyu Mincho Regular"/>
              </a:defRPr>
            </a:pPr>
            <a:r>
              <a:rPr sz="1600" i="0">
                <a:solidFill>
                  <a:srgbClr val="202B33"/>
                </a:solidFill>
                <a:latin typeface="Toppan Bunkyu Mincho Regular"/>
                <a:ea typeface="Toppan Bunkyu Mincho Regular"/>
                <a:cs typeface="Toppan Bunkyu Mincho Regular"/>
              </a:rPr>
              <a:t>VAE Encoder</a:t>
            </a:r>
          </a:p>
        </p:txBody>
      </p:sp>
      <p:sp>
        <p:nvSpPr>
          <p:cNvPr id="134" name="encoder-frozen">
            <a:extLst>
              <a:ext uri="{FF2B5EF4-FFF2-40B4-BE49-F238E27FC236}">
                <a16:creationId xmlns:a16="http://schemas.microsoft.com/office/drawing/2014/main" id="{CEEA3890-8860-47A8-A386-A5529116341D}"/>
              </a:ext>
            </a:extLst>
          </p:cNvPr>
          <p:cNvSpPr>
            <a:spLocks noGrp="1"/>
          </p:cNvSpPr>
          <p:nvPr/>
        </p:nvSpPr>
        <p:spPr>
          <a:xfrm>
            <a:off x="1666000" y="3348269"/>
            <a:ext cx="1866900" cy="205740"/>
          </a:xfrm>
          <a:prstGeom prst="rect">
            <a:avLst/>
          </a:prstGeom>
          <a:noFill/>
          <a:ln w="0">
            <a:noFill/>
          </a:ln>
        </p:spPr>
        <p:txBody>
          <a:bodyPr wrap="none" lIns="0" tIns="0" rIns="0" bIns="0" anchor="ctr">
            <a:noAutofit/>
          </a:bodyPr>
          <a:lstStyle/>
          <a:p>
            <a:pPr algn="ctr">
              <a:defRPr sz="1080" i="0">
                <a:solidFill>
                  <a:srgbClr val="657580"/>
                </a:solidFill>
                <a:latin typeface="Toppan Bunkyu Mincho Regular"/>
                <a:ea typeface="Toppan Bunkyu Mincho Regular"/>
                <a:cs typeface="Toppan Bunkyu Mincho Regular"/>
              </a:defRPr>
            </a:pPr>
            <a:r>
              <a:rPr sz="1600" b="1" i="1" dirty="0">
                <a:solidFill>
                  <a:schemeClr val="accent4">
                    <a:lumMod val="50000"/>
                  </a:schemeClr>
                </a:solidFill>
                <a:latin typeface="Toppan Bunkyu Mincho Regular"/>
                <a:ea typeface="Toppan Bunkyu Mincho Regular"/>
                <a:cs typeface="Toppan Bunkyu Mincho Regular"/>
              </a:rPr>
              <a:t>Frozen</a:t>
            </a:r>
          </a:p>
        </p:txBody>
      </p:sp>
      <p:sp>
        <p:nvSpPr>
          <p:cNvPr id="135" name="Overall straight block arrow video-input">
            <a:extLst>
              <a:ext uri="{FF2B5EF4-FFF2-40B4-BE49-F238E27FC236}">
                <a16:creationId xmlns:a16="http://schemas.microsoft.com/office/drawing/2014/main" id="{D12B2902-9F20-439B-8318-C4A46A460BCC}"/>
              </a:ext>
            </a:extLst>
          </p:cNvPr>
          <p:cNvSpPr>
            <a:spLocks noGrp="1"/>
          </p:cNvSpPr>
          <p:nvPr/>
        </p:nvSpPr>
        <p:spPr>
          <a:xfrm>
            <a:off x="3619500" y="2879124"/>
            <a:ext cx="457200" cy="344136"/>
          </a:xfrm>
          <a:prstGeom prst="rightArrow">
            <a:avLst>
              <a:gd name="adj1" fmla="val 40000"/>
              <a:gd name="adj2" fmla="val 42000"/>
            </a:avLst>
          </a:prstGeom>
          <a:solidFill>
            <a:srgbClr val="862B36"/>
          </a:solidFill>
          <a:ln w="4953">
            <a:solidFill>
              <a:srgbClr val="6D2530"/>
            </a:solidFill>
          </a:ln>
        </p:spPr>
        <p:txBody>
          <a:bodyPr/>
          <a:lstStyle/>
          <a:p>
            <a:endParaRPr lang="zh-CN" altLang="en-US" sz="2000"/>
          </a:p>
        </p:txBody>
      </p:sp>
      <p:sp>
        <p:nvSpPr>
          <p:cNvPr id="136" name="action-source-panel">
            <a:extLst>
              <a:ext uri="{FF2B5EF4-FFF2-40B4-BE49-F238E27FC236}">
                <a16:creationId xmlns:a16="http://schemas.microsoft.com/office/drawing/2014/main" id="{6906C605-3A66-46F9-BCC7-20590BC57312}"/>
              </a:ext>
            </a:extLst>
          </p:cNvPr>
          <p:cNvSpPr>
            <a:spLocks noGrp="1"/>
          </p:cNvSpPr>
          <p:nvPr/>
        </p:nvSpPr>
        <p:spPr>
          <a:xfrm>
            <a:off x="228600" y="3733799"/>
            <a:ext cx="3404286" cy="2506357"/>
          </a:xfrm>
          <a:prstGeom prst="roundRect">
            <a:avLst>
              <a:gd name="adj" fmla="val 1869"/>
            </a:avLst>
          </a:prstGeom>
          <a:solidFill>
            <a:srgbClr val="EAF0ED"/>
          </a:solidFill>
          <a:ln w="8382">
            <a:solidFill>
              <a:srgbClr val="8EA39D"/>
            </a:solidFill>
          </a:ln>
        </p:spPr>
        <p:txBody>
          <a:bodyPr/>
          <a:lstStyle/>
          <a:p>
            <a:endParaRPr lang="zh-CN" altLang="en-US" sz="2000"/>
          </a:p>
        </p:txBody>
      </p:sp>
      <p:sp>
        <p:nvSpPr>
          <p:cNvPr id="137" name="action-source-title">
            <a:extLst>
              <a:ext uri="{FF2B5EF4-FFF2-40B4-BE49-F238E27FC236}">
                <a16:creationId xmlns:a16="http://schemas.microsoft.com/office/drawing/2014/main" id="{3BEE5262-9D83-4815-8EB9-D6D5F610A19A}"/>
              </a:ext>
            </a:extLst>
          </p:cNvPr>
          <p:cNvSpPr>
            <a:spLocks noGrp="1"/>
          </p:cNvSpPr>
          <p:nvPr/>
        </p:nvSpPr>
        <p:spPr>
          <a:xfrm>
            <a:off x="312420" y="3787140"/>
            <a:ext cx="3162300" cy="259080"/>
          </a:xfrm>
          <a:prstGeom prst="rect">
            <a:avLst/>
          </a:prstGeom>
          <a:noFill/>
          <a:ln w="0">
            <a:noFill/>
          </a:ln>
        </p:spPr>
        <p:txBody>
          <a:bodyPr wrap="none" lIns="0" tIns="0" rIns="0" bIns="0" anchor="ctr">
            <a:noAutofit/>
          </a:bodyPr>
          <a:lstStyle/>
          <a:p>
            <a:pPr algn="ctr">
              <a:defRPr sz="1560" i="0">
                <a:solidFill>
                  <a:srgbClr val="202B33"/>
                </a:solidFill>
                <a:latin typeface="Toppan Bunkyu Mincho Regular"/>
                <a:ea typeface="Toppan Bunkyu Mincho Regular"/>
                <a:cs typeface="Toppan Bunkyu Mincho Regular"/>
              </a:defRPr>
            </a:pPr>
            <a:r>
              <a:rPr sz="1600" i="0">
                <a:solidFill>
                  <a:srgbClr val="202B33"/>
                </a:solidFill>
                <a:latin typeface="Toppan Bunkyu Mincho Regular"/>
                <a:ea typeface="Toppan Bunkyu Mincho Regular"/>
                <a:cs typeface="Toppan Bunkyu Mincho Regular"/>
              </a:rPr>
              <a:t>Actions and visual effects</a:t>
            </a:r>
          </a:p>
        </p:txBody>
      </p:sp>
      <p:sp>
        <p:nvSpPr>
          <p:cNvPr id="138" name="source-normalization">
            <a:extLst>
              <a:ext uri="{FF2B5EF4-FFF2-40B4-BE49-F238E27FC236}">
                <a16:creationId xmlns:a16="http://schemas.microsoft.com/office/drawing/2014/main" id="{ADDB3DD3-2CDF-4EF8-848F-68E1282BE8E0}"/>
              </a:ext>
            </a:extLst>
          </p:cNvPr>
          <p:cNvSpPr>
            <a:spLocks noGrp="1"/>
          </p:cNvSpPr>
          <p:nvPr/>
        </p:nvSpPr>
        <p:spPr>
          <a:xfrm>
            <a:off x="327660" y="4114800"/>
            <a:ext cx="1074420" cy="457200"/>
          </a:xfrm>
          <a:prstGeom prst="roundRect">
            <a:avLst>
              <a:gd name="adj" fmla="val 6667"/>
            </a:avLst>
          </a:prstGeom>
          <a:solidFill>
            <a:srgbClr val="E6ECEF"/>
          </a:solidFill>
          <a:ln w="8382">
            <a:solidFill>
              <a:srgbClr val="8FA2AE"/>
            </a:solidFill>
          </a:ln>
        </p:spPr>
        <p:txBody>
          <a:bodyPr/>
          <a:lstStyle/>
          <a:p>
            <a:endParaRPr lang="zh-CN" altLang="en-US" sz="2000"/>
          </a:p>
        </p:txBody>
      </p:sp>
      <p:sp>
        <p:nvSpPr>
          <p:cNvPr id="139" name="source-normalization-label">
            <a:extLst>
              <a:ext uri="{FF2B5EF4-FFF2-40B4-BE49-F238E27FC236}">
                <a16:creationId xmlns:a16="http://schemas.microsoft.com/office/drawing/2014/main" id="{DECDAEE8-15D4-45D0-8A12-1E51F7217E49}"/>
              </a:ext>
            </a:extLst>
          </p:cNvPr>
          <p:cNvSpPr>
            <a:spLocks noGrp="1"/>
          </p:cNvSpPr>
          <p:nvPr/>
        </p:nvSpPr>
        <p:spPr>
          <a:xfrm>
            <a:off x="434340" y="4152900"/>
            <a:ext cx="929640" cy="381000"/>
          </a:xfrm>
          <a:prstGeom prst="rect">
            <a:avLst/>
          </a:prstGeom>
          <a:noFill/>
          <a:ln w="0">
            <a:noFill/>
          </a:ln>
        </p:spPr>
        <p:txBody>
          <a:bodyPr wrap="none" lIns="0" tIns="0" rIns="0" bIns="0" anchor="ctr">
            <a:noAutofit/>
          </a:bodyPr>
          <a:lstStyle/>
          <a:p>
            <a:pPr algn="ctr">
              <a:defRPr sz="1200" i="0">
                <a:solidFill>
                  <a:srgbClr val="202B33"/>
                </a:solidFill>
                <a:latin typeface="Toppan Bunkyu Mincho Regular"/>
                <a:ea typeface="Toppan Bunkyu Mincho Regular"/>
                <a:cs typeface="Toppan Bunkyu Mincho Regular"/>
              </a:defRPr>
            </a:pPr>
            <a:r>
              <a:rPr sz="1200" i="0" dirty="0">
                <a:solidFill>
                  <a:srgbClr val="202B33"/>
                </a:solidFill>
                <a:latin typeface="Toppan Bunkyu Mincho Regular"/>
                <a:ea typeface="Toppan Bunkyu Mincho Regular"/>
                <a:cs typeface="Toppan Bunkyu Mincho Regular"/>
              </a:rPr>
              <a:t>Source</a:t>
            </a:r>
          </a:p>
          <a:p>
            <a:pPr algn="ctr">
              <a:defRPr sz="1200" i="0">
                <a:solidFill>
                  <a:srgbClr val="202B33"/>
                </a:solidFill>
                <a:latin typeface="Toppan Bunkyu Mincho Regular"/>
                <a:ea typeface="Toppan Bunkyu Mincho Regular"/>
                <a:cs typeface="Toppan Bunkyu Mincho Regular"/>
              </a:defRPr>
            </a:pPr>
            <a:r>
              <a:rPr sz="1200" i="0" dirty="0">
                <a:solidFill>
                  <a:srgbClr val="202B33"/>
                </a:solidFill>
                <a:latin typeface="Toppan Bunkyu Mincho Regular"/>
                <a:ea typeface="Toppan Bunkyu Mincho Regular"/>
                <a:cs typeface="Toppan Bunkyu Mincho Regular"/>
              </a:rPr>
              <a:t>normalization</a:t>
            </a:r>
          </a:p>
        </p:txBody>
      </p:sp>
      <p:sp>
        <p:nvSpPr>
          <p:cNvPr id="140" name="Local block arrow 4">
            <a:extLst>
              <a:ext uri="{FF2B5EF4-FFF2-40B4-BE49-F238E27FC236}">
                <a16:creationId xmlns:a16="http://schemas.microsoft.com/office/drawing/2014/main" id="{A295D71F-3C02-4627-94B5-BE1EB6B12FDA}"/>
              </a:ext>
            </a:extLst>
          </p:cNvPr>
          <p:cNvSpPr>
            <a:spLocks noGrp="1"/>
          </p:cNvSpPr>
          <p:nvPr/>
        </p:nvSpPr>
        <p:spPr>
          <a:xfrm>
            <a:off x="1485900" y="4290060"/>
            <a:ext cx="18288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141" name="target-encoding">
            <a:extLst>
              <a:ext uri="{FF2B5EF4-FFF2-40B4-BE49-F238E27FC236}">
                <a16:creationId xmlns:a16="http://schemas.microsoft.com/office/drawing/2014/main" id="{FEA420C2-AFEE-4F7D-824A-D7BC0FBFA356}"/>
              </a:ext>
            </a:extLst>
          </p:cNvPr>
          <p:cNvSpPr>
            <a:spLocks noGrp="1"/>
          </p:cNvSpPr>
          <p:nvPr/>
        </p:nvSpPr>
        <p:spPr>
          <a:xfrm>
            <a:off x="1703070" y="4114800"/>
            <a:ext cx="1866900" cy="457200"/>
          </a:xfrm>
          <a:prstGeom prst="roundRect">
            <a:avLst>
              <a:gd name="adj" fmla="val 6667"/>
            </a:avLst>
          </a:prstGeom>
          <a:solidFill>
            <a:srgbClr val="DDE4E8"/>
          </a:solidFill>
          <a:ln w="8382">
            <a:solidFill>
              <a:srgbClr val="788D9C"/>
            </a:solidFill>
          </a:ln>
        </p:spPr>
        <p:txBody>
          <a:bodyPr/>
          <a:lstStyle/>
          <a:p>
            <a:endParaRPr lang="zh-CN" altLang="en-US" sz="2000"/>
          </a:p>
        </p:txBody>
      </p:sp>
      <p:sp>
        <p:nvSpPr>
          <p:cNvPr id="142" name="target-encoding-title">
            <a:extLst>
              <a:ext uri="{FF2B5EF4-FFF2-40B4-BE49-F238E27FC236}">
                <a16:creationId xmlns:a16="http://schemas.microsoft.com/office/drawing/2014/main" id="{315DA946-540C-4FB6-B06C-FB17A9A89956}"/>
              </a:ext>
            </a:extLst>
          </p:cNvPr>
          <p:cNvSpPr>
            <a:spLocks noGrp="1"/>
          </p:cNvSpPr>
          <p:nvPr/>
        </p:nvSpPr>
        <p:spPr>
          <a:xfrm>
            <a:off x="1752600" y="4145280"/>
            <a:ext cx="1767840" cy="213360"/>
          </a:xfrm>
          <a:prstGeom prst="rect">
            <a:avLst/>
          </a:prstGeom>
          <a:noFill/>
          <a:ln w="0">
            <a:noFill/>
          </a:ln>
        </p:spPr>
        <p:txBody>
          <a:bodyPr wrap="none" lIns="0" tIns="0" rIns="0" bIns="0" anchor="ctr">
            <a:noAutofit/>
          </a:bodyPr>
          <a:lstStyle/>
          <a:p>
            <a:pPr algn="ctr">
              <a:defRPr sz="1380" i="0">
                <a:solidFill>
                  <a:srgbClr val="202B33"/>
                </a:solidFill>
                <a:latin typeface="Toppan Bunkyu Mincho Regular"/>
                <a:ea typeface="Toppan Bunkyu Mincho Regular"/>
                <a:cs typeface="Toppan Bunkyu Mincho Regular"/>
              </a:defRPr>
            </a:pPr>
            <a:r>
              <a:rPr sz="1600" i="0" dirty="0">
                <a:solidFill>
                  <a:schemeClr val="tx1">
                    <a:lumMod val="75000"/>
                    <a:lumOff val="25000"/>
                  </a:schemeClr>
                </a:solidFill>
                <a:latin typeface="Toppan Bunkyu Mincho Regular"/>
                <a:ea typeface="Toppan Bunkyu Mincho Regular"/>
                <a:cs typeface="Toppan Bunkyu Mincho Regular"/>
              </a:rPr>
              <a:t>Typed projections</a:t>
            </a:r>
          </a:p>
        </p:txBody>
      </p:sp>
      <p:sp>
        <p:nvSpPr>
          <p:cNvPr id="143" name="target-corruption">
            <a:extLst>
              <a:ext uri="{FF2B5EF4-FFF2-40B4-BE49-F238E27FC236}">
                <a16:creationId xmlns:a16="http://schemas.microsoft.com/office/drawing/2014/main" id="{83E70574-D080-40F3-A624-611CD8F4DFBC}"/>
              </a:ext>
            </a:extLst>
          </p:cNvPr>
          <p:cNvSpPr>
            <a:spLocks noGrp="1"/>
          </p:cNvSpPr>
          <p:nvPr/>
        </p:nvSpPr>
        <p:spPr>
          <a:xfrm>
            <a:off x="1752600" y="4366260"/>
            <a:ext cx="1234440" cy="175260"/>
          </a:xfrm>
          <a:prstGeom prst="rect">
            <a:avLst/>
          </a:prstGeom>
          <a:noFill/>
          <a:ln w="0">
            <a:noFill/>
          </a:ln>
        </p:spPr>
        <p:txBody>
          <a:bodyPr wrap="none" lIns="0" tIns="0" rIns="0" bIns="0" anchor="ctr">
            <a:noAutofit/>
          </a:bodyPr>
          <a:lstStyle/>
          <a:p>
            <a:pPr algn="ctr">
              <a:defRPr sz="960" i="0">
                <a:solidFill>
                  <a:srgbClr val="657580"/>
                </a:solidFill>
                <a:latin typeface="Toppan Bunkyu Mincho Regular"/>
                <a:ea typeface="Toppan Bunkyu Mincho Regular"/>
                <a:cs typeface="Toppan Bunkyu Mincho Regular"/>
              </a:defRPr>
            </a:pPr>
            <a:r>
              <a:rPr sz="1050" b="1" i="0" dirty="0">
                <a:solidFill>
                  <a:srgbClr val="657580"/>
                </a:solidFill>
                <a:latin typeface="Toppan Bunkyu Mincho Regular"/>
                <a:ea typeface="Toppan Bunkyu Mincho Regular"/>
                <a:cs typeface="Toppan Bunkyu Mincho Regular"/>
              </a:rPr>
              <a:t>Independent noise</a:t>
            </a:r>
          </a:p>
        </p:txBody>
      </p:sp>
      <p:pic>
        <p:nvPicPr>
          <p:cNvPr id="619" name="图形 618"/>
          <p:cNvPicPr>
            <a:picLocks noChangeAspect="1"/>
          </p:cNvPicPr>
          <p:nvPr/>
        </p:nvPicPr>
        <p:blipFill>
          <a:blip r:embed="rId18">
            <a:extLst>
              <a:ext uri="{96DAC541-7B7A-43D3-8B79-37D633B846F1}">
                <asvg:svgBlip xmlns:asvg="http://schemas.microsoft.com/office/drawing/2016/SVG/main" r:embed="rId19"/>
              </a:ext>
            </a:extLst>
          </a:blip>
          <a:stretch/>
        </p:blipFill>
        <p:spPr>
          <a:xfrm>
            <a:off x="3036972" y="4402931"/>
            <a:ext cx="425917" cy="109538"/>
          </a:xfrm>
          <a:prstGeom prst="rect">
            <a:avLst/>
          </a:prstGeom>
        </p:spPr>
      </p:pic>
      <p:sp>
        <p:nvSpPr>
          <p:cNvPr id="145" name="Local block arrow 5">
            <a:extLst>
              <a:ext uri="{FF2B5EF4-FFF2-40B4-BE49-F238E27FC236}">
                <a16:creationId xmlns:a16="http://schemas.microsoft.com/office/drawing/2014/main" id="{9D4C3456-FDB1-4ECF-B64D-3C4DB047DACC}"/>
              </a:ext>
            </a:extLst>
          </p:cNvPr>
          <p:cNvSpPr>
            <a:spLocks noGrp="1"/>
          </p:cNvSpPr>
          <p:nvPr/>
        </p:nvSpPr>
        <p:spPr>
          <a:xfrm>
            <a:off x="815340" y="4594860"/>
            <a:ext cx="106680" cy="144780"/>
          </a:xfrm>
          <a:prstGeom prst="up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146" name="Local block arrow 6">
            <a:extLst>
              <a:ext uri="{FF2B5EF4-FFF2-40B4-BE49-F238E27FC236}">
                <a16:creationId xmlns:a16="http://schemas.microsoft.com/office/drawing/2014/main" id="{F4688954-B874-4CDC-87EE-229C0AE48EF2}"/>
              </a:ext>
            </a:extLst>
          </p:cNvPr>
          <p:cNvSpPr>
            <a:spLocks noGrp="1"/>
          </p:cNvSpPr>
          <p:nvPr/>
        </p:nvSpPr>
        <p:spPr>
          <a:xfrm>
            <a:off x="2583180" y="4594860"/>
            <a:ext cx="106680" cy="144780"/>
          </a:xfrm>
          <a:prstGeom prst="up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147" name="command-layout-label">
            <a:extLst>
              <a:ext uri="{FF2B5EF4-FFF2-40B4-BE49-F238E27FC236}">
                <a16:creationId xmlns:a16="http://schemas.microsoft.com/office/drawing/2014/main" id="{3C659DEE-571A-4F6D-8F28-358261A96701}"/>
              </a:ext>
            </a:extLst>
          </p:cNvPr>
          <p:cNvSpPr>
            <a:spLocks noGrp="1"/>
          </p:cNvSpPr>
          <p:nvPr/>
        </p:nvSpPr>
        <p:spPr>
          <a:xfrm>
            <a:off x="327660" y="4777740"/>
            <a:ext cx="1348740" cy="205740"/>
          </a:xfrm>
          <a:prstGeom prst="rect">
            <a:avLst/>
          </a:prstGeom>
          <a:noFill/>
          <a:ln w="0">
            <a:noFill/>
          </a:ln>
        </p:spPr>
        <p:txBody>
          <a:bodyPr wrap="none" lIns="0" tIns="0" rIns="0" bIns="0" anchor="ctr">
            <a:noAutofit/>
          </a:bodyPr>
          <a:lstStyle/>
          <a:p>
            <a:pPr algn="ctr">
              <a:defRPr sz="1200" i="0">
                <a:solidFill>
                  <a:srgbClr val="202B33"/>
                </a:solidFill>
                <a:latin typeface="Toppan Bunkyu Mincho Regular"/>
                <a:ea typeface="Toppan Bunkyu Mincho Regular"/>
                <a:cs typeface="Toppan Bunkyu Mincho Regular"/>
              </a:defRPr>
            </a:pPr>
            <a:r>
              <a:rPr sz="1400" i="0">
                <a:solidFill>
                  <a:srgbClr val="202B33"/>
                </a:solidFill>
                <a:latin typeface="Toppan Bunkyu Mincho Regular"/>
                <a:ea typeface="Toppan Bunkyu Mincho Regular"/>
                <a:cs typeface="Toppan Bunkyu Mincho Regular"/>
              </a:rPr>
              <a:t>Command layout</a:t>
            </a:r>
          </a:p>
        </p:txBody>
      </p:sp>
      <p:sp>
        <p:nvSpPr>
          <p:cNvPr id="148" name="typed-motor-layout-top">
            <a:extLst>
              <a:ext uri="{FF2B5EF4-FFF2-40B4-BE49-F238E27FC236}">
                <a16:creationId xmlns:a16="http://schemas.microsoft.com/office/drawing/2014/main" id="{A86AEEBB-CA27-4054-8BDB-723B6271367D}"/>
              </a:ext>
            </a:extLst>
          </p:cNvPr>
          <p:cNvSpPr>
            <a:spLocks noGrp="1"/>
          </p:cNvSpPr>
          <p:nvPr/>
        </p:nvSpPr>
        <p:spPr>
          <a:xfrm>
            <a:off x="335280" y="5021580"/>
            <a:ext cx="1280160" cy="45720"/>
          </a:xfrm>
          <a:custGeom>
            <a:avLst/>
            <a:gdLst/>
            <a:ahLst/>
            <a:cxnLst/>
            <a:rect l="0" t="0" r="0" b="0"/>
            <a:pathLst>
              <a:path w="1600200" h="57150">
                <a:moveTo>
                  <a:pt x="0" y="57150"/>
                </a:moveTo>
                <a:lnTo>
                  <a:pt x="57150" y="0"/>
                </a:lnTo>
                <a:lnTo>
                  <a:pt x="1600200" y="0"/>
                </a:lnTo>
                <a:lnTo>
                  <a:pt x="1543050" y="57150"/>
                </a:lnTo>
                <a:close/>
              </a:path>
            </a:pathLst>
          </a:custGeom>
          <a:solidFill>
            <a:srgbClr val="F9FAFD"/>
          </a:solidFill>
          <a:ln w="11430">
            <a:solidFill>
              <a:srgbClr val="63788A"/>
            </a:solidFill>
          </a:ln>
        </p:spPr>
        <p:txBody>
          <a:bodyPr/>
          <a:lstStyle/>
          <a:p>
            <a:endParaRPr lang="zh-CN" altLang="en-US" sz="2000"/>
          </a:p>
        </p:txBody>
      </p:sp>
      <p:sp>
        <p:nvSpPr>
          <p:cNvPr id="149" name="typed-motor-layout-side">
            <a:extLst>
              <a:ext uri="{FF2B5EF4-FFF2-40B4-BE49-F238E27FC236}">
                <a16:creationId xmlns:a16="http://schemas.microsoft.com/office/drawing/2014/main" id="{FE7BC43F-67E7-4116-B4E5-4B43CB1262D2}"/>
              </a:ext>
            </a:extLst>
          </p:cNvPr>
          <p:cNvSpPr>
            <a:spLocks noGrp="1"/>
          </p:cNvSpPr>
          <p:nvPr/>
        </p:nvSpPr>
        <p:spPr>
          <a:xfrm>
            <a:off x="1569720" y="5021580"/>
            <a:ext cx="45720" cy="838200"/>
          </a:xfrm>
          <a:custGeom>
            <a:avLst/>
            <a:gdLst/>
            <a:ahLst/>
            <a:cxnLst/>
            <a:rect l="0" t="0" r="0" b="0"/>
            <a:pathLst>
              <a:path w="57150" h="1047750">
                <a:moveTo>
                  <a:pt x="0" y="57150"/>
                </a:moveTo>
                <a:lnTo>
                  <a:pt x="57150" y="0"/>
                </a:lnTo>
                <a:lnTo>
                  <a:pt x="57150" y="990600"/>
                </a:lnTo>
                <a:lnTo>
                  <a:pt x="0" y="1047750"/>
                </a:lnTo>
                <a:close/>
              </a:path>
            </a:pathLst>
          </a:custGeom>
          <a:solidFill>
            <a:srgbClr val="C7D5DA"/>
          </a:solidFill>
          <a:ln w="11430">
            <a:solidFill>
              <a:srgbClr val="63788A"/>
            </a:solidFill>
          </a:ln>
        </p:spPr>
        <p:txBody>
          <a:bodyPr/>
          <a:lstStyle/>
          <a:p>
            <a:endParaRPr lang="zh-CN" altLang="en-US" sz="2000"/>
          </a:p>
        </p:txBody>
      </p:sp>
      <p:sp>
        <p:nvSpPr>
          <p:cNvPr id="150" name="typed-motor-layout-front">
            <a:extLst>
              <a:ext uri="{FF2B5EF4-FFF2-40B4-BE49-F238E27FC236}">
                <a16:creationId xmlns:a16="http://schemas.microsoft.com/office/drawing/2014/main" id="{CA8F8ECC-9AA8-42D9-8B68-A02FD335D5AF}"/>
              </a:ext>
            </a:extLst>
          </p:cNvPr>
          <p:cNvSpPr>
            <a:spLocks noGrp="1"/>
          </p:cNvSpPr>
          <p:nvPr/>
        </p:nvSpPr>
        <p:spPr>
          <a:xfrm>
            <a:off x="335280" y="5067300"/>
            <a:ext cx="1234440" cy="792480"/>
          </a:xfrm>
          <a:prstGeom prst="rect">
            <a:avLst/>
          </a:prstGeom>
          <a:solidFill>
            <a:srgbClr val="F1F5F6"/>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151" name="command-field-0">
            <a:extLst>
              <a:ext uri="{FF2B5EF4-FFF2-40B4-BE49-F238E27FC236}">
                <a16:creationId xmlns:a16="http://schemas.microsoft.com/office/drawing/2014/main" id="{28567976-8348-4795-B1BC-A0ACF6C28646}"/>
              </a:ext>
            </a:extLst>
          </p:cNvPr>
          <p:cNvSpPr>
            <a:spLocks noGrp="1"/>
          </p:cNvSpPr>
          <p:nvPr/>
        </p:nvSpPr>
        <p:spPr>
          <a:xfrm>
            <a:off x="381000" y="5135880"/>
            <a:ext cx="502920" cy="182880"/>
          </a:xfrm>
          <a:prstGeom prst="rect">
            <a:avLst/>
          </a:prstGeom>
          <a:noFill/>
          <a:ln w="0">
            <a:noFill/>
          </a:ln>
        </p:spPr>
        <p:txBody>
          <a:bodyPr wrap="none" lIns="0" tIns="0" rIns="0" bIns="0" anchor="ctr">
            <a:noAutofit/>
          </a:bodyPr>
          <a:lstStyle/>
          <a:p>
            <a:pPr algn="l">
              <a:defRPr sz="1020" i="0">
                <a:solidFill>
                  <a:srgbClr val="657580"/>
                </a:solidFill>
                <a:latin typeface="Toppan Bunkyu Mincho Regular"/>
                <a:ea typeface="Toppan Bunkyu Mincho Regular"/>
                <a:cs typeface="Toppan Bunkyu Mincho Regular"/>
              </a:defRPr>
            </a:pPr>
            <a:r>
              <a:rPr sz="1050" i="0">
                <a:solidFill>
                  <a:srgbClr val="657580"/>
                </a:solidFill>
                <a:latin typeface="Toppan Bunkyu Mincho Regular"/>
                <a:ea typeface="Toppan Bunkyu Mincho Regular"/>
                <a:cs typeface="Toppan Bunkyu Mincho Regular"/>
              </a:rPr>
              <a:t>Pose</a:t>
            </a:r>
          </a:p>
        </p:txBody>
      </p:sp>
      <p:sp>
        <p:nvSpPr>
          <p:cNvPr id="152" name="typed-command-slot-00">
            <a:extLst>
              <a:ext uri="{FF2B5EF4-FFF2-40B4-BE49-F238E27FC236}">
                <a16:creationId xmlns:a16="http://schemas.microsoft.com/office/drawing/2014/main" id="{40FBC23E-F80C-427B-B152-D4DD26A69347}"/>
              </a:ext>
            </a:extLst>
          </p:cNvPr>
          <p:cNvSpPr>
            <a:spLocks noGrp="1"/>
          </p:cNvSpPr>
          <p:nvPr/>
        </p:nvSpPr>
        <p:spPr>
          <a:xfrm>
            <a:off x="922020" y="5173980"/>
            <a:ext cx="152400" cy="121920"/>
          </a:xfrm>
          <a:prstGeom prst="roundRect">
            <a:avLst>
              <a:gd name="adj" fmla="val 6250"/>
            </a:avLst>
          </a:prstGeom>
          <a:solidFill>
            <a:srgbClr val="AAC1D5"/>
          </a:solidFill>
          <a:ln w="5334">
            <a:solidFill>
              <a:srgbClr val="8CA5B8"/>
            </a:solidFill>
          </a:ln>
        </p:spPr>
        <p:txBody>
          <a:bodyPr/>
          <a:lstStyle/>
          <a:p>
            <a:endParaRPr lang="zh-CN" altLang="en-US" sz="2000"/>
          </a:p>
        </p:txBody>
      </p:sp>
      <p:sp>
        <p:nvSpPr>
          <p:cNvPr id="153" name="typed-command-slot-01">
            <a:extLst>
              <a:ext uri="{FF2B5EF4-FFF2-40B4-BE49-F238E27FC236}">
                <a16:creationId xmlns:a16="http://schemas.microsoft.com/office/drawing/2014/main" id="{205C45D8-1ECD-4476-947E-A8FB7AF8BC91}"/>
              </a:ext>
            </a:extLst>
          </p:cNvPr>
          <p:cNvSpPr>
            <a:spLocks noGrp="1"/>
          </p:cNvSpPr>
          <p:nvPr/>
        </p:nvSpPr>
        <p:spPr>
          <a:xfrm>
            <a:off x="1112520" y="5173980"/>
            <a:ext cx="152400" cy="121920"/>
          </a:xfrm>
          <a:prstGeom prst="roundRect">
            <a:avLst>
              <a:gd name="adj" fmla="val 6250"/>
            </a:avLst>
          </a:prstGeom>
          <a:solidFill>
            <a:srgbClr val="AAC1D5"/>
          </a:solidFill>
          <a:ln w="5334">
            <a:solidFill>
              <a:srgbClr val="8CA5B8"/>
            </a:solidFill>
          </a:ln>
        </p:spPr>
        <p:txBody>
          <a:bodyPr/>
          <a:lstStyle/>
          <a:p>
            <a:endParaRPr lang="zh-CN" altLang="en-US" sz="2000"/>
          </a:p>
        </p:txBody>
      </p:sp>
      <p:sp>
        <p:nvSpPr>
          <p:cNvPr id="154" name="typed-command-slot-02">
            <a:extLst>
              <a:ext uri="{FF2B5EF4-FFF2-40B4-BE49-F238E27FC236}">
                <a16:creationId xmlns:a16="http://schemas.microsoft.com/office/drawing/2014/main" id="{5E3568B1-55E9-4508-92A0-6F9797563297}"/>
              </a:ext>
            </a:extLst>
          </p:cNvPr>
          <p:cNvSpPr>
            <a:spLocks noGrp="1"/>
          </p:cNvSpPr>
          <p:nvPr/>
        </p:nvSpPr>
        <p:spPr>
          <a:xfrm>
            <a:off x="1303020" y="5173980"/>
            <a:ext cx="152400" cy="121920"/>
          </a:xfrm>
          <a:prstGeom prst="roundRect">
            <a:avLst>
              <a:gd name="adj" fmla="val 6250"/>
            </a:avLst>
          </a:prstGeom>
          <a:solidFill>
            <a:srgbClr val="AAC1D5"/>
          </a:solidFill>
          <a:ln w="5334">
            <a:solidFill>
              <a:srgbClr val="8CA5B8"/>
            </a:solidFill>
          </a:ln>
        </p:spPr>
        <p:txBody>
          <a:bodyPr/>
          <a:lstStyle/>
          <a:p>
            <a:endParaRPr lang="zh-CN" altLang="en-US" sz="2000"/>
          </a:p>
        </p:txBody>
      </p:sp>
      <p:sp>
        <p:nvSpPr>
          <p:cNvPr id="155" name="command-field-1">
            <a:extLst>
              <a:ext uri="{FF2B5EF4-FFF2-40B4-BE49-F238E27FC236}">
                <a16:creationId xmlns:a16="http://schemas.microsoft.com/office/drawing/2014/main" id="{407FE6B7-5606-4CC6-9C2B-15D309C0B0E6}"/>
              </a:ext>
            </a:extLst>
          </p:cNvPr>
          <p:cNvSpPr>
            <a:spLocks noGrp="1"/>
          </p:cNvSpPr>
          <p:nvPr/>
        </p:nvSpPr>
        <p:spPr>
          <a:xfrm>
            <a:off x="381000" y="5356860"/>
            <a:ext cx="502920" cy="182880"/>
          </a:xfrm>
          <a:prstGeom prst="rect">
            <a:avLst/>
          </a:prstGeom>
          <a:noFill/>
          <a:ln w="0">
            <a:noFill/>
          </a:ln>
        </p:spPr>
        <p:txBody>
          <a:bodyPr wrap="none" lIns="0" tIns="0" rIns="0" bIns="0" anchor="ctr">
            <a:noAutofit/>
          </a:bodyPr>
          <a:lstStyle/>
          <a:p>
            <a:pPr algn="l">
              <a:defRPr sz="1020" i="0">
                <a:solidFill>
                  <a:srgbClr val="657580"/>
                </a:solidFill>
                <a:latin typeface="Toppan Bunkyu Mincho Regular"/>
                <a:ea typeface="Toppan Bunkyu Mincho Regular"/>
                <a:cs typeface="Toppan Bunkyu Mincho Regular"/>
              </a:defRPr>
            </a:pPr>
            <a:r>
              <a:rPr sz="1050" i="0">
                <a:solidFill>
                  <a:srgbClr val="657580"/>
                </a:solidFill>
                <a:latin typeface="Toppan Bunkyu Mincho Regular"/>
                <a:ea typeface="Toppan Bunkyu Mincho Regular"/>
                <a:cs typeface="Toppan Bunkyu Mincho Regular"/>
              </a:rPr>
              <a:t>Gripper</a:t>
            </a:r>
          </a:p>
        </p:txBody>
      </p:sp>
      <p:sp>
        <p:nvSpPr>
          <p:cNvPr id="156" name="typed-command-slot-10">
            <a:extLst>
              <a:ext uri="{FF2B5EF4-FFF2-40B4-BE49-F238E27FC236}">
                <a16:creationId xmlns:a16="http://schemas.microsoft.com/office/drawing/2014/main" id="{733E7962-6612-4C26-94E9-A580B86CF329}"/>
              </a:ext>
            </a:extLst>
          </p:cNvPr>
          <p:cNvSpPr>
            <a:spLocks noGrp="1"/>
          </p:cNvSpPr>
          <p:nvPr/>
        </p:nvSpPr>
        <p:spPr>
          <a:xfrm>
            <a:off x="922020" y="5394960"/>
            <a:ext cx="152400" cy="121920"/>
          </a:xfrm>
          <a:prstGeom prst="roundRect">
            <a:avLst>
              <a:gd name="adj" fmla="val 6250"/>
            </a:avLst>
          </a:prstGeom>
          <a:solidFill>
            <a:srgbClr val="89A9C1"/>
          </a:solidFill>
          <a:ln w="5334">
            <a:solidFill>
              <a:srgbClr val="8CA5B8"/>
            </a:solidFill>
          </a:ln>
        </p:spPr>
        <p:txBody>
          <a:bodyPr/>
          <a:lstStyle/>
          <a:p>
            <a:endParaRPr lang="zh-CN" altLang="en-US" sz="2000"/>
          </a:p>
        </p:txBody>
      </p:sp>
      <p:sp>
        <p:nvSpPr>
          <p:cNvPr id="157" name="typed-command-slot-11">
            <a:extLst>
              <a:ext uri="{FF2B5EF4-FFF2-40B4-BE49-F238E27FC236}">
                <a16:creationId xmlns:a16="http://schemas.microsoft.com/office/drawing/2014/main" id="{9C24E322-9D5E-4E55-A624-19FA287CE624}"/>
              </a:ext>
            </a:extLst>
          </p:cNvPr>
          <p:cNvSpPr>
            <a:spLocks noGrp="1"/>
          </p:cNvSpPr>
          <p:nvPr/>
        </p:nvSpPr>
        <p:spPr>
          <a:xfrm>
            <a:off x="1112520" y="5394960"/>
            <a:ext cx="152400" cy="121920"/>
          </a:xfrm>
          <a:prstGeom prst="roundRect">
            <a:avLst>
              <a:gd name="adj" fmla="val 6250"/>
            </a:avLst>
          </a:prstGeom>
          <a:solidFill>
            <a:srgbClr val="F8FAFB"/>
          </a:solidFill>
          <a:ln w="5334">
            <a:solidFill>
              <a:srgbClr val="C3CDD5"/>
            </a:solidFill>
          </a:ln>
        </p:spPr>
        <p:txBody>
          <a:bodyPr/>
          <a:lstStyle/>
          <a:p>
            <a:endParaRPr lang="zh-CN" altLang="en-US" sz="2000"/>
          </a:p>
        </p:txBody>
      </p:sp>
      <p:sp>
        <p:nvSpPr>
          <p:cNvPr id="158" name="unused-command-slot-11">
            <a:extLst>
              <a:ext uri="{FF2B5EF4-FFF2-40B4-BE49-F238E27FC236}">
                <a16:creationId xmlns:a16="http://schemas.microsoft.com/office/drawing/2014/main" id="{0B206A8B-9F46-4279-A5A9-0C3CB414C427}"/>
              </a:ext>
            </a:extLst>
          </p:cNvPr>
          <p:cNvSpPr>
            <a:spLocks noGrp="1"/>
          </p:cNvSpPr>
          <p:nvPr/>
        </p:nvSpPr>
        <p:spPr>
          <a:xfrm flipV="1">
            <a:off x="1143000" y="5425440"/>
            <a:ext cx="91440" cy="60960"/>
          </a:xfrm>
          <a:prstGeom prst="line">
            <a:avLst/>
          </a:prstGeom>
          <a:noFill/>
          <a:ln w="6096">
            <a:solidFill>
              <a:srgbClr val="B7C4CE"/>
            </a:solidFill>
          </a:ln>
        </p:spPr>
        <p:txBody>
          <a:bodyPr/>
          <a:lstStyle/>
          <a:p>
            <a:endParaRPr lang="zh-CN" altLang="en-US" sz="2000"/>
          </a:p>
        </p:txBody>
      </p:sp>
      <p:sp>
        <p:nvSpPr>
          <p:cNvPr id="159" name="typed-command-slot-12">
            <a:extLst>
              <a:ext uri="{FF2B5EF4-FFF2-40B4-BE49-F238E27FC236}">
                <a16:creationId xmlns:a16="http://schemas.microsoft.com/office/drawing/2014/main" id="{1DA4DF5F-C48B-4D2D-AD04-5D6923032198}"/>
              </a:ext>
            </a:extLst>
          </p:cNvPr>
          <p:cNvSpPr>
            <a:spLocks noGrp="1"/>
          </p:cNvSpPr>
          <p:nvPr/>
        </p:nvSpPr>
        <p:spPr>
          <a:xfrm>
            <a:off x="1303020" y="5394960"/>
            <a:ext cx="152400" cy="121920"/>
          </a:xfrm>
          <a:prstGeom prst="roundRect">
            <a:avLst>
              <a:gd name="adj" fmla="val 6250"/>
            </a:avLst>
          </a:prstGeom>
          <a:solidFill>
            <a:srgbClr val="F8FAFB"/>
          </a:solidFill>
          <a:ln w="5334">
            <a:solidFill>
              <a:srgbClr val="C3CDD5"/>
            </a:solidFill>
          </a:ln>
        </p:spPr>
        <p:txBody>
          <a:bodyPr/>
          <a:lstStyle/>
          <a:p>
            <a:endParaRPr lang="zh-CN" altLang="en-US" sz="2000"/>
          </a:p>
        </p:txBody>
      </p:sp>
      <p:sp>
        <p:nvSpPr>
          <p:cNvPr id="160" name="unused-command-slot-12">
            <a:extLst>
              <a:ext uri="{FF2B5EF4-FFF2-40B4-BE49-F238E27FC236}">
                <a16:creationId xmlns:a16="http://schemas.microsoft.com/office/drawing/2014/main" id="{C36A24C2-F9AC-46C0-B155-0BDECF1D9CE1}"/>
              </a:ext>
            </a:extLst>
          </p:cNvPr>
          <p:cNvSpPr>
            <a:spLocks noGrp="1"/>
          </p:cNvSpPr>
          <p:nvPr/>
        </p:nvSpPr>
        <p:spPr>
          <a:xfrm flipV="1">
            <a:off x="1333500" y="5425440"/>
            <a:ext cx="91440" cy="60960"/>
          </a:xfrm>
          <a:prstGeom prst="line">
            <a:avLst/>
          </a:prstGeom>
          <a:noFill/>
          <a:ln w="6096">
            <a:solidFill>
              <a:srgbClr val="B7C4CE"/>
            </a:solidFill>
          </a:ln>
        </p:spPr>
        <p:txBody>
          <a:bodyPr/>
          <a:lstStyle/>
          <a:p>
            <a:endParaRPr lang="zh-CN" altLang="en-US" sz="2000"/>
          </a:p>
        </p:txBody>
      </p:sp>
      <p:sp>
        <p:nvSpPr>
          <p:cNvPr id="161" name="command-field-2">
            <a:extLst>
              <a:ext uri="{FF2B5EF4-FFF2-40B4-BE49-F238E27FC236}">
                <a16:creationId xmlns:a16="http://schemas.microsoft.com/office/drawing/2014/main" id="{500B7343-BF60-4A5B-AFC1-F8C7F6EC4458}"/>
              </a:ext>
            </a:extLst>
          </p:cNvPr>
          <p:cNvSpPr>
            <a:spLocks noGrp="1"/>
          </p:cNvSpPr>
          <p:nvPr/>
        </p:nvSpPr>
        <p:spPr>
          <a:xfrm>
            <a:off x="381000" y="5577840"/>
            <a:ext cx="502920" cy="182880"/>
          </a:xfrm>
          <a:prstGeom prst="rect">
            <a:avLst/>
          </a:prstGeom>
          <a:noFill/>
          <a:ln w="0">
            <a:noFill/>
          </a:ln>
        </p:spPr>
        <p:txBody>
          <a:bodyPr wrap="none" lIns="0" tIns="0" rIns="0" bIns="0" anchor="ctr">
            <a:noAutofit/>
          </a:bodyPr>
          <a:lstStyle/>
          <a:p>
            <a:pPr algn="l">
              <a:defRPr sz="1020" i="0">
                <a:solidFill>
                  <a:srgbClr val="657580"/>
                </a:solidFill>
                <a:latin typeface="Toppan Bunkyu Mincho Regular"/>
                <a:ea typeface="Toppan Bunkyu Mincho Regular"/>
                <a:cs typeface="Toppan Bunkyu Mincho Regular"/>
              </a:defRPr>
            </a:pPr>
            <a:r>
              <a:rPr sz="1050" i="0">
                <a:solidFill>
                  <a:srgbClr val="657580"/>
                </a:solidFill>
                <a:latin typeface="Toppan Bunkyu Mincho Regular"/>
                <a:ea typeface="Toppan Bunkyu Mincho Regular"/>
                <a:cs typeface="Toppan Bunkyu Mincho Regular"/>
              </a:rPr>
              <a:t>Joints</a:t>
            </a:r>
          </a:p>
        </p:txBody>
      </p:sp>
      <p:sp>
        <p:nvSpPr>
          <p:cNvPr id="162" name="typed-command-slot-20">
            <a:extLst>
              <a:ext uri="{FF2B5EF4-FFF2-40B4-BE49-F238E27FC236}">
                <a16:creationId xmlns:a16="http://schemas.microsoft.com/office/drawing/2014/main" id="{291B8F40-D24B-4A22-AC1A-EA001E3022DD}"/>
              </a:ext>
            </a:extLst>
          </p:cNvPr>
          <p:cNvSpPr>
            <a:spLocks noGrp="1"/>
          </p:cNvSpPr>
          <p:nvPr/>
        </p:nvSpPr>
        <p:spPr>
          <a:xfrm>
            <a:off x="922020" y="5615940"/>
            <a:ext cx="152400" cy="121920"/>
          </a:xfrm>
          <a:prstGeom prst="roundRect">
            <a:avLst>
              <a:gd name="adj" fmla="val 6250"/>
            </a:avLst>
          </a:prstGeom>
          <a:solidFill>
            <a:srgbClr val="BBCDDC"/>
          </a:solidFill>
          <a:ln w="5334">
            <a:solidFill>
              <a:srgbClr val="8CA5B8"/>
            </a:solidFill>
          </a:ln>
        </p:spPr>
        <p:txBody>
          <a:bodyPr/>
          <a:lstStyle/>
          <a:p>
            <a:endParaRPr lang="zh-CN" altLang="en-US" sz="2000"/>
          </a:p>
        </p:txBody>
      </p:sp>
      <p:sp>
        <p:nvSpPr>
          <p:cNvPr id="163" name="typed-command-slot-21">
            <a:extLst>
              <a:ext uri="{FF2B5EF4-FFF2-40B4-BE49-F238E27FC236}">
                <a16:creationId xmlns:a16="http://schemas.microsoft.com/office/drawing/2014/main" id="{0A6759CA-D01B-4DC5-9B40-95E6CE7AEFF1}"/>
              </a:ext>
            </a:extLst>
          </p:cNvPr>
          <p:cNvSpPr>
            <a:spLocks noGrp="1"/>
          </p:cNvSpPr>
          <p:nvPr/>
        </p:nvSpPr>
        <p:spPr>
          <a:xfrm>
            <a:off x="1112520" y="5615940"/>
            <a:ext cx="152400" cy="121920"/>
          </a:xfrm>
          <a:prstGeom prst="roundRect">
            <a:avLst>
              <a:gd name="adj" fmla="val 6250"/>
            </a:avLst>
          </a:prstGeom>
          <a:solidFill>
            <a:srgbClr val="BBCDDC"/>
          </a:solidFill>
          <a:ln w="5334">
            <a:solidFill>
              <a:srgbClr val="8CA5B8"/>
            </a:solidFill>
          </a:ln>
        </p:spPr>
        <p:txBody>
          <a:bodyPr/>
          <a:lstStyle/>
          <a:p>
            <a:endParaRPr lang="zh-CN" altLang="en-US" sz="2000"/>
          </a:p>
        </p:txBody>
      </p:sp>
      <p:sp>
        <p:nvSpPr>
          <p:cNvPr id="164" name="typed-command-slot-22">
            <a:extLst>
              <a:ext uri="{FF2B5EF4-FFF2-40B4-BE49-F238E27FC236}">
                <a16:creationId xmlns:a16="http://schemas.microsoft.com/office/drawing/2014/main" id="{6A40E798-6784-4659-ADD5-69FFF1CF6B53}"/>
              </a:ext>
            </a:extLst>
          </p:cNvPr>
          <p:cNvSpPr>
            <a:spLocks noGrp="1"/>
          </p:cNvSpPr>
          <p:nvPr/>
        </p:nvSpPr>
        <p:spPr>
          <a:xfrm>
            <a:off x="1303020" y="5615940"/>
            <a:ext cx="152400" cy="121920"/>
          </a:xfrm>
          <a:prstGeom prst="roundRect">
            <a:avLst>
              <a:gd name="adj" fmla="val 6250"/>
            </a:avLst>
          </a:prstGeom>
          <a:solidFill>
            <a:srgbClr val="BBCDDC"/>
          </a:solidFill>
          <a:ln w="5334">
            <a:solidFill>
              <a:srgbClr val="8CA5B8"/>
            </a:solidFill>
          </a:ln>
        </p:spPr>
        <p:txBody>
          <a:bodyPr/>
          <a:lstStyle/>
          <a:p>
            <a:endParaRPr lang="zh-CN" altLang="en-US" sz="2000"/>
          </a:p>
        </p:txBody>
      </p:sp>
      <p:pic>
        <p:nvPicPr>
          <p:cNvPr id="640" name="图形 639"/>
          <p:cNvPicPr>
            <a:picLocks noChangeAspect="1"/>
          </p:cNvPicPr>
          <p:nvPr/>
        </p:nvPicPr>
        <p:blipFill>
          <a:blip r:embed="rId20">
            <a:extLst>
              <a:ext uri="{96DAC541-7B7A-43D3-8B79-37D633B846F1}">
                <asvg:svgBlip xmlns:asvg="http://schemas.microsoft.com/office/drawing/2016/SVG/main" r:embed="rId21"/>
              </a:ext>
            </a:extLst>
          </a:blip>
          <a:stretch/>
        </p:blipFill>
        <p:spPr>
          <a:xfrm>
            <a:off x="342900" y="5980206"/>
            <a:ext cx="342894" cy="151918"/>
          </a:xfrm>
          <a:prstGeom prst="rect">
            <a:avLst/>
          </a:prstGeom>
        </p:spPr>
      </p:pic>
      <p:sp>
        <p:nvSpPr>
          <p:cNvPr id="166" name="command-mask-bit-0">
            <a:extLst>
              <a:ext uri="{FF2B5EF4-FFF2-40B4-BE49-F238E27FC236}">
                <a16:creationId xmlns:a16="http://schemas.microsoft.com/office/drawing/2014/main" id="{91F83C6C-2552-4B1C-A29F-8DA1D24BA60F}"/>
              </a:ext>
            </a:extLst>
          </p:cNvPr>
          <p:cNvSpPr>
            <a:spLocks noGrp="1"/>
          </p:cNvSpPr>
          <p:nvPr/>
        </p:nvSpPr>
        <p:spPr>
          <a:xfrm>
            <a:off x="819455" y="5989319"/>
            <a:ext cx="148285" cy="129749"/>
          </a:xfrm>
          <a:prstGeom prst="roundRect">
            <a:avLst>
              <a:gd name="adj" fmla="val 7143"/>
            </a:avLst>
          </a:prstGeom>
          <a:solidFill>
            <a:srgbClr val="A9BECF"/>
          </a:solidFill>
          <a:ln w="4572">
            <a:solidFill>
              <a:srgbClr val="8FA6B8"/>
            </a:solidFill>
          </a:ln>
        </p:spPr>
        <p:txBody>
          <a:bodyPr/>
          <a:lstStyle/>
          <a:p>
            <a:endParaRPr lang="zh-CN" altLang="en-US" sz="2000"/>
          </a:p>
        </p:txBody>
      </p:sp>
      <p:sp>
        <p:nvSpPr>
          <p:cNvPr id="167" name="command-mask-bit-1">
            <a:extLst>
              <a:ext uri="{FF2B5EF4-FFF2-40B4-BE49-F238E27FC236}">
                <a16:creationId xmlns:a16="http://schemas.microsoft.com/office/drawing/2014/main" id="{D9D3168E-96CE-48D2-9930-F96FF05C553A}"/>
              </a:ext>
            </a:extLst>
          </p:cNvPr>
          <p:cNvSpPr>
            <a:spLocks noGrp="1"/>
          </p:cNvSpPr>
          <p:nvPr/>
        </p:nvSpPr>
        <p:spPr>
          <a:xfrm>
            <a:off x="987095" y="5989319"/>
            <a:ext cx="148285" cy="129749"/>
          </a:xfrm>
          <a:prstGeom prst="roundRect">
            <a:avLst>
              <a:gd name="adj" fmla="val 7143"/>
            </a:avLst>
          </a:prstGeom>
          <a:solidFill>
            <a:srgbClr val="A9BECF"/>
          </a:solidFill>
          <a:ln w="4572">
            <a:solidFill>
              <a:srgbClr val="8FA6B8"/>
            </a:solidFill>
          </a:ln>
        </p:spPr>
        <p:txBody>
          <a:bodyPr/>
          <a:lstStyle/>
          <a:p>
            <a:endParaRPr lang="zh-CN" altLang="en-US" sz="2000"/>
          </a:p>
        </p:txBody>
      </p:sp>
      <p:sp>
        <p:nvSpPr>
          <p:cNvPr id="168" name="command-mask-bit-2">
            <a:extLst>
              <a:ext uri="{FF2B5EF4-FFF2-40B4-BE49-F238E27FC236}">
                <a16:creationId xmlns:a16="http://schemas.microsoft.com/office/drawing/2014/main" id="{DE4C81C3-66FE-46D4-81A9-9EA0F2666CEB}"/>
              </a:ext>
            </a:extLst>
          </p:cNvPr>
          <p:cNvSpPr>
            <a:spLocks noGrp="1"/>
          </p:cNvSpPr>
          <p:nvPr/>
        </p:nvSpPr>
        <p:spPr>
          <a:xfrm>
            <a:off x="1154735" y="5989319"/>
            <a:ext cx="148285" cy="129749"/>
          </a:xfrm>
          <a:prstGeom prst="roundRect">
            <a:avLst>
              <a:gd name="adj" fmla="val 7143"/>
            </a:avLst>
          </a:prstGeom>
          <a:solidFill>
            <a:srgbClr val="F8FAFB"/>
          </a:solidFill>
          <a:ln w="4572">
            <a:solidFill>
              <a:srgbClr val="BECAD3"/>
            </a:solidFill>
          </a:ln>
        </p:spPr>
        <p:txBody>
          <a:bodyPr/>
          <a:lstStyle/>
          <a:p>
            <a:endParaRPr lang="zh-CN" altLang="en-US" sz="2000"/>
          </a:p>
        </p:txBody>
      </p:sp>
      <p:sp>
        <p:nvSpPr>
          <p:cNvPr id="169" name="command-mask-bit-missing">
            <a:extLst>
              <a:ext uri="{FF2B5EF4-FFF2-40B4-BE49-F238E27FC236}">
                <a16:creationId xmlns:a16="http://schemas.microsoft.com/office/drawing/2014/main" id="{4C1FDE7A-750D-4425-ACF9-5151E771B9A6}"/>
              </a:ext>
            </a:extLst>
          </p:cNvPr>
          <p:cNvSpPr>
            <a:spLocks noGrp="1"/>
          </p:cNvSpPr>
          <p:nvPr/>
        </p:nvSpPr>
        <p:spPr>
          <a:xfrm flipV="1">
            <a:off x="1189130" y="6004560"/>
            <a:ext cx="83410" cy="83410"/>
          </a:xfrm>
          <a:prstGeom prst="line">
            <a:avLst/>
          </a:prstGeom>
          <a:noFill/>
          <a:ln w="6096">
            <a:solidFill>
              <a:srgbClr val="B3C1CC"/>
            </a:solidFill>
          </a:ln>
        </p:spPr>
        <p:txBody>
          <a:bodyPr/>
          <a:lstStyle/>
          <a:p>
            <a:endParaRPr lang="zh-CN" altLang="en-US" sz="2000"/>
          </a:p>
        </p:txBody>
      </p:sp>
      <p:sp>
        <p:nvSpPr>
          <p:cNvPr id="170" name="command-mask-bit-3">
            <a:extLst>
              <a:ext uri="{FF2B5EF4-FFF2-40B4-BE49-F238E27FC236}">
                <a16:creationId xmlns:a16="http://schemas.microsoft.com/office/drawing/2014/main" id="{EEF2ACD2-5F9D-4076-9D9F-D916A836A2EA}"/>
              </a:ext>
            </a:extLst>
          </p:cNvPr>
          <p:cNvSpPr>
            <a:spLocks noGrp="1"/>
          </p:cNvSpPr>
          <p:nvPr/>
        </p:nvSpPr>
        <p:spPr>
          <a:xfrm>
            <a:off x="1322375" y="5989319"/>
            <a:ext cx="148285" cy="129749"/>
          </a:xfrm>
          <a:prstGeom prst="roundRect">
            <a:avLst>
              <a:gd name="adj" fmla="val 7143"/>
            </a:avLst>
          </a:prstGeom>
          <a:solidFill>
            <a:srgbClr val="A9BECF"/>
          </a:solidFill>
          <a:ln w="4572">
            <a:solidFill>
              <a:srgbClr val="8FA6B8"/>
            </a:solidFill>
          </a:ln>
        </p:spPr>
        <p:txBody>
          <a:bodyPr/>
          <a:lstStyle/>
          <a:p>
            <a:endParaRPr lang="zh-CN" altLang="en-US" sz="2000"/>
          </a:p>
        </p:txBody>
      </p:sp>
      <p:sp>
        <p:nvSpPr>
          <p:cNvPr id="171" name="track-source-label">
            <a:extLst>
              <a:ext uri="{FF2B5EF4-FFF2-40B4-BE49-F238E27FC236}">
                <a16:creationId xmlns:a16="http://schemas.microsoft.com/office/drawing/2014/main" id="{06741867-0ED4-4878-AC6B-6034678FEB61}"/>
              </a:ext>
            </a:extLst>
          </p:cNvPr>
          <p:cNvSpPr>
            <a:spLocks noGrp="1"/>
          </p:cNvSpPr>
          <p:nvPr/>
        </p:nvSpPr>
        <p:spPr>
          <a:xfrm>
            <a:off x="1912620" y="4777740"/>
            <a:ext cx="1531620" cy="205740"/>
          </a:xfrm>
          <a:prstGeom prst="rect">
            <a:avLst/>
          </a:prstGeom>
          <a:noFill/>
          <a:ln w="0">
            <a:noFill/>
          </a:ln>
        </p:spPr>
        <p:txBody>
          <a:bodyPr wrap="none" lIns="0" tIns="0" rIns="0" bIns="0" anchor="ctr">
            <a:noAutofit/>
          </a:bodyPr>
          <a:lstStyle/>
          <a:p>
            <a:pPr algn="ctr">
              <a:defRPr sz="1140" i="0">
                <a:solidFill>
                  <a:srgbClr val="202B33"/>
                </a:solidFill>
                <a:latin typeface="Toppan Bunkyu Mincho Regular"/>
                <a:ea typeface="Toppan Bunkyu Mincho Regular"/>
                <a:cs typeface="Toppan Bunkyu Mincho Regular"/>
              </a:defRPr>
            </a:pPr>
            <a:r>
              <a:rPr sz="1400" i="0" dirty="0">
                <a:solidFill>
                  <a:srgbClr val="202B33"/>
                </a:solidFill>
                <a:latin typeface="Toppan Bunkyu Mincho Regular"/>
                <a:ea typeface="Toppan Bunkyu Mincho Regular"/>
                <a:cs typeface="Toppan Bunkyu Mincho Regular"/>
              </a:rPr>
              <a:t>Anchor-relative tracks</a:t>
            </a:r>
          </a:p>
        </p:txBody>
      </p:sp>
      <p:pic>
        <p:nvPicPr>
          <p:cNvPr id="647" name="图片 646"/>
          <p:cNvPicPr>
            <a:picLocks noChangeAspect="1"/>
          </p:cNvPicPr>
          <p:nvPr/>
        </p:nvPicPr>
        <p:blipFill>
          <a:blip r:embed="rId22"/>
          <a:stretch/>
        </p:blipFill>
        <p:spPr>
          <a:xfrm>
            <a:off x="2011680" y="5021580"/>
            <a:ext cx="1325880" cy="883920"/>
          </a:xfrm>
          <a:prstGeom prst="rect">
            <a:avLst/>
          </a:prstGeom>
        </p:spPr>
      </p:pic>
      <p:pic>
        <p:nvPicPr>
          <p:cNvPr id="648" name="图形 647"/>
          <p:cNvPicPr>
            <a:picLocks noChangeAspect="1"/>
          </p:cNvPicPr>
          <p:nvPr/>
        </p:nvPicPr>
        <p:blipFill>
          <a:blip r:embed="rId23">
            <a:extLst>
              <a:ext uri="{96DAC541-7B7A-43D3-8B79-37D633B846F1}">
                <asvg:svgBlip xmlns:asvg="http://schemas.microsoft.com/office/drawing/2016/SVG/main" r:embed="rId24"/>
              </a:ext>
            </a:extLst>
          </a:blip>
          <a:stretch/>
        </p:blipFill>
        <p:spPr>
          <a:xfrm>
            <a:off x="1846800" y="5937936"/>
            <a:ext cx="1766451" cy="228085"/>
          </a:xfrm>
          <a:prstGeom prst="rect">
            <a:avLst/>
          </a:prstGeom>
        </p:spPr>
      </p:pic>
      <p:sp>
        <p:nvSpPr>
          <p:cNvPr id="174" name="Overall straight block arrow action-input">
            <a:extLst>
              <a:ext uri="{FF2B5EF4-FFF2-40B4-BE49-F238E27FC236}">
                <a16:creationId xmlns:a16="http://schemas.microsoft.com/office/drawing/2014/main" id="{57C86774-7A3A-4CDD-BD09-CB4A41B243AF}"/>
              </a:ext>
            </a:extLst>
          </p:cNvPr>
          <p:cNvSpPr>
            <a:spLocks noGrp="1"/>
          </p:cNvSpPr>
          <p:nvPr/>
        </p:nvSpPr>
        <p:spPr>
          <a:xfrm>
            <a:off x="3619500" y="4114800"/>
            <a:ext cx="457200" cy="327660"/>
          </a:xfrm>
          <a:prstGeom prst="rightArrow">
            <a:avLst>
              <a:gd name="adj1" fmla="val 40000"/>
              <a:gd name="adj2" fmla="val 42000"/>
            </a:avLst>
          </a:prstGeom>
          <a:solidFill>
            <a:srgbClr val="862B36"/>
          </a:solidFill>
          <a:ln w="4953">
            <a:solidFill>
              <a:srgbClr val="6D2530"/>
            </a:solidFill>
          </a:ln>
        </p:spPr>
        <p:txBody>
          <a:bodyPr/>
          <a:lstStyle/>
          <a:p>
            <a:endParaRPr lang="zh-CN" altLang="en-US" sz="2000"/>
          </a:p>
        </p:txBody>
      </p:sp>
      <p:sp>
        <p:nvSpPr>
          <p:cNvPr id="175" name="video-stream-title">
            <a:extLst>
              <a:ext uri="{FF2B5EF4-FFF2-40B4-BE49-F238E27FC236}">
                <a16:creationId xmlns:a16="http://schemas.microsoft.com/office/drawing/2014/main" id="{ABBA154F-C979-499C-9567-00C823AB7C35}"/>
              </a:ext>
            </a:extLst>
          </p:cNvPr>
          <p:cNvSpPr>
            <a:spLocks noGrp="1"/>
          </p:cNvSpPr>
          <p:nvPr/>
        </p:nvSpPr>
        <p:spPr>
          <a:xfrm>
            <a:off x="4091940" y="2107988"/>
            <a:ext cx="1562100" cy="228600"/>
          </a:xfrm>
          <a:prstGeom prst="rect">
            <a:avLst/>
          </a:prstGeom>
          <a:noFill/>
          <a:ln w="0">
            <a:noFill/>
          </a:ln>
        </p:spPr>
        <p:txBody>
          <a:bodyPr wrap="none" lIns="0" tIns="0" rIns="0" bIns="0" anchor="ctr">
            <a:noAutofit/>
          </a:bodyPr>
          <a:lstStyle/>
          <a:p>
            <a:pPr algn="l">
              <a:defRPr sz="1560" i="0">
                <a:solidFill>
                  <a:srgbClr val="202B33"/>
                </a:solidFill>
                <a:latin typeface="Toppan Bunkyu Mincho Regular"/>
                <a:ea typeface="Toppan Bunkyu Mincho Regular"/>
                <a:cs typeface="Toppan Bunkyu Mincho Regular"/>
              </a:defRPr>
            </a:pPr>
            <a:r>
              <a:rPr sz="1600" b="1" i="0" dirty="0">
                <a:solidFill>
                  <a:srgbClr val="202B33"/>
                </a:solidFill>
                <a:latin typeface="Toppan Bunkyu Mincho Regular"/>
                <a:ea typeface="Toppan Bunkyu Mincho Regular"/>
                <a:cs typeface="Toppan Bunkyu Mincho Regular"/>
              </a:rPr>
              <a:t>Video stream</a:t>
            </a:r>
          </a:p>
        </p:txBody>
      </p:sp>
      <p:sp>
        <p:nvSpPr>
          <p:cNvPr id="176" name="video-backbone">
            <a:extLst>
              <a:ext uri="{FF2B5EF4-FFF2-40B4-BE49-F238E27FC236}">
                <a16:creationId xmlns:a16="http://schemas.microsoft.com/office/drawing/2014/main" id="{FF908DE2-38A5-4494-9ABC-51628633343F}"/>
              </a:ext>
            </a:extLst>
          </p:cNvPr>
          <p:cNvSpPr>
            <a:spLocks noGrp="1"/>
          </p:cNvSpPr>
          <p:nvPr/>
        </p:nvSpPr>
        <p:spPr>
          <a:xfrm>
            <a:off x="4164433" y="2347063"/>
            <a:ext cx="1173480" cy="205740"/>
          </a:xfrm>
          <a:prstGeom prst="rect">
            <a:avLst/>
          </a:prstGeom>
          <a:noFill/>
          <a:ln w="0">
            <a:noFill/>
          </a:ln>
        </p:spPr>
        <p:txBody>
          <a:bodyPr wrap="none" lIns="0" tIns="0" rIns="0" bIns="0" anchor="ctr">
            <a:noAutofit/>
          </a:bodyPr>
          <a:lstStyle/>
          <a:p>
            <a:pPr algn="ctr">
              <a:defRPr sz="1020" i="0">
                <a:solidFill>
                  <a:srgbClr val="657580"/>
                </a:solidFill>
                <a:latin typeface="Toppan Bunkyu Mincho Regular"/>
                <a:ea typeface="Toppan Bunkyu Mincho Regular"/>
                <a:cs typeface="Toppan Bunkyu Mincho Regular"/>
              </a:defRPr>
            </a:pPr>
            <a:r>
              <a:rPr sz="1200" dirty="0">
                <a:solidFill>
                  <a:srgbClr val="657580"/>
                </a:solidFill>
                <a:latin typeface="Toppan Bunkyu Mincho Regular"/>
                <a:ea typeface="Toppan Bunkyu Mincho Regular"/>
                <a:cs typeface="Toppan Bunkyu Mincho Regular"/>
              </a:rPr>
              <a:t>Pretrained backbone</a:t>
            </a:r>
          </a:p>
        </p:txBody>
      </p:sp>
      <p:sp>
        <p:nvSpPr>
          <p:cNvPr id="177" name="clean-observation-prefix-top">
            <a:extLst>
              <a:ext uri="{FF2B5EF4-FFF2-40B4-BE49-F238E27FC236}">
                <a16:creationId xmlns:a16="http://schemas.microsoft.com/office/drawing/2014/main" id="{B2E9CF01-66B3-4EA8-9BCC-0B69AE91C226}"/>
              </a:ext>
            </a:extLst>
          </p:cNvPr>
          <p:cNvSpPr>
            <a:spLocks noGrp="1"/>
          </p:cNvSpPr>
          <p:nvPr/>
        </p:nvSpPr>
        <p:spPr>
          <a:xfrm>
            <a:off x="4122420" y="2724150"/>
            <a:ext cx="335280" cy="38100"/>
          </a:xfrm>
          <a:custGeom>
            <a:avLst/>
            <a:gdLst/>
            <a:ahLst/>
            <a:cxnLst/>
            <a:rect l="0" t="0" r="0" b="0"/>
            <a:pathLst>
              <a:path w="419100" h="47625">
                <a:moveTo>
                  <a:pt x="0" y="47625"/>
                </a:moveTo>
                <a:lnTo>
                  <a:pt x="47625" y="0"/>
                </a:lnTo>
                <a:lnTo>
                  <a:pt x="419100" y="0"/>
                </a:lnTo>
                <a:lnTo>
                  <a:pt x="371475" y="47625"/>
                </a:lnTo>
                <a:close/>
              </a:path>
            </a:pathLst>
          </a:custGeom>
          <a:solidFill>
            <a:srgbClr val="F9FAFD"/>
          </a:solidFill>
          <a:ln w="11430">
            <a:solidFill>
              <a:srgbClr val="63788A"/>
            </a:solidFill>
          </a:ln>
        </p:spPr>
        <p:txBody>
          <a:bodyPr/>
          <a:lstStyle/>
          <a:p>
            <a:endParaRPr lang="zh-CN" altLang="en-US" sz="2000"/>
          </a:p>
        </p:txBody>
      </p:sp>
      <p:sp>
        <p:nvSpPr>
          <p:cNvPr id="178" name="clean-observation-prefix-side">
            <a:extLst>
              <a:ext uri="{FF2B5EF4-FFF2-40B4-BE49-F238E27FC236}">
                <a16:creationId xmlns:a16="http://schemas.microsoft.com/office/drawing/2014/main" id="{7E2B3358-F77F-4999-9FD1-96EC7B96A5B5}"/>
              </a:ext>
            </a:extLst>
          </p:cNvPr>
          <p:cNvSpPr>
            <a:spLocks noGrp="1"/>
          </p:cNvSpPr>
          <p:nvPr/>
        </p:nvSpPr>
        <p:spPr>
          <a:xfrm>
            <a:off x="4419600" y="2724150"/>
            <a:ext cx="38100" cy="525780"/>
          </a:xfrm>
          <a:custGeom>
            <a:avLst/>
            <a:gdLst/>
            <a:ahLst/>
            <a:cxnLst/>
            <a:rect l="0" t="0" r="0" b="0"/>
            <a:pathLst>
              <a:path w="47625" h="657225">
                <a:moveTo>
                  <a:pt x="0" y="47625"/>
                </a:moveTo>
                <a:lnTo>
                  <a:pt x="47625" y="0"/>
                </a:lnTo>
                <a:lnTo>
                  <a:pt x="47625" y="609600"/>
                </a:lnTo>
                <a:lnTo>
                  <a:pt x="0" y="657225"/>
                </a:lnTo>
                <a:close/>
              </a:path>
            </a:pathLst>
          </a:custGeom>
          <a:solidFill>
            <a:srgbClr val="C7D0CA"/>
          </a:solidFill>
          <a:ln w="11430">
            <a:solidFill>
              <a:srgbClr val="63788A"/>
            </a:solidFill>
          </a:ln>
        </p:spPr>
        <p:txBody>
          <a:bodyPr/>
          <a:lstStyle/>
          <a:p>
            <a:endParaRPr lang="zh-CN" altLang="en-US" sz="2000"/>
          </a:p>
        </p:txBody>
      </p:sp>
      <p:sp>
        <p:nvSpPr>
          <p:cNvPr id="179" name="clean-observation-prefix-front">
            <a:extLst>
              <a:ext uri="{FF2B5EF4-FFF2-40B4-BE49-F238E27FC236}">
                <a16:creationId xmlns:a16="http://schemas.microsoft.com/office/drawing/2014/main" id="{7D24F6D4-AA37-4591-8D36-FD624D5C3DE3}"/>
              </a:ext>
            </a:extLst>
          </p:cNvPr>
          <p:cNvSpPr>
            <a:spLocks noGrp="1"/>
          </p:cNvSpPr>
          <p:nvPr/>
        </p:nvSpPr>
        <p:spPr>
          <a:xfrm>
            <a:off x="4122420" y="2762250"/>
            <a:ext cx="297180" cy="487680"/>
          </a:xfrm>
          <a:prstGeom prst="rect">
            <a:avLst/>
          </a:prstGeom>
          <a:solidFill>
            <a:srgbClr val="F0F2ED"/>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180" name="observation-patch-00">
            <a:extLst>
              <a:ext uri="{FF2B5EF4-FFF2-40B4-BE49-F238E27FC236}">
                <a16:creationId xmlns:a16="http://schemas.microsoft.com/office/drawing/2014/main" id="{09EBB9B0-4E0D-40C0-AC90-AA36F9668FF2}"/>
              </a:ext>
            </a:extLst>
          </p:cNvPr>
          <p:cNvSpPr>
            <a:spLocks noGrp="1"/>
          </p:cNvSpPr>
          <p:nvPr/>
        </p:nvSpPr>
        <p:spPr>
          <a:xfrm>
            <a:off x="4160520" y="2830830"/>
            <a:ext cx="91440" cy="91440"/>
          </a:xfrm>
          <a:prstGeom prst="rect">
            <a:avLst/>
          </a:prstGeom>
          <a:solidFill>
            <a:srgbClr val="C3CFCC"/>
          </a:solidFill>
          <a:ln w="0">
            <a:noFill/>
          </a:ln>
        </p:spPr>
        <p:txBody>
          <a:bodyPr/>
          <a:lstStyle/>
          <a:p>
            <a:endParaRPr lang="zh-CN" altLang="en-US" sz="2000"/>
          </a:p>
        </p:txBody>
      </p:sp>
      <p:sp>
        <p:nvSpPr>
          <p:cNvPr id="181" name="observation-patch-01">
            <a:extLst>
              <a:ext uri="{FF2B5EF4-FFF2-40B4-BE49-F238E27FC236}">
                <a16:creationId xmlns:a16="http://schemas.microsoft.com/office/drawing/2014/main" id="{D45E4A08-0BED-423B-98CB-823AAE0E07DB}"/>
              </a:ext>
            </a:extLst>
          </p:cNvPr>
          <p:cNvSpPr>
            <a:spLocks noGrp="1"/>
          </p:cNvSpPr>
          <p:nvPr/>
        </p:nvSpPr>
        <p:spPr>
          <a:xfrm>
            <a:off x="4274820" y="2830830"/>
            <a:ext cx="91440" cy="91440"/>
          </a:xfrm>
          <a:prstGeom prst="rect">
            <a:avLst/>
          </a:prstGeom>
          <a:solidFill>
            <a:srgbClr val="D9E0DC"/>
          </a:solidFill>
          <a:ln w="0">
            <a:noFill/>
          </a:ln>
        </p:spPr>
        <p:txBody>
          <a:bodyPr/>
          <a:lstStyle/>
          <a:p>
            <a:endParaRPr lang="zh-CN" altLang="en-US" sz="2000"/>
          </a:p>
        </p:txBody>
      </p:sp>
      <p:sp>
        <p:nvSpPr>
          <p:cNvPr id="182" name="observation-patch-10">
            <a:extLst>
              <a:ext uri="{FF2B5EF4-FFF2-40B4-BE49-F238E27FC236}">
                <a16:creationId xmlns:a16="http://schemas.microsoft.com/office/drawing/2014/main" id="{80577E39-F950-4A25-8021-22AF0075063B}"/>
              </a:ext>
            </a:extLst>
          </p:cNvPr>
          <p:cNvSpPr>
            <a:spLocks noGrp="1"/>
          </p:cNvSpPr>
          <p:nvPr/>
        </p:nvSpPr>
        <p:spPr>
          <a:xfrm>
            <a:off x="4160520" y="2945130"/>
            <a:ext cx="91440" cy="91440"/>
          </a:xfrm>
          <a:prstGeom prst="rect">
            <a:avLst/>
          </a:prstGeom>
          <a:solidFill>
            <a:srgbClr val="D9E0DC"/>
          </a:solidFill>
          <a:ln w="0">
            <a:noFill/>
          </a:ln>
        </p:spPr>
        <p:txBody>
          <a:bodyPr/>
          <a:lstStyle/>
          <a:p>
            <a:endParaRPr lang="zh-CN" altLang="en-US" sz="2000"/>
          </a:p>
        </p:txBody>
      </p:sp>
      <p:sp>
        <p:nvSpPr>
          <p:cNvPr id="183" name="observation-patch-11">
            <a:extLst>
              <a:ext uri="{FF2B5EF4-FFF2-40B4-BE49-F238E27FC236}">
                <a16:creationId xmlns:a16="http://schemas.microsoft.com/office/drawing/2014/main" id="{EAECBFCF-9797-4E40-A3B2-C3CF15BE94FD}"/>
              </a:ext>
            </a:extLst>
          </p:cNvPr>
          <p:cNvSpPr>
            <a:spLocks noGrp="1"/>
          </p:cNvSpPr>
          <p:nvPr/>
        </p:nvSpPr>
        <p:spPr>
          <a:xfrm>
            <a:off x="4274820" y="2945130"/>
            <a:ext cx="91440" cy="91440"/>
          </a:xfrm>
          <a:prstGeom prst="rect">
            <a:avLst/>
          </a:prstGeom>
          <a:solidFill>
            <a:srgbClr val="B9783D"/>
          </a:solidFill>
          <a:ln w="0">
            <a:noFill/>
          </a:ln>
        </p:spPr>
        <p:txBody>
          <a:bodyPr/>
          <a:lstStyle/>
          <a:p>
            <a:endParaRPr lang="zh-CN" altLang="en-US" sz="2000"/>
          </a:p>
        </p:txBody>
      </p:sp>
      <p:sp>
        <p:nvSpPr>
          <p:cNvPr id="184" name="observation-patch-20">
            <a:extLst>
              <a:ext uri="{FF2B5EF4-FFF2-40B4-BE49-F238E27FC236}">
                <a16:creationId xmlns:a16="http://schemas.microsoft.com/office/drawing/2014/main" id="{62720698-84DB-4647-9058-F7E1C1439993}"/>
              </a:ext>
            </a:extLst>
          </p:cNvPr>
          <p:cNvSpPr>
            <a:spLocks noGrp="1"/>
          </p:cNvSpPr>
          <p:nvPr/>
        </p:nvSpPr>
        <p:spPr>
          <a:xfrm>
            <a:off x="4160520" y="3059430"/>
            <a:ext cx="91440" cy="91440"/>
          </a:xfrm>
          <a:prstGeom prst="rect">
            <a:avLst/>
          </a:prstGeom>
          <a:solidFill>
            <a:srgbClr val="C3CFCC"/>
          </a:solidFill>
          <a:ln w="0">
            <a:noFill/>
          </a:ln>
        </p:spPr>
        <p:txBody>
          <a:bodyPr/>
          <a:lstStyle/>
          <a:p>
            <a:endParaRPr lang="zh-CN" altLang="en-US" sz="2000"/>
          </a:p>
        </p:txBody>
      </p:sp>
      <p:sp>
        <p:nvSpPr>
          <p:cNvPr id="185" name="observation-patch-21">
            <a:extLst>
              <a:ext uri="{FF2B5EF4-FFF2-40B4-BE49-F238E27FC236}">
                <a16:creationId xmlns:a16="http://schemas.microsoft.com/office/drawing/2014/main" id="{3C365BBD-F25E-4226-8444-E89BBAE88ACD}"/>
              </a:ext>
            </a:extLst>
          </p:cNvPr>
          <p:cNvSpPr>
            <a:spLocks noGrp="1"/>
          </p:cNvSpPr>
          <p:nvPr/>
        </p:nvSpPr>
        <p:spPr>
          <a:xfrm>
            <a:off x="4274820" y="3059430"/>
            <a:ext cx="91440" cy="91440"/>
          </a:xfrm>
          <a:prstGeom prst="rect">
            <a:avLst/>
          </a:prstGeom>
          <a:solidFill>
            <a:srgbClr val="D9E0DC"/>
          </a:solidFill>
          <a:ln w="0">
            <a:noFill/>
          </a:ln>
        </p:spPr>
        <p:txBody>
          <a:bodyPr/>
          <a:lstStyle/>
          <a:p>
            <a:endParaRPr lang="zh-CN" altLang="en-US" sz="2000"/>
          </a:p>
        </p:txBody>
      </p:sp>
      <p:sp>
        <p:nvSpPr>
          <p:cNvPr id="186" name="video-token-tensor-slice2-top">
            <a:extLst>
              <a:ext uri="{FF2B5EF4-FFF2-40B4-BE49-F238E27FC236}">
                <a16:creationId xmlns:a16="http://schemas.microsoft.com/office/drawing/2014/main" id="{CCBC9A76-6B84-4F3D-BC13-30BAE732344C}"/>
              </a:ext>
            </a:extLst>
          </p:cNvPr>
          <p:cNvSpPr>
            <a:spLocks noGrp="1"/>
          </p:cNvSpPr>
          <p:nvPr/>
        </p:nvSpPr>
        <p:spPr>
          <a:xfrm>
            <a:off x="4701540" y="2571750"/>
            <a:ext cx="487680" cy="53340"/>
          </a:xfrm>
          <a:custGeom>
            <a:avLst/>
            <a:gdLst/>
            <a:ahLst/>
            <a:cxnLst/>
            <a:rect l="0" t="0" r="0" b="0"/>
            <a:pathLst>
              <a:path w="609600" h="66675">
                <a:moveTo>
                  <a:pt x="0" y="66675"/>
                </a:moveTo>
                <a:lnTo>
                  <a:pt x="66675" y="0"/>
                </a:lnTo>
                <a:lnTo>
                  <a:pt x="609600" y="0"/>
                </a:lnTo>
                <a:lnTo>
                  <a:pt x="542925" y="66675"/>
                </a:lnTo>
                <a:close/>
              </a:path>
            </a:pathLst>
          </a:custGeom>
          <a:solidFill>
            <a:srgbClr val="F9FAFD"/>
          </a:solidFill>
          <a:ln w="11430">
            <a:solidFill>
              <a:srgbClr val="63788A"/>
            </a:solidFill>
          </a:ln>
        </p:spPr>
        <p:txBody>
          <a:bodyPr/>
          <a:lstStyle/>
          <a:p>
            <a:endParaRPr lang="zh-CN" altLang="en-US" sz="2000"/>
          </a:p>
        </p:txBody>
      </p:sp>
      <p:sp>
        <p:nvSpPr>
          <p:cNvPr id="187" name="video-token-tensor-slice2-side">
            <a:extLst>
              <a:ext uri="{FF2B5EF4-FFF2-40B4-BE49-F238E27FC236}">
                <a16:creationId xmlns:a16="http://schemas.microsoft.com/office/drawing/2014/main" id="{F9AEB1E9-8ABD-4C35-8422-A42C573DE59B}"/>
              </a:ext>
            </a:extLst>
          </p:cNvPr>
          <p:cNvSpPr>
            <a:spLocks noGrp="1"/>
          </p:cNvSpPr>
          <p:nvPr/>
        </p:nvSpPr>
        <p:spPr>
          <a:xfrm>
            <a:off x="5135880" y="2571750"/>
            <a:ext cx="53340" cy="541020"/>
          </a:xfrm>
          <a:custGeom>
            <a:avLst/>
            <a:gdLst/>
            <a:ahLst/>
            <a:cxnLst/>
            <a:rect l="0" t="0" r="0" b="0"/>
            <a:pathLst>
              <a:path w="66675" h="676275">
                <a:moveTo>
                  <a:pt x="0" y="66675"/>
                </a:moveTo>
                <a:lnTo>
                  <a:pt x="66675" y="0"/>
                </a:lnTo>
                <a:lnTo>
                  <a:pt x="66675" y="609600"/>
                </a:lnTo>
                <a:lnTo>
                  <a:pt x="0" y="676275"/>
                </a:lnTo>
                <a:close/>
              </a:path>
            </a:pathLst>
          </a:custGeom>
          <a:solidFill>
            <a:srgbClr val="BFCCDF"/>
          </a:solidFill>
          <a:ln w="11430">
            <a:solidFill>
              <a:srgbClr val="63788A"/>
            </a:solidFill>
          </a:ln>
        </p:spPr>
        <p:txBody>
          <a:bodyPr/>
          <a:lstStyle/>
          <a:p>
            <a:endParaRPr lang="zh-CN" altLang="en-US" sz="2000"/>
          </a:p>
        </p:txBody>
      </p:sp>
      <p:sp>
        <p:nvSpPr>
          <p:cNvPr id="188" name="video-token-tensor-slice2-front">
            <a:extLst>
              <a:ext uri="{FF2B5EF4-FFF2-40B4-BE49-F238E27FC236}">
                <a16:creationId xmlns:a16="http://schemas.microsoft.com/office/drawing/2014/main" id="{26DF0F10-6C69-4459-9FB6-F4CD3EA9A475}"/>
              </a:ext>
            </a:extLst>
          </p:cNvPr>
          <p:cNvSpPr>
            <a:spLocks noGrp="1"/>
          </p:cNvSpPr>
          <p:nvPr/>
        </p:nvSpPr>
        <p:spPr>
          <a:xfrm>
            <a:off x="4701540" y="2625090"/>
            <a:ext cx="434340" cy="487680"/>
          </a:xfrm>
          <a:prstGeom prst="rect">
            <a:avLst/>
          </a:prstGeom>
          <a:solidFill>
            <a:srgbClr val="E9EEF7"/>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189" name="video-token-tensor-slice1-top">
            <a:extLst>
              <a:ext uri="{FF2B5EF4-FFF2-40B4-BE49-F238E27FC236}">
                <a16:creationId xmlns:a16="http://schemas.microsoft.com/office/drawing/2014/main" id="{5B7A54C2-949E-484D-8243-3BCB231410E0}"/>
              </a:ext>
            </a:extLst>
          </p:cNvPr>
          <p:cNvSpPr>
            <a:spLocks noGrp="1"/>
          </p:cNvSpPr>
          <p:nvPr/>
        </p:nvSpPr>
        <p:spPr>
          <a:xfrm>
            <a:off x="4625340" y="2640330"/>
            <a:ext cx="487680" cy="53340"/>
          </a:xfrm>
          <a:custGeom>
            <a:avLst/>
            <a:gdLst/>
            <a:ahLst/>
            <a:cxnLst/>
            <a:rect l="0" t="0" r="0" b="0"/>
            <a:pathLst>
              <a:path w="609600" h="66675">
                <a:moveTo>
                  <a:pt x="0" y="66675"/>
                </a:moveTo>
                <a:lnTo>
                  <a:pt x="66675" y="0"/>
                </a:lnTo>
                <a:lnTo>
                  <a:pt x="609600" y="0"/>
                </a:lnTo>
                <a:lnTo>
                  <a:pt x="542925" y="66675"/>
                </a:lnTo>
                <a:close/>
              </a:path>
            </a:pathLst>
          </a:custGeom>
          <a:solidFill>
            <a:srgbClr val="F9FAFD"/>
          </a:solidFill>
          <a:ln w="11430">
            <a:solidFill>
              <a:srgbClr val="63788A"/>
            </a:solidFill>
          </a:ln>
        </p:spPr>
        <p:txBody>
          <a:bodyPr/>
          <a:lstStyle/>
          <a:p>
            <a:endParaRPr lang="zh-CN" altLang="en-US" sz="2000"/>
          </a:p>
        </p:txBody>
      </p:sp>
      <p:sp>
        <p:nvSpPr>
          <p:cNvPr id="190" name="video-token-tensor-slice1-side">
            <a:extLst>
              <a:ext uri="{FF2B5EF4-FFF2-40B4-BE49-F238E27FC236}">
                <a16:creationId xmlns:a16="http://schemas.microsoft.com/office/drawing/2014/main" id="{3E618559-B938-4F36-8DC9-FF509F9EE247}"/>
              </a:ext>
            </a:extLst>
          </p:cNvPr>
          <p:cNvSpPr>
            <a:spLocks noGrp="1"/>
          </p:cNvSpPr>
          <p:nvPr/>
        </p:nvSpPr>
        <p:spPr>
          <a:xfrm>
            <a:off x="5059680" y="2640330"/>
            <a:ext cx="53340" cy="541020"/>
          </a:xfrm>
          <a:custGeom>
            <a:avLst/>
            <a:gdLst/>
            <a:ahLst/>
            <a:cxnLst/>
            <a:rect l="0" t="0" r="0" b="0"/>
            <a:pathLst>
              <a:path w="66675" h="676275">
                <a:moveTo>
                  <a:pt x="0" y="66675"/>
                </a:moveTo>
                <a:lnTo>
                  <a:pt x="66675" y="0"/>
                </a:lnTo>
                <a:lnTo>
                  <a:pt x="66675" y="609600"/>
                </a:lnTo>
                <a:lnTo>
                  <a:pt x="0" y="676275"/>
                </a:lnTo>
                <a:close/>
              </a:path>
            </a:pathLst>
          </a:custGeom>
          <a:solidFill>
            <a:srgbClr val="BFCCDF"/>
          </a:solidFill>
          <a:ln w="11430">
            <a:solidFill>
              <a:srgbClr val="63788A"/>
            </a:solidFill>
          </a:ln>
        </p:spPr>
        <p:txBody>
          <a:bodyPr/>
          <a:lstStyle/>
          <a:p>
            <a:endParaRPr lang="zh-CN" altLang="en-US" sz="2000"/>
          </a:p>
        </p:txBody>
      </p:sp>
      <p:sp>
        <p:nvSpPr>
          <p:cNvPr id="191" name="video-token-tensor-slice1-front">
            <a:extLst>
              <a:ext uri="{FF2B5EF4-FFF2-40B4-BE49-F238E27FC236}">
                <a16:creationId xmlns:a16="http://schemas.microsoft.com/office/drawing/2014/main" id="{845C5495-DAC7-44BA-B2EB-6257F4F653EB}"/>
              </a:ext>
            </a:extLst>
          </p:cNvPr>
          <p:cNvSpPr>
            <a:spLocks noGrp="1"/>
          </p:cNvSpPr>
          <p:nvPr/>
        </p:nvSpPr>
        <p:spPr>
          <a:xfrm>
            <a:off x="4625340" y="2693670"/>
            <a:ext cx="434340" cy="487680"/>
          </a:xfrm>
          <a:prstGeom prst="rect">
            <a:avLst/>
          </a:prstGeom>
          <a:solidFill>
            <a:srgbClr val="E9EEF7"/>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192" name="video-token-tensor-slice0-top">
            <a:extLst>
              <a:ext uri="{FF2B5EF4-FFF2-40B4-BE49-F238E27FC236}">
                <a16:creationId xmlns:a16="http://schemas.microsoft.com/office/drawing/2014/main" id="{E0535FE7-2DB0-4AAD-8DB5-B6361C2F3ABE}"/>
              </a:ext>
            </a:extLst>
          </p:cNvPr>
          <p:cNvSpPr>
            <a:spLocks noGrp="1"/>
          </p:cNvSpPr>
          <p:nvPr/>
        </p:nvSpPr>
        <p:spPr>
          <a:xfrm>
            <a:off x="4549140" y="2708910"/>
            <a:ext cx="487680" cy="53340"/>
          </a:xfrm>
          <a:custGeom>
            <a:avLst/>
            <a:gdLst/>
            <a:ahLst/>
            <a:cxnLst/>
            <a:rect l="0" t="0" r="0" b="0"/>
            <a:pathLst>
              <a:path w="609600" h="66675">
                <a:moveTo>
                  <a:pt x="0" y="66675"/>
                </a:moveTo>
                <a:lnTo>
                  <a:pt x="66675" y="0"/>
                </a:lnTo>
                <a:lnTo>
                  <a:pt x="609600" y="0"/>
                </a:lnTo>
                <a:lnTo>
                  <a:pt x="542925" y="66675"/>
                </a:lnTo>
                <a:close/>
              </a:path>
            </a:pathLst>
          </a:custGeom>
          <a:solidFill>
            <a:srgbClr val="F9FAFD"/>
          </a:solidFill>
          <a:ln w="11430">
            <a:solidFill>
              <a:srgbClr val="63788A"/>
            </a:solidFill>
          </a:ln>
        </p:spPr>
        <p:txBody>
          <a:bodyPr/>
          <a:lstStyle/>
          <a:p>
            <a:endParaRPr lang="zh-CN" altLang="en-US" sz="2000"/>
          </a:p>
        </p:txBody>
      </p:sp>
      <p:sp>
        <p:nvSpPr>
          <p:cNvPr id="193" name="video-token-tensor-slice0-side">
            <a:extLst>
              <a:ext uri="{FF2B5EF4-FFF2-40B4-BE49-F238E27FC236}">
                <a16:creationId xmlns:a16="http://schemas.microsoft.com/office/drawing/2014/main" id="{B60A31E5-E6B2-4150-869B-D294A2D74B54}"/>
              </a:ext>
            </a:extLst>
          </p:cNvPr>
          <p:cNvSpPr>
            <a:spLocks noGrp="1"/>
          </p:cNvSpPr>
          <p:nvPr/>
        </p:nvSpPr>
        <p:spPr>
          <a:xfrm>
            <a:off x="4983480" y="2708910"/>
            <a:ext cx="53340" cy="541020"/>
          </a:xfrm>
          <a:custGeom>
            <a:avLst/>
            <a:gdLst/>
            <a:ahLst/>
            <a:cxnLst/>
            <a:rect l="0" t="0" r="0" b="0"/>
            <a:pathLst>
              <a:path w="66675" h="676275">
                <a:moveTo>
                  <a:pt x="0" y="66675"/>
                </a:moveTo>
                <a:lnTo>
                  <a:pt x="66675" y="0"/>
                </a:lnTo>
                <a:lnTo>
                  <a:pt x="66675" y="609600"/>
                </a:lnTo>
                <a:lnTo>
                  <a:pt x="0" y="676275"/>
                </a:lnTo>
                <a:close/>
              </a:path>
            </a:pathLst>
          </a:custGeom>
          <a:solidFill>
            <a:srgbClr val="BFCCDF"/>
          </a:solidFill>
          <a:ln w="11430">
            <a:solidFill>
              <a:srgbClr val="63788A"/>
            </a:solidFill>
          </a:ln>
        </p:spPr>
        <p:txBody>
          <a:bodyPr/>
          <a:lstStyle/>
          <a:p>
            <a:endParaRPr lang="zh-CN" altLang="en-US" sz="2000"/>
          </a:p>
        </p:txBody>
      </p:sp>
      <p:sp>
        <p:nvSpPr>
          <p:cNvPr id="194" name="video-token-tensor-slice0-front">
            <a:extLst>
              <a:ext uri="{FF2B5EF4-FFF2-40B4-BE49-F238E27FC236}">
                <a16:creationId xmlns:a16="http://schemas.microsoft.com/office/drawing/2014/main" id="{A0EB0E3E-D3B6-4553-9286-B9B2BE938E5E}"/>
              </a:ext>
            </a:extLst>
          </p:cNvPr>
          <p:cNvSpPr>
            <a:spLocks noGrp="1"/>
          </p:cNvSpPr>
          <p:nvPr/>
        </p:nvSpPr>
        <p:spPr>
          <a:xfrm>
            <a:off x="4549140" y="2762250"/>
            <a:ext cx="434340" cy="487680"/>
          </a:xfrm>
          <a:prstGeom prst="rect">
            <a:avLst/>
          </a:prstGeom>
          <a:solidFill>
            <a:srgbClr val="DCE6EE"/>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195" name="video-token-tensor-cell0-0">
            <a:extLst>
              <a:ext uri="{FF2B5EF4-FFF2-40B4-BE49-F238E27FC236}">
                <a16:creationId xmlns:a16="http://schemas.microsoft.com/office/drawing/2014/main" id="{D93A1D0E-3AC5-454B-B517-DF42572D766D}"/>
              </a:ext>
            </a:extLst>
          </p:cNvPr>
          <p:cNvSpPr>
            <a:spLocks noGrp="1"/>
          </p:cNvSpPr>
          <p:nvPr/>
        </p:nvSpPr>
        <p:spPr>
          <a:xfrm>
            <a:off x="4587240" y="2800350"/>
            <a:ext cx="96520" cy="114300"/>
          </a:xfrm>
          <a:prstGeom prst="rect">
            <a:avLst/>
          </a:prstGeom>
          <a:solidFill>
            <a:srgbClr val="98ACD2"/>
          </a:solidFill>
          <a:ln w="0">
            <a:noFill/>
          </a:ln>
        </p:spPr>
        <p:txBody>
          <a:bodyPr/>
          <a:lstStyle/>
          <a:p>
            <a:endParaRPr lang="zh-CN" altLang="en-US" sz="2000"/>
          </a:p>
        </p:txBody>
      </p:sp>
      <p:sp>
        <p:nvSpPr>
          <p:cNvPr id="196" name="video-token-tensor-cell0-1">
            <a:extLst>
              <a:ext uri="{FF2B5EF4-FFF2-40B4-BE49-F238E27FC236}">
                <a16:creationId xmlns:a16="http://schemas.microsoft.com/office/drawing/2014/main" id="{CCCAD6DF-9ECB-440C-A3BA-95E3A9FB6010}"/>
              </a:ext>
            </a:extLst>
          </p:cNvPr>
          <p:cNvSpPr>
            <a:spLocks noGrp="1"/>
          </p:cNvSpPr>
          <p:nvPr/>
        </p:nvSpPr>
        <p:spPr>
          <a:xfrm>
            <a:off x="4706620" y="2800350"/>
            <a:ext cx="96520" cy="114300"/>
          </a:xfrm>
          <a:prstGeom prst="rect">
            <a:avLst/>
          </a:prstGeom>
          <a:solidFill>
            <a:srgbClr val="B7C8E2"/>
          </a:solidFill>
          <a:ln w="0">
            <a:noFill/>
          </a:ln>
        </p:spPr>
        <p:txBody>
          <a:bodyPr/>
          <a:lstStyle/>
          <a:p>
            <a:endParaRPr lang="zh-CN" altLang="en-US" sz="2000"/>
          </a:p>
        </p:txBody>
      </p:sp>
      <p:sp>
        <p:nvSpPr>
          <p:cNvPr id="197" name="video-token-tensor-cell0-2">
            <a:extLst>
              <a:ext uri="{FF2B5EF4-FFF2-40B4-BE49-F238E27FC236}">
                <a16:creationId xmlns:a16="http://schemas.microsoft.com/office/drawing/2014/main" id="{821B1757-539A-44A8-94A4-C694A2B294A9}"/>
              </a:ext>
            </a:extLst>
          </p:cNvPr>
          <p:cNvSpPr>
            <a:spLocks noGrp="1"/>
          </p:cNvSpPr>
          <p:nvPr/>
        </p:nvSpPr>
        <p:spPr>
          <a:xfrm>
            <a:off x="4826000" y="2800350"/>
            <a:ext cx="96520" cy="114300"/>
          </a:xfrm>
          <a:prstGeom prst="rect">
            <a:avLst/>
          </a:prstGeom>
          <a:solidFill>
            <a:srgbClr val="D7E1F0"/>
          </a:solidFill>
          <a:ln w="0">
            <a:noFill/>
          </a:ln>
        </p:spPr>
        <p:txBody>
          <a:bodyPr/>
          <a:lstStyle/>
          <a:p>
            <a:endParaRPr lang="zh-CN" altLang="en-US" sz="2000"/>
          </a:p>
        </p:txBody>
      </p:sp>
      <p:sp>
        <p:nvSpPr>
          <p:cNvPr id="198" name="video-token-tensor-cell1-0">
            <a:extLst>
              <a:ext uri="{FF2B5EF4-FFF2-40B4-BE49-F238E27FC236}">
                <a16:creationId xmlns:a16="http://schemas.microsoft.com/office/drawing/2014/main" id="{9324C7D7-29C1-425A-8408-3B88E642D571}"/>
              </a:ext>
            </a:extLst>
          </p:cNvPr>
          <p:cNvSpPr>
            <a:spLocks noGrp="1"/>
          </p:cNvSpPr>
          <p:nvPr/>
        </p:nvSpPr>
        <p:spPr>
          <a:xfrm>
            <a:off x="4587240" y="2937510"/>
            <a:ext cx="96520" cy="114300"/>
          </a:xfrm>
          <a:prstGeom prst="rect">
            <a:avLst/>
          </a:prstGeom>
          <a:solidFill>
            <a:srgbClr val="D7E1F0"/>
          </a:solidFill>
          <a:ln w="0">
            <a:noFill/>
          </a:ln>
        </p:spPr>
        <p:txBody>
          <a:bodyPr/>
          <a:lstStyle/>
          <a:p>
            <a:endParaRPr lang="zh-CN" altLang="en-US" sz="2000"/>
          </a:p>
        </p:txBody>
      </p:sp>
      <p:sp>
        <p:nvSpPr>
          <p:cNvPr id="199" name="video-token-tensor-cell1-1">
            <a:extLst>
              <a:ext uri="{FF2B5EF4-FFF2-40B4-BE49-F238E27FC236}">
                <a16:creationId xmlns:a16="http://schemas.microsoft.com/office/drawing/2014/main" id="{14BFACDD-5095-44D9-8D96-C15E8CD4D2B8}"/>
              </a:ext>
            </a:extLst>
          </p:cNvPr>
          <p:cNvSpPr>
            <a:spLocks noGrp="1"/>
          </p:cNvSpPr>
          <p:nvPr/>
        </p:nvSpPr>
        <p:spPr>
          <a:xfrm>
            <a:off x="4706620" y="2937510"/>
            <a:ext cx="96520" cy="114300"/>
          </a:xfrm>
          <a:prstGeom prst="rect">
            <a:avLst/>
          </a:prstGeom>
          <a:solidFill>
            <a:srgbClr val="98ACD2"/>
          </a:solidFill>
          <a:ln w="0">
            <a:noFill/>
          </a:ln>
        </p:spPr>
        <p:txBody>
          <a:bodyPr/>
          <a:lstStyle/>
          <a:p>
            <a:endParaRPr lang="zh-CN" altLang="en-US" sz="2000"/>
          </a:p>
        </p:txBody>
      </p:sp>
      <p:sp>
        <p:nvSpPr>
          <p:cNvPr id="200" name="video-token-tensor-cell1-2">
            <a:extLst>
              <a:ext uri="{FF2B5EF4-FFF2-40B4-BE49-F238E27FC236}">
                <a16:creationId xmlns:a16="http://schemas.microsoft.com/office/drawing/2014/main" id="{253F017E-368D-4B69-BDE2-81248FE72126}"/>
              </a:ext>
            </a:extLst>
          </p:cNvPr>
          <p:cNvSpPr>
            <a:spLocks noGrp="1"/>
          </p:cNvSpPr>
          <p:nvPr/>
        </p:nvSpPr>
        <p:spPr>
          <a:xfrm>
            <a:off x="4826000" y="2937510"/>
            <a:ext cx="96520" cy="114300"/>
          </a:xfrm>
          <a:prstGeom prst="rect">
            <a:avLst/>
          </a:prstGeom>
          <a:solidFill>
            <a:srgbClr val="B7C8E2"/>
          </a:solidFill>
          <a:ln w="0">
            <a:noFill/>
          </a:ln>
        </p:spPr>
        <p:txBody>
          <a:bodyPr/>
          <a:lstStyle/>
          <a:p>
            <a:endParaRPr lang="zh-CN" altLang="en-US" sz="2000"/>
          </a:p>
        </p:txBody>
      </p:sp>
      <p:sp>
        <p:nvSpPr>
          <p:cNvPr id="201" name="video-token-tensor-cell2-0">
            <a:extLst>
              <a:ext uri="{FF2B5EF4-FFF2-40B4-BE49-F238E27FC236}">
                <a16:creationId xmlns:a16="http://schemas.microsoft.com/office/drawing/2014/main" id="{8F3F1359-0A2A-40D4-B7E4-18FD3B56F409}"/>
              </a:ext>
            </a:extLst>
          </p:cNvPr>
          <p:cNvSpPr>
            <a:spLocks noGrp="1"/>
          </p:cNvSpPr>
          <p:nvPr/>
        </p:nvSpPr>
        <p:spPr>
          <a:xfrm>
            <a:off x="4587240" y="3074670"/>
            <a:ext cx="96520" cy="114300"/>
          </a:xfrm>
          <a:prstGeom prst="rect">
            <a:avLst/>
          </a:prstGeom>
          <a:solidFill>
            <a:srgbClr val="B7C8E2"/>
          </a:solidFill>
          <a:ln w="0">
            <a:noFill/>
          </a:ln>
        </p:spPr>
        <p:txBody>
          <a:bodyPr/>
          <a:lstStyle/>
          <a:p>
            <a:endParaRPr lang="zh-CN" altLang="en-US" sz="2000"/>
          </a:p>
        </p:txBody>
      </p:sp>
      <p:sp>
        <p:nvSpPr>
          <p:cNvPr id="202" name="video-token-tensor-cell2-1">
            <a:extLst>
              <a:ext uri="{FF2B5EF4-FFF2-40B4-BE49-F238E27FC236}">
                <a16:creationId xmlns:a16="http://schemas.microsoft.com/office/drawing/2014/main" id="{D085F879-F338-4299-AC47-3CE0A5B8C1EA}"/>
              </a:ext>
            </a:extLst>
          </p:cNvPr>
          <p:cNvSpPr>
            <a:spLocks noGrp="1"/>
          </p:cNvSpPr>
          <p:nvPr/>
        </p:nvSpPr>
        <p:spPr>
          <a:xfrm>
            <a:off x="4706620" y="3074670"/>
            <a:ext cx="96520" cy="114300"/>
          </a:xfrm>
          <a:prstGeom prst="rect">
            <a:avLst/>
          </a:prstGeom>
          <a:solidFill>
            <a:srgbClr val="D7E1F0"/>
          </a:solidFill>
          <a:ln w="0">
            <a:noFill/>
          </a:ln>
        </p:spPr>
        <p:txBody>
          <a:bodyPr/>
          <a:lstStyle/>
          <a:p>
            <a:endParaRPr lang="zh-CN" altLang="en-US" sz="2000"/>
          </a:p>
        </p:txBody>
      </p:sp>
      <p:sp>
        <p:nvSpPr>
          <p:cNvPr id="203" name="video-token-tensor-cell2-2">
            <a:extLst>
              <a:ext uri="{FF2B5EF4-FFF2-40B4-BE49-F238E27FC236}">
                <a16:creationId xmlns:a16="http://schemas.microsoft.com/office/drawing/2014/main" id="{B98FC641-8292-4C96-AF24-480736D22212}"/>
              </a:ext>
            </a:extLst>
          </p:cNvPr>
          <p:cNvSpPr>
            <a:spLocks noGrp="1"/>
          </p:cNvSpPr>
          <p:nvPr/>
        </p:nvSpPr>
        <p:spPr>
          <a:xfrm>
            <a:off x="4826000" y="3074670"/>
            <a:ext cx="96520" cy="114300"/>
          </a:xfrm>
          <a:prstGeom prst="rect">
            <a:avLst/>
          </a:prstGeom>
          <a:solidFill>
            <a:srgbClr val="98ACD2"/>
          </a:solidFill>
          <a:ln w="0">
            <a:noFill/>
          </a:ln>
        </p:spPr>
        <p:txBody>
          <a:bodyPr/>
          <a:lstStyle/>
          <a:p>
            <a:endParaRPr lang="zh-CN" altLang="en-US" sz="2000"/>
          </a:p>
        </p:txBody>
      </p:sp>
      <p:pic>
        <p:nvPicPr>
          <p:cNvPr id="679" name="图形 678"/>
          <p:cNvPicPr>
            <a:picLocks noChangeAspect="1"/>
          </p:cNvPicPr>
          <p:nvPr/>
        </p:nvPicPr>
        <p:blipFill>
          <a:blip r:embed="rId25">
            <a:extLst>
              <a:ext uri="{96DAC541-7B7A-43D3-8B79-37D633B846F1}">
                <asvg:svgBlip xmlns:asvg="http://schemas.microsoft.com/office/drawing/2016/SVG/main" r:embed="rId26"/>
              </a:ext>
            </a:extLst>
          </a:blip>
          <a:stretch/>
        </p:blipFill>
        <p:spPr>
          <a:xfrm>
            <a:off x="4188943" y="3348266"/>
            <a:ext cx="171755" cy="115748"/>
          </a:xfrm>
          <a:prstGeom prst="rect">
            <a:avLst/>
          </a:prstGeom>
        </p:spPr>
      </p:pic>
      <p:pic>
        <p:nvPicPr>
          <p:cNvPr id="680" name="图形 679"/>
          <p:cNvPicPr>
            <a:picLocks noChangeAspect="1"/>
          </p:cNvPicPr>
          <p:nvPr/>
        </p:nvPicPr>
        <p:blipFill>
          <a:blip r:embed="rId27">
            <a:extLst>
              <a:ext uri="{96DAC541-7B7A-43D3-8B79-37D633B846F1}">
                <asvg:svgBlip xmlns:asvg="http://schemas.microsoft.com/office/drawing/2016/SVG/main" r:embed="rId28"/>
              </a:ext>
            </a:extLst>
          </a:blip>
          <a:stretch/>
        </p:blipFill>
        <p:spPr>
          <a:xfrm>
            <a:off x="4709474" y="3339122"/>
            <a:ext cx="243211" cy="134036"/>
          </a:xfrm>
          <a:prstGeom prst="rect">
            <a:avLst/>
          </a:prstGeom>
        </p:spPr>
      </p:pic>
      <p:pic>
        <p:nvPicPr>
          <p:cNvPr id="681" name="图形 680"/>
          <p:cNvPicPr>
            <a:picLocks noChangeAspect="1"/>
          </p:cNvPicPr>
          <p:nvPr/>
        </p:nvPicPr>
        <p:blipFill>
          <a:blip r:embed="rId29">
            <a:extLst>
              <a:ext uri="{96DAC541-7B7A-43D3-8B79-37D633B846F1}">
                <asvg:svgBlip xmlns:asvg="http://schemas.microsoft.com/office/drawing/2016/SVG/main" r:embed="rId30"/>
              </a:ext>
            </a:extLst>
          </a:blip>
          <a:stretch/>
        </p:blipFill>
        <p:spPr>
          <a:xfrm>
            <a:off x="5546948" y="2502861"/>
            <a:ext cx="373417" cy="213360"/>
          </a:xfrm>
          <a:prstGeom prst="rect">
            <a:avLst/>
          </a:prstGeom>
        </p:spPr>
      </p:pic>
      <p:sp>
        <p:nvSpPr>
          <p:cNvPr id="207" name="video-projection-adaln-top">
            <a:extLst>
              <a:ext uri="{FF2B5EF4-FFF2-40B4-BE49-F238E27FC236}">
                <a16:creationId xmlns:a16="http://schemas.microsoft.com/office/drawing/2014/main" id="{3039F918-ECDD-4382-A7D1-289A91C17A83}"/>
              </a:ext>
            </a:extLst>
          </p:cNvPr>
          <p:cNvSpPr>
            <a:spLocks noGrp="1"/>
          </p:cNvSpPr>
          <p:nvPr/>
        </p:nvSpPr>
        <p:spPr>
          <a:xfrm>
            <a:off x="5303520" y="2701290"/>
            <a:ext cx="739140" cy="53340"/>
          </a:xfrm>
          <a:custGeom>
            <a:avLst/>
            <a:gdLst/>
            <a:ahLst/>
            <a:cxnLst/>
            <a:rect l="0" t="0" r="0" b="0"/>
            <a:pathLst>
              <a:path w="923925" h="66675">
                <a:moveTo>
                  <a:pt x="0" y="66675"/>
                </a:moveTo>
                <a:lnTo>
                  <a:pt x="66675" y="0"/>
                </a:lnTo>
                <a:lnTo>
                  <a:pt x="923925" y="0"/>
                </a:lnTo>
                <a:lnTo>
                  <a:pt x="857250" y="66675"/>
                </a:lnTo>
                <a:close/>
              </a:path>
            </a:pathLst>
          </a:custGeom>
          <a:solidFill>
            <a:srgbClr val="F9FAFD"/>
          </a:solidFill>
          <a:ln w="11430">
            <a:solidFill>
              <a:srgbClr val="63788A"/>
            </a:solidFill>
          </a:ln>
        </p:spPr>
        <p:txBody>
          <a:bodyPr/>
          <a:lstStyle/>
          <a:p>
            <a:endParaRPr lang="zh-CN" altLang="en-US" sz="2000"/>
          </a:p>
        </p:txBody>
      </p:sp>
      <p:sp>
        <p:nvSpPr>
          <p:cNvPr id="208" name="video-projection-adaln-side">
            <a:extLst>
              <a:ext uri="{FF2B5EF4-FFF2-40B4-BE49-F238E27FC236}">
                <a16:creationId xmlns:a16="http://schemas.microsoft.com/office/drawing/2014/main" id="{17828B87-B3A7-4B45-B514-6FD890519EF4}"/>
              </a:ext>
            </a:extLst>
          </p:cNvPr>
          <p:cNvSpPr>
            <a:spLocks noGrp="1"/>
          </p:cNvSpPr>
          <p:nvPr/>
        </p:nvSpPr>
        <p:spPr>
          <a:xfrm>
            <a:off x="5989320" y="2701290"/>
            <a:ext cx="53340" cy="556260"/>
          </a:xfrm>
          <a:custGeom>
            <a:avLst/>
            <a:gdLst/>
            <a:ahLst/>
            <a:cxnLst/>
            <a:rect l="0" t="0" r="0" b="0"/>
            <a:pathLst>
              <a:path w="66675" h="695325">
                <a:moveTo>
                  <a:pt x="0" y="66675"/>
                </a:moveTo>
                <a:lnTo>
                  <a:pt x="66675" y="0"/>
                </a:lnTo>
                <a:lnTo>
                  <a:pt x="66675" y="628650"/>
                </a:lnTo>
                <a:lnTo>
                  <a:pt x="0" y="695325"/>
                </a:lnTo>
                <a:close/>
              </a:path>
            </a:pathLst>
          </a:custGeom>
          <a:solidFill>
            <a:srgbClr val="BDCDD9"/>
          </a:solidFill>
          <a:ln w="11430">
            <a:solidFill>
              <a:srgbClr val="63788A"/>
            </a:solidFill>
          </a:ln>
        </p:spPr>
        <p:txBody>
          <a:bodyPr/>
          <a:lstStyle/>
          <a:p>
            <a:endParaRPr lang="zh-CN" altLang="en-US" sz="2000"/>
          </a:p>
        </p:txBody>
      </p:sp>
      <p:sp>
        <p:nvSpPr>
          <p:cNvPr id="209" name="video-projection-adaln-front">
            <a:extLst>
              <a:ext uri="{FF2B5EF4-FFF2-40B4-BE49-F238E27FC236}">
                <a16:creationId xmlns:a16="http://schemas.microsoft.com/office/drawing/2014/main" id="{56CD14F9-F3D2-4079-8122-7CA0114571D4}"/>
              </a:ext>
            </a:extLst>
          </p:cNvPr>
          <p:cNvSpPr>
            <a:spLocks noGrp="1"/>
          </p:cNvSpPr>
          <p:nvPr/>
        </p:nvSpPr>
        <p:spPr>
          <a:xfrm>
            <a:off x="5303520" y="2754630"/>
            <a:ext cx="685800" cy="502920"/>
          </a:xfrm>
          <a:prstGeom prst="rect">
            <a:avLst/>
          </a:prstGeom>
          <a:solidFill>
            <a:srgbClr val="DCE6EE"/>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210" name="video-projection-adaln-label">
            <a:extLst>
              <a:ext uri="{FF2B5EF4-FFF2-40B4-BE49-F238E27FC236}">
                <a16:creationId xmlns:a16="http://schemas.microsoft.com/office/drawing/2014/main" id="{8BFAF753-8ECD-4202-82E0-1372FEFD5689}"/>
              </a:ext>
            </a:extLst>
          </p:cNvPr>
          <p:cNvSpPr>
            <a:spLocks noGrp="1"/>
          </p:cNvSpPr>
          <p:nvPr/>
        </p:nvSpPr>
        <p:spPr>
          <a:xfrm>
            <a:off x="5334000" y="2800350"/>
            <a:ext cx="624840" cy="220980"/>
          </a:xfrm>
          <a:prstGeom prst="rect">
            <a:avLst/>
          </a:prstGeom>
          <a:noFill/>
          <a:ln w="0">
            <a:noFill/>
          </a:ln>
        </p:spPr>
        <p:txBody>
          <a:bodyPr wrap="none" lIns="0" tIns="0" rIns="0" bIns="0" anchor="ctr">
            <a:noAutofit/>
          </a:bodyPr>
          <a:lstStyle/>
          <a:p>
            <a:pPr algn="ctr">
              <a:defRPr sz="1320" i="0">
                <a:solidFill>
                  <a:srgbClr val="202B33"/>
                </a:solidFill>
                <a:latin typeface="Toppan Bunkyu Mincho Regular"/>
                <a:ea typeface="Toppan Bunkyu Mincho Regular"/>
                <a:cs typeface="Toppan Bunkyu Mincho Regular"/>
              </a:defRPr>
            </a:pPr>
            <a:r>
              <a:rPr sz="1400" i="0">
                <a:solidFill>
                  <a:srgbClr val="202B33"/>
                </a:solidFill>
                <a:latin typeface="Toppan Bunkyu Mincho Regular"/>
                <a:ea typeface="Toppan Bunkyu Mincho Regular"/>
                <a:cs typeface="Toppan Bunkyu Mincho Regular"/>
              </a:rPr>
              <a:t>AdaLN</a:t>
            </a:r>
          </a:p>
        </p:txBody>
      </p:sp>
      <p:pic>
        <p:nvPicPr>
          <p:cNvPr id="686" name="图形 685"/>
          <p:cNvPicPr>
            <a:picLocks noChangeAspect="1"/>
          </p:cNvPicPr>
          <p:nvPr/>
        </p:nvPicPr>
        <p:blipFill>
          <a:blip r:embed="rId31">
            <a:extLst>
              <a:ext uri="{96DAC541-7B7A-43D3-8B79-37D633B846F1}">
                <asvg:svgBlip xmlns:asvg="http://schemas.microsoft.com/office/drawing/2016/SVG/main" r:embed="rId32"/>
              </a:ext>
            </a:extLst>
          </a:blip>
          <a:stretch/>
        </p:blipFill>
        <p:spPr>
          <a:xfrm>
            <a:off x="5392336" y="3066052"/>
            <a:ext cx="508167" cy="154396"/>
          </a:xfrm>
          <a:prstGeom prst="rect">
            <a:avLst/>
          </a:prstGeom>
        </p:spPr>
      </p:pic>
      <p:sp>
        <p:nvSpPr>
          <p:cNvPr id="212" name="Local block arrow 7">
            <a:extLst>
              <a:ext uri="{FF2B5EF4-FFF2-40B4-BE49-F238E27FC236}">
                <a16:creationId xmlns:a16="http://schemas.microsoft.com/office/drawing/2014/main" id="{E2ACCCD8-3C53-4E2F-8768-EACE61EA55F4}"/>
              </a:ext>
            </a:extLst>
          </p:cNvPr>
          <p:cNvSpPr>
            <a:spLocks noGrp="1"/>
          </p:cNvSpPr>
          <p:nvPr/>
        </p:nvSpPr>
        <p:spPr>
          <a:xfrm>
            <a:off x="6065520" y="2952750"/>
            <a:ext cx="13716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213" name="video-projection-qkv-top">
            <a:extLst>
              <a:ext uri="{FF2B5EF4-FFF2-40B4-BE49-F238E27FC236}">
                <a16:creationId xmlns:a16="http://schemas.microsoft.com/office/drawing/2014/main" id="{6B1B6ED8-9FFA-4369-9853-1DBA6F7DF26F}"/>
              </a:ext>
            </a:extLst>
          </p:cNvPr>
          <p:cNvSpPr>
            <a:spLocks noGrp="1"/>
          </p:cNvSpPr>
          <p:nvPr/>
        </p:nvSpPr>
        <p:spPr>
          <a:xfrm>
            <a:off x="6248400" y="2701290"/>
            <a:ext cx="746760" cy="53340"/>
          </a:xfrm>
          <a:custGeom>
            <a:avLst/>
            <a:gdLst/>
            <a:ahLst/>
            <a:cxnLst/>
            <a:rect l="0" t="0" r="0" b="0"/>
            <a:pathLst>
              <a:path w="933450" h="66675">
                <a:moveTo>
                  <a:pt x="0" y="66675"/>
                </a:moveTo>
                <a:lnTo>
                  <a:pt x="66675" y="0"/>
                </a:lnTo>
                <a:lnTo>
                  <a:pt x="933450" y="0"/>
                </a:lnTo>
                <a:lnTo>
                  <a:pt x="866775" y="66675"/>
                </a:lnTo>
                <a:close/>
              </a:path>
            </a:pathLst>
          </a:custGeom>
          <a:solidFill>
            <a:srgbClr val="F9FAFD"/>
          </a:solidFill>
          <a:ln w="11430">
            <a:solidFill>
              <a:srgbClr val="63788A"/>
            </a:solidFill>
          </a:ln>
        </p:spPr>
        <p:txBody>
          <a:bodyPr/>
          <a:lstStyle/>
          <a:p>
            <a:endParaRPr lang="zh-CN" altLang="en-US" sz="2000"/>
          </a:p>
        </p:txBody>
      </p:sp>
      <p:sp>
        <p:nvSpPr>
          <p:cNvPr id="214" name="video-projection-qkv-side">
            <a:extLst>
              <a:ext uri="{FF2B5EF4-FFF2-40B4-BE49-F238E27FC236}">
                <a16:creationId xmlns:a16="http://schemas.microsoft.com/office/drawing/2014/main" id="{4744D7C2-6822-4A60-B937-48C2923FC6C0}"/>
              </a:ext>
            </a:extLst>
          </p:cNvPr>
          <p:cNvSpPr>
            <a:spLocks noGrp="1"/>
          </p:cNvSpPr>
          <p:nvPr/>
        </p:nvSpPr>
        <p:spPr>
          <a:xfrm>
            <a:off x="6941820" y="2701290"/>
            <a:ext cx="53340" cy="556260"/>
          </a:xfrm>
          <a:custGeom>
            <a:avLst/>
            <a:gdLst/>
            <a:ahLst/>
            <a:cxnLst/>
            <a:rect l="0" t="0" r="0" b="0"/>
            <a:pathLst>
              <a:path w="66675" h="695325">
                <a:moveTo>
                  <a:pt x="0" y="66675"/>
                </a:moveTo>
                <a:lnTo>
                  <a:pt x="66675" y="0"/>
                </a:lnTo>
                <a:lnTo>
                  <a:pt x="66675" y="628650"/>
                </a:lnTo>
                <a:lnTo>
                  <a:pt x="0" y="695325"/>
                </a:lnTo>
                <a:close/>
              </a:path>
            </a:pathLst>
          </a:custGeom>
          <a:solidFill>
            <a:srgbClr val="C4CED8"/>
          </a:solidFill>
          <a:ln w="11430">
            <a:solidFill>
              <a:srgbClr val="63788A"/>
            </a:solidFill>
          </a:ln>
        </p:spPr>
        <p:txBody>
          <a:bodyPr/>
          <a:lstStyle/>
          <a:p>
            <a:endParaRPr lang="zh-CN" altLang="en-US" sz="2000"/>
          </a:p>
        </p:txBody>
      </p:sp>
      <p:sp>
        <p:nvSpPr>
          <p:cNvPr id="215" name="video-projection-qkv-front">
            <a:extLst>
              <a:ext uri="{FF2B5EF4-FFF2-40B4-BE49-F238E27FC236}">
                <a16:creationId xmlns:a16="http://schemas.microsoft.com/office/drawing/2014/main" id="{0399AB8A-5CA4-435F-A4A8-62B5CAB250F5}"/>
              </a:ext>
            </a:extLst>
          </p:cNvPr>
          <p:cNvSpPr>
            <a:spLocks noGrp="1"/>
          </p:cNvSpPr>
          <p:nvPr/>
        </p:nvSpPr>
        <p:spPr>
          <a:xfrm>
            <a:off x="6248400" y="2754630"/>
            <a:ext cx="693420" cy="502920"/>
          </a:xfrm>
          <a:prstGeom prst="rect">
            <a:avLst/>
          </a:prstGeom>
          <a:solidFill>
            <a:srgbClr val="E8EDF2"/>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pic>
        <p:nvPicPr>
          <p:cNvPr id="691" name="图形 690"/>
          <p:cNvPicPr>
            <a:picLocks noChangeAspect="1"/>
          </p:cNvPicPr>
          <p:nvPr/>
        </p:nvPicPr>
        <p:blipFill>
          <a:blip r:embed="rId33">
            <a:extLst>
              <a:ext uri="{96DAC541-7B7A-43D3-8B79-37D633B846F1}">
                <asvg:svgBlip xmlns:asvg="http://schemas.microsoft.com/office/drawing/2016/SVG/main" r:embed="rId34"/>
              </a:ext>
            </a:extLst>
          </a:blip>
          <a:stretch/>
        </p:blipFill>
        <p:spPr>
          <a:xfrm>
            <a:off x="6278880" y="2933169"/>
            <a:ext cx="632460" cy="145841"/>
          </a:xfrm>
          <a:prstGeom prst="rect">
            <a:avLst/>
          </a:prstGeom>
        </p:spPr>
      </p:pic>
      <p:sp>
        <p:nvSpPr>
          <p:cNvPr id="217" name="Local block arrow 8">
            <a:extLst>
              <a:ext uri="{FF2B5EF4-FFF2-40B4-BE49-F238E27FC236}">
                <a16:creationId xmlns:a16="http://schemas.microsoft.com/office/drawing/2014/main" id="{8505C7CD-6A47-495A-8383-EBEA1E36B5CE}"/>
              </a:ext>
            </a:extLst>
          </p:cNvPr>
          <p:cNvSpPr>
            <a:spLocks noGrp="1"/>
          </p:cNvSpPr>
          <p:nvPr/>
        </p:nvSpPr>
        <p:spPr>
          <a:xfrm>
            <a:off x="5128260" y="2952750"/>
            <a:ext cx="14478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218" name="Local block arrow 9">
            <a:extLst>
              <a:ext uri="{FF2B5EF4-FFF2-40B4-BE49-F238E27FC236}">
                <a16:creationId xmlns:a16="http://schemas.microsoft.com/office/drawing/2014/main" id="{E66130BF-1526-4F21-B19A-208F1F6780C4}"/>
              </a:ext>
            </a:extLst>
          </p:cNvPr>
          <p:cNvSpPr>
            <a:spLocks noGrp="1"/>
          </p:cNvSpPr>
          <p:nvPr/>
        </p:nvSpPr>
        <p:spPr>
          <a:xfrm>
            <a:off x="7010400" y="2952750"/>
            <a:ext cx="18288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pic>
        <p:nvPicPr>
          <p:cNvPr id="694" name="图形 693"/>
          <p:cNvPicPr>
            <a:picLocks noChangeAspect="1"/>
          </p:cNvPicPr>
          <p:nvPr/>
        </p:nvPicPr>
        <p:blipFill>
          <a:blip r:embed="rId35">
            <a:extLst>
              <a:ext uri="{96DAC541-7B7A-43D3-8B79-37D633B846F1}">
                <asvg:svgBlip xmlns:asvg="http://schemas.microsoft.com/office/drawing/2016/SVG/main" r:embed="rId36"/>
              </a:ext>
            </a:extLst>
          </a:blip>
          <a:stretch/>
        </p:blipFill>
        <p:spPr>
          <a:xfrm>
            <a:off x="6471443" y="2466799"/>
            <a:ext cx="348457" cy="226013"/>
          </a:xfrm>
          <a:prstGeom prst="rect">
            <a:avLst/>
          </a:prstGeom>
        </p:spPr>
      </p:pic>
      <p:sp>
        <p:nvSpPr>
          <p:cNvPr id="220" name="action-stream-title">
            <a:extLst>
              <a:ext uri="{FF2B5EF4-FFF2-40B4-BE49-F238E27FC236}">
                <a16:creationId xmlns:a16="http://schemas.microsoft.com/office/drawing/2014/main" id="{FB342767-9FB2-4B01-ACA0-31A20CEF4842}"/>
              </a:ext>
            </a:extLst>
          </p:cNvPr>
          <p:cNvSpPr>
            <a:spLocks noGrp="1"/>
          </p:cNvSpPr>
          <p:nvPr/>
        </p:nvSpPr>
        <p:spPr>
          <a:xfrm>
            <a:off x="4067432" y="3596640"/>
            <a:ext cx="1257300" cy="236220"/>
          </a:xfrm>
          <a:prstGeom prst="rect">
            <a:avLst/>
          </a:prstGeom>
          <a:noFill/>
          <a:ln w="0">
            <a:noFill/>
          </a:ln>
        </p:spPr>
        <p:txBody>
          <a:bodyPr wrap="none" lIns="0" tIns="0" rIns="0" bIns="0" anchor="ctr">
            <a:noAutofit/>
          </a:bodyPr>
          <a:lstStyle/>
          <a:p>
            <a:pPr algn="l">
              <a:defRPr sz="1500" i="0">
                <a:solidFill>
                  <a:srgbClr val="202B33"/>
                </a:solidFill>
                <a:latin typeface="Toppan Bunkyu Mincho Regular"/>
                <a:ea typeface="Toppan Bunkyu Mincho Regular"/>
                <a:cs typeface="Toppan Bunkyu Mincho Regular"/>
              </a:defRPr>
            </a:pPr>
            <a:r>
              <a:rPr sz="1600" b="1" i="0" dirty="0">
                <a:solidFill>
                  <a:srgbClr val="202B33"/>
                </a:solidFill>
                <a:latin typeface="Toppan Bunkyu Mincho Regular"/>
                <a:ea typeface="Toppan Bunkyu Mincho Regular"/>
                <a:cs typeface="Toppan Bunkyu Mincho Regular"/>
              </a:rPr>
              <a:t>Action stream</a:t>
            </a:r>
          </a:p>
        </p:txBody>
      </p:sp>
      <p:sp>
        <p:nvSpPr>
          <p:cNvPr id="221" name="action-token-sequence-top">
            <a:extLst>
              <a:ext uri="{FF2B5EF4-FFF2-40B4-BE49-F238E27FC236}">
                <a16:creationId xmlns:a16="http://schemas.microsoft.com/office/drawing/2014/main" id="{EF07048D-6F40-4B0B-BC38-0BFBF9ABE4EA}"/>
              </a:ext>
            </a:extLst>
          </p:cNvPr>
          <p:cNvSpPr>
            <a:spLocks noGrp="1"/>
          </p:cNvSpPr>
          <p:nvPr/>
        </p:nvSpPr>
        <p:spPr>
          <a:xfrm>
            <a:off x="4122420" y="3943350"/>
            <a:ext cx="922020" cy="53340"/>
          </a:xfrm>
          <a:custGeom>
            <a:avLst/>
            <a:gdLst/>
            <a:ahLst/>
            <a:cxnLst/>
            <a:rect l="0" t="0" r="0" b="0"/>
            <a:pathLst>
              <a:path w="1152525" h="66675">
                <a:moveTo>
                  <a:pt x="0" y="66675"/>
                </a:moveTo>
                <a:lnTo>
                  <a:pt x="66675" y="0"/>
                </a:lnTo>
                <a:lnTo>
                  <a:pt x="1152525" y="0"/>
                </a:lnTo>
                <a:lnTo>
                  <a:pt x="1085850" y="66675"/>
                </a:lnTo>
                <a:close/>
              </a:path>
            </a:pathLst>
          </a:custGeom>
          <a:solidFill>
            <a:srgbClr val="F9FAFD"/>
          </a:solidFill>
          <a:ln w="11430">
            <a:solidFill>
              <a:srgbClr val="63788A"/>
            </a:solidFill>
          </a:ln>
        </p:spPr>
        <p:txBody>
          <a:bodyPr/>
          <a:lstStyle/>
          <a:p>
            <a:endParaRPr lang="zh-CN" altLang="en-US" sz="2000"/>
          </a:p>
        </p:txBody>
      </p:sp>
      <p:sp>
        <p:nvSpPr>
          <p:cNvPr id="222" name="action-token-sequence-side">
            <a:extLst>
              <a:ext uri="{FF2B5EF4-FFF2-40B4-BE49-F238E27FC236}">
                <a16:creationId xmlns:a16="http://schemas.microsoft.com/office/drawing/2014/main" id="{62535A6A-6DA5-4E72-8157-B7CC3C1DBE94}"/>
              </a:ext>
            </a:extLst>
          </p:cNvPr>
          <p:cNvSpPr>
            <a:spLocks noGrp="1"/>
          </p:cNvSpPr>
          <p:nvPr/>
        </p:nvSpPr>
        <p:spPr>
          <a:xfrm>
            <a:off x="4991100" y="3943350"/>
            <a:ext cx="53340" cy="236220"/>
          </a:xfrm>
          <a:custGeom>
            <a:avLst/>
            <a:gdLst/>
            <a:ahLst/>
            <a:cxnLst/>
            <a:rect l="0" t="0" r="0" b="0"/>
            <a:pathLst>
              <a:path w="66675" h="295275">
                <a:moveTo>
                  <a:pt x="0" y="66675"/>
                </a:moveTo>
                <a:lnTo>
                  <a:pt x="66675" y="0"/>
                </a:lnTo>
                <a:lnTo>
                  <a:pt x="66675" y="228600"/>
                </a:lnTo>
                <a:lnTo>
                  <a:pt x="0" y="295275"/>
                </a:lnTo>
                <a:close/>
              </a:path>
            </a:pathLst>
          </a:custGeom>
          <a:solidFill>
            <a:srgbClr val="B6C8D8"/>
          </a:solidFill>
          <a:ln w="11430">
            <a:solidFill>
              <a:srgbClr val="63788A"/>
            </a:solidFill>
          </a:ln>
        </p:spPr>
        <p:txBody>
          <a:bodyPr/>
          <a:lstStyle/>
          <a:p>
            <a:endParaRPr lang="zh-CN" altLang="en-US" sz="2000"/>
          </a:p>
        </p:txBody>
      </p:sp>
      <p:sp>
        <p:nvSpPr>
          <p:cNvPr id="223" name="action-token-sequence-front">
            <a:extLst>
              <a:ext uri="{FF2B5EF4-FFF2-40B4-BE49-F238E27FC236}">
                <a16:creationId xmlns:a16="http://schemas.microsoft.com/office/drawing/2014/main" id="{54644514-BAB2-4605-8FD8-F0642610755C}"/>
              </a:ext>
            </a:extLst>
          </p:cNvPr>
          <p:cNvSpPr>
            <a:spLocks noGrp="1"/>
          </p:cNvSpPr>
          <p:nvPr/>
        </p:nvSpPr>
        <p:spPr>
          <a:xfrm>
            <a:off x="4122420" y="3996690"/>
            <a:ext cx="868680" cy="182880"/>
          </a:xfrm>
          <a:prstGeom prst="rect">
            <a:avLst/>
          </a:prstGeom>
          <a:solidFill>
            <a:srgbClr val="DCE6EE"/>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224" name="consequence-token-sequence-top">
            <a:extLst>
              <a:ext uri="{FF2B5EF4-FFF2-40B4-BE49-F238E27FC236}">
                <a16:creationId xmlns:a16="http://schemas.microsoft.com/office/drawing/2014/main" id="{07B94F24-0D70-402D-8536-CBB433AE2AC9}"/>
              </a:ext>
            </a:extLst>
          </p:cNvPr>
          <p:cNvSpPr>
            <a:spLocks noGrp="1"/>
          </p:cNvSpPr>
          <p:nvPr/>
        </p:nvSpPr>
        <p:spPr>
          <a:xfrm>
            <a:off x="4122420" y="4240530"/>
            <a:ext cx="922020" cy="53340"/>
          </a:xfrm>
          <a:custGeom>
            <a:avLst/>
            <a:gdLst/>
            <a:ahLst/>
            <a:cxnLst/>
            <a:rect l="0" t="0" r="0" b="0"/>
            <a:pathLst>
              <a:path w="1152525" h="66675">
                <a:moveTo>
                  <a:pt x="0" y="66675"/>
                </a:moveTo>
                <a:lnTo>
                  <a:pt x="66675" y="0"/>
                </a:lnTo>
                <a:lnTo>
                  <a:pt x="1152525" y="0"/>
                </a:lnTo>
                <a:lnTo>
                  <a:pt x="1085850" y="66675"/>
                </a:lnTo>
                <a:close/>
              </a:path>
            </a:pathLst>
          </a:custGeom>
          <a:solidFill>
            <a:srgbClr val="F9FAFD"/>
          </a:solidFill>
          <a:ln w="11430">
            <a:solidFill>
              <a:srgbClr val="63788A"/>
            </a:solidFill>
          </a:ln>
        </p:spPr>
        <p:txBody>
          <a:bodyPr/>
          <a:lstStyle/>
          <a:p>
            <a:endParaRPr lang="zh-CN" altLang="en-US" sz="2000"/>
          </a:p>
        </p:txBody>
      </p:sp>
      <p:sp>
        <p:nvSpPr>
          <p:cNvPr id="225" name="consequence-token-sequence-side">
            <a:extLst>
              <a:ext uri="{FF2B5EF4-FFF2-40B4-BE49-F238E27FC236}">
                <a16:creationId xmlns:a16="http://schemas.microsoft.com/office/drawing/2014/main" id="{99DDCB97-39BC-422E-925F-A62E03C16F16}"/>
              </a:ext>
            </a:extLst>
          </p:cNvPr>
          <p:cNvSpPr>
            <a:spLocks noGrp="1"/>
          </p:cNvSpPr>
          <p:nvPr/>
        </p:nvSpPr>
        <p:spPr>
          <a:xfrm>
            <a:off x="4991100" y="4240530"/>
            <a:ext cx="53340" cy="236220"/>
          </a:xfrm>
          <a:custGeom>
            <a:avLst/>
            <a:gdLst/>
            <a:ahLst/>
            <a:cxnLst/>
            <a:rect l="0" t="0" r="0" b="0"/>
            <a:pathLst>
              <a:path w="66675" h="295275">
                <a:moveTo>
                  <a:pt x="0" y="66675"/>
                </a:moveTo>
                <a:lnTo>
                  <a:pt x="66675" y="0"/>
                </a:lnTo>
                <a:lnTo>
                  <a:pt x="66675" y="228600"/>
                </a:lnTo>
                <a:lnTo>
                  <a:pt x="0" y="295275"/>
                </a:lnTo>
                <a:close/>
              </a:path>
            </a:pathLst>
          </a:custGeom>
          <a:solidFill>
            <a:srgbClr val="C1D3CC"/>
          </a:solidFill>
          <a:ln w="11430">
            <a:solidFill>
              <a:srgbClr val="63788A"/>
            </a:solidFill>
          </a:ln>
        </p:spPr>
        <p:txBody>
          <a:bodyPr/>
          <a:lstStyle/>
          <a:p>
            <a:endParaRPr lang="zh-CN" altLang="en-US" sz="2000"/>
          </a:p>
        </p:txBody>
      </p:sp>
      <p:sp>
        <p:nvSpPr>
          <p:cNvPr id="226" name="consequence-token-sequence-front">
            <a:extLst>
              <a:ext uri="{FF2B5EF4-FFF2-40B4-BE49-F238E27FC236}">
                <a16:creationId xmlns:a16="http://schemas.microsoft.com/office/drawing/2014/main" id="{D91FCB53-87B6-4F4B-898D-0ADA4951B057}"/>
              </a:ext>
            </a:extLst>
          </p:cNvPr>
          <p:cNvSpPr>
            <a:spLocks noGrp="1"/>
          </p:cNvSpPr>
          <p:nvPr/>
        </p:nvSpPr>
        <p:spPr>
          <a:xfrm>
            <a:off x="4122420" y="4293870"/>
            <a:ext cx="868680" cy="182880"/>
          </a:xfrm>
          <a:prstGeom prst="rect">
            <a:avLst/>
          </a:prstGeom>
          <a:solidFill>
            <a:srgbClr val="E5EEEA"/>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227" name="clean-state-token">
            <a:extLst>
              <a:ext uri="{FF2B5EF4-FFF2-40B4-BE49-F238E27FC236}">
                <a16:creationId xmlns:a16="http://schemas.microsoft.com/office/drawing/2014/main" id="{71FE8D6C-E28B-4F6B-8A23-0D91A82AEBF0}"/>
              </a:ext>
            </a:extLst>
          </p:cNvPr>
          <p:cNvSpPr>
            <a:spLocks noGrp="1"/>
          </p:cNvSpPr>
          <p:nvPr/>
        </p:nvSpPr>
        <p:spPr>
          <a:xfrm>
            <a:off x="4152900" y="4027170"/>
            <a:ext cx="213360" cy="129540"/>
          </a:xfrm>
          <a:prstGeom prst="roundRect">
            <a:avLst>
              <a:gd name="adj" fmla="val 11765"/>
            </a:avLst>
          </a:prstGeom>
          <a:solidFill>
            <a:srgbClr val="F0F2ED"/>
          </a:solidFill>
          <a:ln w="5334">
            <a:solidFill>
              <a:srgbClr val="97A6A1"/>
            </a:solidFill>
          </a:ln>
        </p:spPr>
        <p:txBody>
          <a:bodyPr/>
          <a:lstStyle/>
          <a:p>
            <a:endParaRPr lang="zh-CN" altLang="en-US" sz="2000"/>
          </a:p>
        </p:txBody>
      </p:sp>
      <p:pic>
        <p:nvPicPr>
          <p:cNvPr id="703" name="图形 702"/>
          <p:cNvPicPr>
            <a:picLocks noChangeAspect="1"/>
          </p:cNvPicPr>
          <p:nvPr/>
        </p:nvPicPr>
        <p:blipFill>
          <a:blip r:embed="rId37">
            <a:extLst>
              <a:ext uri="{96DAC541-7B7A-43D3-8B79-37D633B846F1}">
                <asvg:svgBlip xmlns:asvg="http://schemas.microsoft.com/office/drawing/2016/SVG/main" r:embed="rId38"/>
              </a:ext>
            </a:extLst>
          </a:blip>
          <a:stretch/>
        </p:blipFill>
        <p:spPr>
          <a:xfrm>
            <a:off x="4197474" y="4046461"/>
            <a:ext cx="124212" cy="83338"/>
          </a:xfrm>
          <a:prstGeom prst="rect">
            <a:avLst/>
          </a:prstGeom>
        </p:spPr>
      </p:pic>
      <p:sp>
        <p:nvSpPr>
          <p:cNvPr id="229" name="command-token-0">
            <a:extLst>
              <a:ext uri="{FF2B5EF4-FFF2-40B4-BE49-F238E27FC236}">
                <a16:creationId xmlns:a16="http://schemas.microsoft.com/office/drawing/2014/main" id="{089B1EA2-D037-4734-8B29-66D64053A780}"/>
              </a:ext>
            </a:extLst>
          </p:cNvPr>
          <p:cNvSpPr>
            <a:spLocks noGrp="1"/>
          </p:cNvSpPr>
          <p:nvPr/>
        </p:nvSpPr>
        <p:spPr>
          <a:xfrm>
            <a:off x="4411980" y="4034790"/>
            <a:ext cx="144780" cy="106680"/>
          </a:xfrm>
          <a:prstGeom prst="roundRect">
            <a:avLst>
              <a:gd name="adj" fmla="val 7143"/>
            </a:avLst>
          </a:prstGeom>
          <a:solidFill>
            <a:srgbClr val="B2C6D9"/>
          </a:solidFill>
          <a:ln w="6096">
            <a:solidFill>
              <a:srgbClr val="4E718D"/>
            </a:solidFill>
          </a:ln>
        </p:spPr>
        <p:txBody>
          <a:bodyPr/>
          <a:lstStyle/>
          <a:p>
            <a:endParaRPr lang="zh-CN" altLang="en-US" sz="2000"/>
          </a:p>
        </p:txBody>
      </p:sp>
      <p:sp>
        <p:nvSpPr>
          <p:cNvPr id="230" name="command-token-1">
            <a:extLst>
              <a:ext uri="{FF2B5EF4-FFF2-40B4-BE49-F238E27FC236}">
                <a16:creationId xmlns:a16="http://schemas.microsoft.com/office/drawing/2014/main" id="{8508EE27-E1EA-40D5-ADAE-DBF22D5AF413}"/>
              </a:ext>
            </a:extLst>
          </p:cNvPr>
          <p:cNvSpPr>
            <a:spLocks noGrp="1"/>
          </p:cNvSpPr>
          <p:nvPr/>
        </p:nvSpPr>
        <p:spPr>
          <a:xfrm>
            <a:off x="4602480" y="4034790"/>
            <a:ext cx="144780" cy="106680"/>
          </a:xfrm>
          <a:prstGeom prst="roundRect">
            <a:avLst>
              <a:gd name="adj" fmla="val 7143"/>
            </a:avLst>
          </a:prstGeom>
          <a:solidFill>
            <a:srgbClr val="B2C6D9"/>
          </a:solidFill>
          <a:ln w="6096">
            <a:solidFill>
              <a:srgbClr val="4E718D"/>
            </a:solidFill>
          </a:ln>
        </p:spPr>
        <p:txBody>
          <a:bodyPr/>
          <a:lstStyle/>
          <a:p>
            <a:endParaRPr lang="zh-CN" altLang="en-US" sz="2000"/>
          </a:p>
        </p:txBody>
      </p:sp>
      <p:sp>
        <p:nvSpPr>
          <p:cNvPr id="231" name="command-token-2">
            <a:extLst>
              <a:ext uri="{FF2B5EF4-FFF2-40B4-BE49-F238E27FC236}">
                <a16:creationId xmlns:a16="http://schemas.microsoft.com/office/drawing/2014/main" id="{A8C0C3A6-56B2-4A95-9105-44091E175461}"/>
              </a:ext>
            </a:extLst>
          </p:cNvPr>
          <p:cNvSpPr>
            <a:spLocks noGrp="1"/>
          </p:cNvSpPr>
          <p:nvPr/>
        </p:nvSpPr>
        <p:spPr>
          <a:xfrm>
            <a:off x="4792980" y="4034790"/>
            <a:ext cx="144780" cy="106680"/>
          </a:xfrm>
          <a:prstGeom prst="roundRect">
            <a:avLst>
              <a:gd name="adj" fmla="val 7143"/>
            </a:avLst>
          </a:prstGeom>
          <a:solidFill>
            <a:srgbClr val="B2C6D9"/>
          </a:solidFill>
          <a:ln w="6096">
            <a:solidFill>
              <a:srgbClr val="4E718D"/>
            </a:solidFill>
          </a:ln>
        </p:spPr>
        <p:txBody>
          <a:bodyPr/>
          <a:lstStyle/>
          <a:p>
            <a:endParaRPr lang="zh-CN" altLang="en-US" sz="2000"/>
          </a:p>
        </p:txBody>
      </p:sp>
      <p:sp>
        <p:nvSpPr>
          <p:cNvPr id="232" name="consequence-token-0">
            <a:extLst>
              <a:ext uri="{FF2B5EF4-FFF2-40B4-BE49-F238E27FC236}">
                <a16:creationId xmlns:a16="http://schemas.microsoft.com/office/drawing/2014/main" id="{3066941F-48BC-4E0F-AAFB-78147DCD2B28}"/>
              </a:ext>
            </a:extLst>
          </p:cNvPr>
          <p:cNvSpPr>
            <a:spLocks noGrp="1"/>
          </p:cNvSpPr>
          <p:nvPr/>
        </p:nvSpPr>
        <p:spPr>
          <a:xfrm>
            <a:off x="4160520" y="4331970"/>
            <a:ext cx="121920" cy="106680"/>
          </a:xfrm>
          <a:prstGeom prst="roundRect">
            <a:avLst>
              <a:gd name="adj" fmla="val 7143"/>
            </a:avLst>
          </a:prstGeom>
          <a:solidFill>
            <a:srgbClr val="A8C0B7"/>
          </a:solidFill>
          <a:ln w="6096">
            <a:solidFill>
              <a:srgbClr val="668B80"/>
            </a:solidFill>
          </a:ln>
        </p:spPr>
        <p:txBody>
          <a:bodyPr/>
          <a:lstStyle/>
          <a:p>
            <a:endParaRPr lang="zh-CN" altLang="en-US" sz="2000"/>
          </a:p>
        </p:txBody>
      </p:sp>
      <p:sp>
        <p:nvSpPr>
          <p:cNvPr id="233" name="consequence-token-1">
            <a:extLst>
              <a:ext uri="{FF2B5EF4-FFF2-40B4-BE49-F238E27FC236}">
                <a16:creationId xmlns:a16="http://schemas.microsoft.com/office/drawing/2014/main" id="{D7AFFDAD-F401-4A50-BBE9-F641E623486C}"/>
              </a:ext>
            </a:extLst>
          </p:cNvPr>
          <p:cNvSpPr>
            <a:spLocks noGrp="1"/>
          </p:cNvSpPr>
          <p:nvPr/>
        </p:nvSpPr>
        <p:spPr>
          <a:xfrm>
            <a:off x="4320540" y="4331970"/>
            <a:ext cx="121920" cy="106680"/>
          </a:xfrm>
          <a:prstGeom prst="roundRect">
            <a:avLst>
              <a:gd name="adj" fmla="val 7143"/>
            </a:avLst>
          </a:prstGeom>
          <a:solidFill>
            <a:srgbClr val="A8C0B7"/>
          </a:solidFill>
          <a:ln w="6096">
            <a:solidFill>
              <a:srgbClr val="668B80"/>
            </a:solidFill>
          </a:ln>
        </p:spPr>
        <p:txBody>
          <a:bodyPr/>
          <a:lstStyle/>
          <a:p>
            <a:endParaRPr lang="zh-CN" altLang="en-US" sz="2000"/>
          </a:p>
        </p:txBody>
      </p:sp>
      <p:sp>
        <p:nvSpPr>
          <p:cNvPr id="234" name="consequence-token-2">
            <a:extLst>
              <a:ext uri="{FF2B5EF4-FFF2-40B4-BE49-F238E27FC236}">
                <a16:creationId xmlns:a16="http://schemas.microsoft.com/office/drawing/2014/main" id="{E8754170-C34B-4762-B2E3-B6A9F2BD656E}"/>
              </a:ext>
            </a:extLst>
          </p:cNvPr>
          <p:cNvSpPr>
            <a:spLocks noGrp="1"/>
          </p:cNvSpPr>
          <p:nvPr/>
        </p:nvSpPr>
        <p:spPr>
          <a:xfrm>
            <a:off x="4480560" y="4331970"/>
            <a:ext cx="121920" cy="106680"/>
          </a:xfrm>
          <a:prstGeom prst="roundRect">
            <a:avLst>
              <a:gd name="adj" fmla="val 7143"/>
            </a:avLst>
          </a:prstGeom>
          <a:solidFill>
            <a:srgbClr val="A8C0B7"/>
          </a:solidFill>
          <a:ln w="6096">
            <a:solidFill>
              <a:srgbClr val="668B80"/>
            </a:solidFill>
          </a:ln>
        </p:spPr>
        <p:txBody>
          <a:bodyPr/>
          <a:lstStyle/>
          <a:p>
            <a:endParaRPr lang="zh-CN" altLang="en-US" sz="2000"/>
          </a:p>
        </p:txBody>
      </p:sp>
      <p:sp>
        <p:nvSpPr>
          <p:cNvPr id="235" name="consequence-token-3">
            <a:extLst>
              <a:ext uri="{FF2B5EF4-FFF2-40B4-BE49-F238E27FC236}">
                <a16:creationId xmlns:a16="http://schemas.microsoft.com/office/drawing/2014/main" id="{81FF0846-A445-4FE9-8BC1-22F0DFD71EC2}"/>
              </a:ext>
            </a:extLst>
          </p:cNvPr>
          <p:cNvSpPr>
            <a:spLocks noGrp="1"/>
          </p:cNvSpPr>
          <p:nvPr/>
        </p:nvSpPr>
        <p:spPr>
          <a:xfrm>
            <a:off x="4640580" y="4331970"/>
            <a:ext cx="121920" cy="106680"/>
          </a:xfrm>
          <a:prstGeom prst="roundRect">
            <a:avLst>
              <a:gd name="adj" fmla="val 7143"/>
            </a:avLst>
          </a:prstGeom>
          <a:solidFill>
            <a:srgbClr val="A8C0B7"/>
          </a:solidFill>
          <a:ln w="6096">
            <a:solidFill>
              <a:srgbClr val="668B80"/>
            </a:solidFill>
          </a:ln>
        </p:spPr>
        <p:txBody>
          <a:bodyPr/>
          <a:lstStyle/>
          <a:p>
            <a:endParaRPr lang="zh-CN" altLang="en-US" sz="2000"/>
          </a:p>
        </p:txBody>
      </p:sp>
      <p:sp>
        <p:nvSpPr>
          <p:cNvPr id="236" name="consequence-token-4">
            <a:extLst>
              <a:ext uri="{FF2B5EF4-FFF2-40B4-BE49-F238E27FC236}">
                <a16:creationId xmlns:a16="http://schemas.microsoft.com/office/drawing/2014/main" id="{0BFE1AF7-A489-4714-98CE-CF351457389B}"/>
              </a:ext>
            </a:extLst>
          </p:cNvPr>
          <p:cNvSpPr>
            <a:spLocks noGrp="1"/>
          </p:cNvSpPr>
          <p:nvPr/>
        </p:nvSpPr>
        <p:spPr>
          <a:xfrm>
            <a:off x="4800600" y="4331970"/>
            <a:ext cx="121920" cy="106680"/>
          </a:xfrm>
          <a:prstGeom prst="roundRect">
            <a:avLst>
              <a:gd name="adj" fmla="val 7143"/>
            </a:avLst>
          </a:prstGeom>
          <a:solidFill>
            <a:srgbClr val="A8C0B7"/>
          </a:solidFill>
          <a:ln w="6096">
            <a:solidFill>
              <a:srgbClr val="668B80"/>
            </a:solidFill>
          </a:ln>
        </p:spPr>
        <p:txBody>
          <a:bodyPr/>
          <a:lstStyle/>
          <a:p>
            <a:endParaRPr lang="zh-CN" altLang="en-US" sz="2000"/>
          </a:p>
        </p:txBody>
      </p:sp>
      <p:pic>
        <p:nvPicPr>
          <p:cNvPr id="712" name="图形 711"/>
          <p:cNvPicPr>
            <a:picLocks noChangeAspect="1"/>
          </p:cNvPicPr>
          <p:nvPr/>
        </p:nvPicPr>
        <p:blipFill>
          <a:blip r:embed="rId39">
            <a:extLst>
              <a:ext uri="{96DAC541-7B7A-43D3-8B79-37D633B846F1}">
                <asvg:svgBlip xmlns:asvg="http://schemas.microsoft.com/office/drawing/2016/SVG/main" r:embed="rId40"/>
              </a:ext>
            </a:extLst>
          </a:blip>
          <a:stretch/>
        </p:blipFill>
        <p:spPr>
          <a:xfrm>
            <a:off x="5108353" y="4048982"/>
            <a:ext cx="100775" cy="85916"/>
          </a:xfrm>
          <a:prstGeom prst="rect">
            <a:avLst/>
          </a:prstGeom>
        </p:spPr>
      </p:pic>
      <p:pic>
        <p:nvPicPr>
          <p:cNvPr id="713" name="图形 712"/>
          <p:cNvPicPr>
            <a:picLocks noChangeAspect="1"/>
          </p:cNvPicPr>
          <p:nvPr/>
        </p:nvPicPr>
        <p:blipFill>
          <a:blip r:embed="rId41">
            <a:extLst>
              <a:ext uri="{96DAC541-7B7A-43D3-8B79-37D633B846F1}">
                <asvg:svgBlip xmlns:asvg="http://schemas.microsoft.com/office/drawing/2016/SVG/main" r:embed="rId42"/>
              </a:ext>
            </a:extLst>
          </a:blip>
          <a:stretch/>
        </p:blipFill>
        <p:spPr>
          <a:xfrm>
            <a:off x="5117497" y="4345972"/>
            <a:ext cx="82487" cy="86297"/>
          </a:xfrm>
          <a:prstGeom prst="rect">
            <a:avLst/>
          </a:prstGeom>
        </p:spPr>
      </p:pic>
      <p:sp>
        <p:nvSpPr>
          <p:cNvPr id="239" name="action-token-types">
            <a:extLst>
              <a:ext uri="{FF2B5EF4-FFF2-40B4-BE49-F238E27FC236}">
                <a16:creationId xmlns:a16="http://schemas.microsoft.com/office/drawing/2014/main" id="{14F27C27-AA45-4F7A-8E01-2C742A814D4C}"/>
              </a:ext>
            </a:extLst>
          </p:cNvPr>
          <p:cNvSpPr>
            <a:spLocks noGrp="1"/>
          </p:cNvSpPr>
          <p:nvPr/>
        </p:nvSpPr>
        <p:spPr>
          <a:xfrm>
            <a:off x="4278527" y="4556761"/>
            <a:ext cx="1432560" cy="205740"/>
          </a:xfrm>
          <a:prstGeom prst="rect">
            <a:avLst/>
          </a:prstGeom>
          <a:noFill/>
          <a:ln w="0">
            <a:noFill/>
          </a:ln>
        </p:spPr>
        <p:txBody>
          <a:bodyPr wrap="none" lIns="0" tIns="0" rIns="0" bIns="0" anchor="ctr">
            <a:noAutofit/>
          </a:bodyPr>
          <a:lstStyle/>
          <a:p>
            <a:pPr algn="ctr">
              <a:defRPr sz="1020" i="0">
                <a:solidFill>
                  <a:srgbClr val="657580"/>
                </a:solidFill>
                <a:latin typeface="Toppan Bunkyu Mincho Regular"/>
                <a:ea typeface="Toppan Bunkyu Mincho Regular"/>
                <a:cs typeface="Toppan Bunkyu Mincho Regular"/>
              </a:defRPr>
            </a:pPr>
            <a:r>
              <a:rPr sz="1200" b="1" i="0" dirty="0">
                <a:solidFill>
                  <a:srgbClr val="657580"/>
                </a:solidFill>
                <a:latin typeface="Toppan Bunkyu Mincho Regular"/>
                <a:ea typeface="Toppan Bunkyu Mincho Regular"/>
                <a:cs typeface="Toppan Bunkyu Mincho Regular"/>
              </a:rPr>
              <a:t>Action and consequence</a:t>
            </a:r>
          </a:p>
        </p:txBody>
      </p:sp>
      <p:pic>
        <p:nvPicPr>
          <p:cNvPr id="715" name="图形 714"/>
          <p:cNvPicPr>
            <a:picLocks noChangeAspect="1"/>
          </p:cNvPicPr>
          <p:nvPr/>
        </p:nvPicPr>
        <p:blipFill>
          <a:blip r:embed="rId43">
            <a:extLst>
              <a:ext uri="{96DAC541-7B7A-43D3-8B79-37D633B846F1}">
                <asvg:svgBlip xmlns:asvg="http://schemas.microsoft.com/office/drawing/2016/SVG/main" r:embed="rId44"/>
              </a:ext>
            </a:extLst>
          </a:blip>
          <a:stretch/>
        </p:blipFill>
        <p:spPr>
          <a:xfrm>
            <a:off x="5449765" y="3760946"/>
            <a:ext cx="499989" cy="128588"/>
          </a:xfrm>
          <a:prstGeom prst="rect">
            <a:avLst/>
          </a:prstGeom>
        </p:spPr>
      </p:pic>
      <p:sp>
        <p:nvSpPr>
          <p:cNvPr id="241" name="action-projection-adaln-top">
            <a:extLst>
              <a:ext uri="{FF2B5EF4-FFF2-40B4-BE49-F238E27FC236}">
                <a16:creationId xmlns:a16="http://schemas.microsoft.com/office/drawing/2014/main" id="{DB181784-55E3-48DC-BDD6-04930EFAC3C7}"/>
              </a:ext>
            </a:extLst>
          </p:cNvPr>
          <p:cNvSpPr>
            <a:spLocks noGrp="1"/>
          </p:cNvSpPr>
          <p:nvPr/>
        </p:nvSpPr>
        <p:spPr>
          <a:xfrm>
            <a:off x="5303520" y="3920490"/>
            <a:ext cx="739140" cy="53340"/>
          </a:xfrm>
          <a:custGeom>
            <a:avLst/>
            <a:gdLst/>
            <a:ahLst/>
            <a:cxnLst/>
            <a:rect l="0" t="0" r="0" b="0"/>
            <a:pathLst>
              <a:path w="923925" h="66675">
                <a:moveTo>
                  <a:pt x="0" y="66675"/>
                </a:moveTo>
                <a:lnTo>
                  <a:pt x="66675" y="0"/>
                </a:lnTo>
                <a:lnTo>
                  <a:pt x="923925" y="0"/>
                </a:lnTo>
                <a:lnTo>
                  <a:pt x="857250" y="66675"/>
                </a:lnTo>
                <a:close/>
              </a:path>
            </a:pathLst>
          </a:custGeom>
          <a:solidFill>
            <a:srgbClr val="F9FAFD"/>
          </a:solidFill>
          <a:ln w="11430">
            <a:solidFill>
              <a:srgbClr val="63788A"/>
            </a:solidFill>
          </a:ln>
        </p:spPr>
        <p:txBody>
          <a:bodyPr/>
          <a:lstStyle/>
          <a:p>
            <a:endParaRPr lang="zh-CN" altLang="en-US" sz="2000"/>
          </a:p>
        </p:txBody>
      </p:sp>
      <p:sp>
        <p:nvSpPr>
          <p:cNvPr id="242" name="action-projection-adaln-side">
            <a:extLst>
              <a:ext uri="{FF2B5EF4-FFF2-40B4-BE49-F238E27FC236}">
                <a16:creationId xmlns:a16="http://schemas.microsoft.com/office/drawing/2014/main" id="{8C002CCF-4FD0-4430-9CCD-423AF58AAE98}"/>
              </a:ext>
            </a:extLst>
          </p:cNvPr>
          <p:cNvSpPr>
            <a:spLocks noGrp="1"/>
          </p:cNvSpPr>
          <p:nvPr/>
        </p:nvSpPr>
        <p:spPr>
          <a:xfrm>
            <a:off x="5989320" y="3920490"/>
            <a:ext cx="53340" cy="556260"/>
          </a:xfrm>
          <a:custGeom>
            <a:avLst/>
            <a:gdLst/>
            <a:ahLst/>
            <a:cxnLst/>
            <a:rect l="0" t="0" r="0" b="0"/>
            <a:pathLst>
              <a:path w="66675" h="695325">
                <a:moveTo>
                  <a:pt x="0" y="66675"/>
                </a:moveTo>
                <a:lnTo>
                  <a:pt x="66675" y="0"/>
                </a:lnTo>
                <a:lnTo>
                  <a:pt x="66675" y="628650"/>
                </a:lnTo>
                <a:lnTo>
                  <a:pt x="0" y="695325"/>
                </a:lnTo>
                <a:close/>
              </a:path>
            </a:pathLst>
          </a:custGeom>
          <a:solidFill>
            <a:srgbClr val="BDCDD9"/>
          </a:solidFill>
          <a:ln w="11430">
            <a:solidFill>
              <a:srgbClr val="63788A"/>
            </a:solidFill>
          </a:ln>
        </p:spPr>
        <p:txBody>
          <a:bodyPr/>
          <a:lstStyle/>
          <a:p>
            <a:endParaRPr lang="zh-CN" altLang="en-US" sz="2000"/>
          </a:p>
        </p:txBody>
      </p:sp>
      <p:sp>
        <p:nvSpPr>
          <p:cNvPr id="243" name="action-projection-adaln-front">
            <a:extLst>
              <a:ext uri="{FF2B5EF4-FFF2-40B4-BE49-F238E27FC236}">
                <a16:creationId xmlns:a16="http://schemas.microsoft.com/office/drawing/2014/main" id="{A8BBB375-5ACF-418F-926B-35E68FEE7B3A}"/>
              </a:ext>
            </a:extLst>
          </p:cNvPr>
          <p:cNvSpPr>
            <a:spLocks noGrp="1"/>
          </p:cNvSpPr>
          <p:nvPr/>
        </p:nvSpPr>
        <p:spPr>
          <a:xfrm>
            <a:off x="5303520" y="3973830"/>
            <a:ext cx="685800" cy="502920"/>
          </a:xfrm>
          <a:prstGeom prst="rect">
            <a:avLst/>
          </a:prstGeom>
          <a:solidFill>
            <a:srgbClr val="DCE6EE"/>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244" name="action-projection-adaln-label">
            <a:extLst>
              <a:ext uri="{FF2B5EF4-FFF2-40B4-BE49-F238E27FC236}">
                <a16:creationId xmlns:a16="http://schemas.microsoft.com/office/drawing/2014/main" id="{683BF215-13E7-4992-819C-B46F487FB0F2}"/>
              </a:ext>
            </a:extLst>
          </p:cNvPr>
          <p:cNvSpPr>
            <a:spLocks noGrp="1"/>
          </p:cNvSpPr>
          <p:nvPr/>
        </p:nvSpPr>
        <p:spPr>
          <a:xfrm>
            <a:off x="5334000" y="4019550"/>
            <a:ext cx="624840" cy="220980"/>
          </a:xfrm>
          <a:prstGeom prst="rect">
            <a:avLst/>
          </a:prstGeom>
          <a:noFill/>
          <a:ln w="0">
            <a:noFill/>
          </a:ln>
        </p:spPr>
        <p:txBody>
          <a:bodyPr wrap="none" lIns="0" tIns="0" rIns="0" bIns="0" anchor="ctr">
            <a:noAutofit/>
          </a:bodyPr>
          <a:lstStyle/>
          <a:p>
            <a:pPr algn="ctr">
              <a:defRPr sz="1320" i="0">
                <a:solidFill>
                  <a:srgbClr val="202B33"/>
                </a:solidFill>
                <a:latin typeface="Toppan Bunkyu Mincho Regular"/>
                <a:ea typeface="Toppan Bunkyu Mincho Regular"/>
                <a:cs typeface="Toppan Bunkyu Mincho Regular"/>
              </a:defRPr>
            </a:pPr>
            <a:r>
              <a:rPr sz="1400" i="0">
                <a:solidFill>
                  <a:srgbClr val="202B33"/>
                </a:solidFill>
                <a:latin typeface="Toppan Bunkyu Mincho Regular"/>
                <a:ea typeface="Toppan Bunkyu Mincho Regular"/>
                <a:cs typeface="Toppan Bunkyu Mincho Regular"/>
              </a:rPr>
              <a:t>AdaLN</a:t>
            </a:r>
          </a:p>
        </p:txBody>
      </p:sp>
      <p:pic>
        <p:nvPicPr>
          <p:cNvPr id="720" name="图形 719"/>
          <p:cNvPicPr>
            <a:picLocks noChangeAspect="1"/>
          </p:cNvPicPr>
          <p:nvPr/>
        </p:nvPicPr>
        <p:blipFill>
          <a:blip r:embed="rId31">
            <a:extLst>
              <a:ext uri="{96DAC541-7B7A-43D3-8B79-37D633B846F1}">
                <asvg:svgBlip xmlns:asvg="http://schemas.microsoft.com/office/drawing/2016/SVG/main" r:embed="rId32"/>
              </a:ext>
            </a:extLst>
          </a:blip>
          <a:stretch/>
        </p:blipFill>
        <p:spPr>
          <a:xfrm>
            <a:off x="5392336" y="4285252"/>
            <a:ext cx="508167" cy="154396"/>
          </a:xfrm>
          <a:prstGeom prst="rect">
            <a:avLst/>
          </a:prstGeom>
        </p:spPr>
      </p:pic>
      <p:sp>
        <p:nvSpPr>
          <p:cNvPr id="246" name="Local block arrow 10">
            <a:extLst>
              <a:ext uri="{FF2B5EF4-FFF2-40B4-BE49-F238E27FC236}">
                <a16:creationId xmlns:a16="http://schemas.microsoft.com/office/drawing/2014/main" id="{7305CCA6-304D-4A4E-9EBA-00B59D236C6C}"/>
              </a:ext>
            </a:extLst>
          </p:cNvPr>
          <p:cNvSpPr>
            <a:spLocks noGrp="1"/>
          </p:cNvSpPr>
          <p:nvPr/>
        </p:nvSpPr>
        <p:spPr>
          <a:xfrm>
            <a:off x="6065520" y="4171950"/>
            <a:ext cx="13716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247" name="action-projection-qkv-top">
            <a:extLst>
              <a:ext uri="{FF2B5EF4-FFF2-40B4-BE49-F238E27FC236}">
                <a16:creationId xmlns:a16="http://schemas.microsoft.com/office/drawing/2014/main" id="{D02C3901-9444-4B5C-A967-227EB3C1E7A9}"/>
              </a:ext>
            </a:extLst>
          </p:cNvPr>
          <p:cNvSpPr>
            <a:spLocks noGrp="1"/>
          </p:cNvSpPr>
          <p:nvPr/>
        </p:nvSpPr>
        <p:spPr>
          <a:xfrm>
            <a:off x="6248400" y="3920490"/>
            <a:ext cx="746760" cy="53340"/>
          </a:xfrm>
          <a:custGeom>
            <a:avLst/>
            <a:gdLst/>
            <a:ahLst/>
            <a:cxnLst/>
            <a:rect l="0" t="0" r="0" b="0"/>
            <a:pathLst>
              <a:path w="933450" h="66675">
                <a:moveTo>
                  <a:pt x="0" y="66675"/>
                </a:moveTo>
                <a:lnTo>
                  <a:pt x="66675" y="0"/>
                </a:lnTo>
                <a:lnTo>
                  <a:pt x="933450" y="0"/>
                </a:lnTo>
                <a:lnTo>
                  <a:pt x="866775" y="66675"/>
                </a:lnTo>
                <a:close/>
              </a:path>
            </a:pathLst>
          </a:custGeom>
          <a:solidFill>
            <a:srgbClr val="F9FAFD"/>
          </a:solidFill>
          <a:ln w="11430">
            <a:solidFill>
              <a:srgbClr val="63788A"/>
            </a:solidFill>
          </a:ln>
        </p:spPr>
        <p:txBody>
          <a:bodyPr/>
          <a:lstStyle/>
          <a:p>
            <a:endParaRPr lang="zh-CN" altLang="en-US" sz="2000"/>
          </a:p>
        </p:txBody>
      </p:sp>
      <p:sp>
        <p:nvSpPr>
          <p:cNvPr id="248" name="action-projection-qkv-side">
            <a:extLst>
              <a:ext uri="{FF2B5EF4-FFF2-40B4-BE49-F238E27FC236}">
                <a16:creationId xmlns:a16="http://schemas.microsoft.com/office/drawing/2014/main" id="{8E6D64F4-D21E-4E89-AA00-BE7E81146A4C}"/>
              </a:ext>
            </a:extLst>
          </p:cNvPr>
          <p:cNvSpPr>
            <a:spLocks noGrp="1"/>
          </p:cNvSpPr>
          <p:nvPr/>
        </p:nvSpPr>
        <p:spPr>
          <a:xfrm>
            <a:off x="6941820" y="3920490"/>
            <a:ext cx="53340" cy="556260"/>
          </a:xfrm>
          <a:custGeom>
            <a:avLst/>
            <a:gdLst/>
            <a:ahLst/>
            <a:cxnLst/>
            <a:rect l="0" t="0" r="0" b="0"/>
            <a:pathLst>
              <a:path w="66675" h="695325">
                <a:moveTo>
                  <a:pt x="0" y="66675"/>
                </a:moveTo>
                <a:lnTo>
                  <a:pt x="66675" y="0"/>
                </a:lnTo>
                <a:lnTo>
                  <a:pt x="66675" y="628650"/>
                </a:lnTo>
                <a:lnTo>
                  <a:pt x="0" y="695325"/>
                </a:lnTo>
                <a:close/>
              </a:path>
            </a:pathLst>
          </a:custGeom>
          <a:solidFill>
            <a:srgbClr val="C4CED8"/>
          </a:solidFill>
          <a:ln w="11430">
            <a:solidFill>
              <a:srgbClr val="63788A"/>
            </a:solidFill>
          </a:ln>
        </p:spPr>
        <p:txBody>
          <a:bodyPr/>
          <a:lstStyle/>
          <a:p>
            <a:endParaRPr lang="zh-CN" altLang="en-US" sz="2000"/>
          </a:p>
        </p:txBody>
      </p:sp>
      <p:sp>
        <p:nvSpPr>
          <p:cNvPr id="249" name="action-projection-qkv-front">
            <a:extLst>
              <a:ext uri="{FF2B5EF4-FFF2-40B4-BE49-F238E27FC236}">
                <a16:creationId xmlns:a16="http://schemas.microsoft.com/office/drawing/2014/main" id="{2852C2A2-C2B4-4C40-B970-8C91437990D0}"/>
              </a:ext>
            </a:extLst>
          </p:cNvPr>
          <p:cNvSpPr>
            <a:spLocks noGrp="1"/>
          </p:cNvSpPr>
          <p:nvPr/>
        </p:nvSpPr>
        <p:spPr>
          <a:xfrm>
            <a:off x="6248400" y="3973830"/>
            <a:ext cx="693420" cy="502920"/>
          </a:xfrm>
          <a:prstGeom prst="rect">
            <a:avLst/>
          </a:prstGeom>
          <a:solidFill>
            <a:srgbClr val="E8EDF2"/>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pic>
        <p:nvPicPr>
          <p:cNvPr id="725" name="图形 724"/>
          <p:cNvPicPr>
            <a:picLocks noChangeAspect="1"/>
          </p:cNvPicPr>
          <p:nvPr/>
        </p:nvPicPr>
        <p:blipFill>
          <a:blip r:embed="rId33">
            <a:extLst>
              <a:ext uri="{96DAC541-7B7A-43D3-8B79-37D633B846F1}">
                <asvg:svgBlip xmlns:asvg="http://schemas.microsoft.com/office/drawing/2016/SVG/main" r:embed="rId34"/>
              </a:ext>
            </a:extLst>
          </a:blip>
          <a:stretch/>
        </p:blipFill>
        <p:spPr>
          <a:xfrm>
            <a:off x="6278880" y="4152369"/>
            <a:ext cx="632460" cy="145841"/>
          </a:xfrm>
          <a:prstGeom prst="rect">
            <a:avLst/>
          </a:prstGeom>
        </p:spPr>
      </p:pic>
      <p:sp>
        <p:nvSpPr>
          <p:cNvPr id="251" name="Local block arrow 11">
            <a:extLst>
              <a:ext uri="{FF2B5EF4-FFF2-40B4-BE49-F238E27FC236}">
                <a16:creationId xmlns:a16="http://schemas.microsoft.com/office/drawing/2014/main" id="{3E355EBB-9A72-4ACE-BE40-0337A16B00D3}"/>
              </a:ext>
            </a:extLst>
          </p:cNvPr>
          <p:cNvSpPr>
            <a:spLocks noGrp="1"/>
          </p:cNvSpPr>
          <p:nvPr/>
        </p:nvSpPr>
        <p:spPr>
          <a:xfrm>
            <a:off x="5128260" y="4171950"/>
            <a:ext cx="14478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252" name="Local block arrow 12">
            <a:extLst>
              <a:ext uri="{FF2B5EF4-FFF2-40B4-BE49-F238E27FC236}">
                <a16:creationId xmlns:a16="http://schemas.microsoft.com/office/drawing/2014/main" id="{E166B0AB-5D44-4844-8F48-1D784326D62C}"/>
              </a:ext>
            </a:extLst>
          </p:cNvPr>
          <p:cNvSpPr>
            <a:spLocks noGrp="1"/>
          </p:cNvSpPr>
          <p:nvPr/>
        </p:nvSpPr>
        <p:spPr>
          <a:xfrm>
            <a:off x="7010400" y="4171950"/>
            <a:ext cx="18288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pic>
        <p:nvPicPr>
          <p:cNvPr id="728" name="图形 727"/>
          <p:cNvPicPr>
            <a:picLocks noChangeAspect="1"/>
          </p:cNvPicPr>
          <p:nvPr/>
        </p:nvPicPr>
        <p:blipFill>
          <a:blip r:embed="rId45">
            <a:extLst>
              <a:ext uri="{96DAC541-7B7A-43D3-8B79-37D633B846F1}">
                <asvg:svgBlip xmlns:asvg="http://schemas.microsoft.com/office/drawing/2016/SVG/main" r:embed="rId46"/>
              </a:ext>
            </a:extLst>
          </a:blip>
          <a:stretch/>
        </p:blipFill>
        <p:spPr>
          <a:xfrm>
            <a:off x="6465570" y="3688704"/>
            <a:ext cx="293923" cy="215008"/>
          </a:xfrm>
          <a:prstGeom prst="rect">
            <a:avLst/>
          </a:prstGeom>
        </p:spPr>
      </p:pic>
      <p:sp>
        <p:nvSpPr>
          <p:cNvPr id="254" name="attention-plane-top">
            <a:extLst>
              <a:ext uri="{FF2B5EF4-FFF2-40B4-BE49-F238E27FC236}">
                <a16:creationId xmlns:a16="http://schemas.microsoft.com/office/drawing/2014/main" id="{CF2B33E9-3BE4-4FF3-A256-59523E2C19A5}"/>
              </a:ext>
            </a:extLst>
          </p:cNvPr>
          <p:cNvSpPr>
            <a:spLocks noGrp="1"/>
          </p:cNvSpPr>
          <p:nvPr/>
        </p:nvSpPr>
        <p:spPr>
          <a:xfrm>
            <a:off x="7239000" y="2480310"/>
            <a:ext cx="2377440" cy="68580"/>
          </a:xfrm>
          <a:custGeom>
            <a:avLst/>
            <a:gdLst/>
            <a:ahLst/>
            <a:cxnLst/>
            <a:rect l="0" t="0" r="0" b="0"/>
            <a:pathLst>
              <a:path w="2971800" h="85725">
                <a:moveTo>
                  <a:pt x="0" y="85725"/>
                </a:moveTo>
                <a:lnTo>
                  <a:pt x="85725" y="0"/>
                </a:lnTo>
                <a:lnTo>
                  <a:pt x="2971800" y="0"/>
                </a:lnTo>
                <a:lnTo>
                  <a:pt x="2886075" y="85725"/>
                </a:lnTo>
                <a:close/>
              </a:path>
            </a:pathLst>
          </a:custGeom>
          <a:solidFill>
            <a:srgbClr val="F9FAFD"/>
          </a:solidFill>
          <a:ln w="11430">
            <a:solidFill>
              <a:srgbClr val="63788A"/>
            </a:solidFill>
          </a:ln>
        </p:spPr>
        <p:txBody>
          <a:bodyPr/>
          <a:lstStyle/>
          <a:p>
            <a:endParaRPr lang="zh-CN" altLang="en-US" sz="2000"/>
          </a:p>
        </p:txBody>
      </p:sp>
      <p:sp>
        <p:nvSpPr>
          <p:cNvPr id="255" name="attention-plane-side">
            <a:extLst>
              <a:ext uri="{FF2B5EF4-FFF2-40B4-BE49-F238E27FC236}">
                <a16:creationId xmlns:a16="http://schemas.microsoft.com/office/drawing/2014/main" id="{D7493FC0-B0C3-4A96-A42F-1E448EA09342}"/>
              </a:ext>
            </a:extLst>
          </p:cNvPr>
          <p:cNvSpPr>
            <a:spLocks noGrp="1"/>
          </p:cNvSpPr>
          <p:nvPr/>
        </p:nvSpPr>
        <p:spPr>
          <a:xfrm>
            <a:off x="9547860" y="2480310"/>
            <a:ext cx="68580" cy="2202180"/>
          </a:xfrm>
          <a:custGeom>
            <a:avLst/>
            <a:gdLst/>
            <a:ahLst/>
            <a:cxnLst/>
            <a:rect l="0" t="0" r="0" b="0"/>
            <a:pathLst>
              <a:path w="85725" h="2752725">
                <a:moveTo>
                  <a:pt x="0" y="85725"/>
                </a:moveTo>
                <a:lnTo>
                  <a:pt x="85725" y="0"/>
                </a:lnTo>
                <a:lnTo>
                  <a:pt x="85725" y="2667000"/>
                </a:lnTo>
                <a:lnTo>
                  <a:pt x="0" y="2752725"/>
                </a:lnTo>
                <a:close/>
              </a:path>
            </a:pathLst>
          </a:custGeom>
          <a:solidFill>
            <a:srgbClr val="C3CED7"/>
          </a:solidFill>
          <a:ln w="11430">
            <a:solidFill>
              <a:srgbClr val="63788A"/>
            </a:solidFill>
          </a:ln>
        </p:spPr>
        <p:txBody>
          <a:bodyPr/>
          <a:lstStyle/>
          <a:p>
            <a:endParaRPr lang="zh-CN" altLang="en-US" sz="2000"/>
          </a:p>
        </p:txBody>
      </p:sp>
      <p:sp>
        <p:nvSpPr>
          <p:cNvPr id="256" name="attention-plane-front">
            <a:extLst>
              <a:ext uri="{FF2B5EF4-FFF2-40B4-BE49-F238E27FC236}">
                <a16:creationId xmlns:a16="http://schemas.microsoft.com/office/drawing/2014/main" id="{D68DB430-5F56-49FD-9B47-16F3FE67B2A5}"/>
              </a:ext>
            </a:extLst>
          </p:cNvPr>
          <p:cNvSpPr>
            <a:spLocks noGrp="1"/>
          </p:cNvSpPr>
          <p:nvPr/>
        </p:nvSpPr>
        <p:spPr>
          <a:xfrm>
            <a:off x="7239000" y="2548890"/>
            <a:ext cx="2308860" cy="2133600"/>
          </a:xfrm>
          <a:prstGeom prst="rect">
            <a:avLst/>
          </a:prstGeom>
          <a:solidFill>
            <a:srgbClr val="FAFBFC"/>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257" name="video-self">
            <a:extLst>
              <a:ext uri="{FF2B5EF4-FFF2-40B4-BE49-F238E27FC236}">
                <a16:creationId xmlns:a16="http://schemas.microsoft.com/office/drawing/2014/main" id="{351B9352-74B2-4C2B-8999-0AAED2B5BE95}"/>
              </a:ext>
            </a:extLst>
          </p:cNvPr>
          <p:cNvSpPr>
            <a:spLocks noGrp="1"/>
          </p:cNvSpPr>
          <p:nvPr/>
        </p:nvSpPr>
        <p:spPr>
          <a:xfrm>
            <a:off x="7307580" y="2556510"/>
            <a:ext cx="1066800" cy="899160"/>
          </a:xfrm>
          <a:prstGeom prst="roundRect">
            <a:avLst>
              <a:gd name="adj" fmla="val 2542"/>
            </a:avLst>
          </a:prstGeom>
          <a:solidFill>
            <a:srgbClr val="E8EEF4"/>
          </a:solidFill>
          <a:ln w="5334">
            <a:solidFill>
              <a:srgbClr val="A2B7C9"/>
            </a:solidFill>
          </a:ln>
        </p:spPr>
        <p:txBody>
          <a:bodyPr/>
          <a:lstStyle/>
          <a:p>
            <a:endParaRPr lang="zh-CN" altLang="en-US" sz="2000"/>
          </a:p>
        </p:txBody>
      </p:sp>
      <p:sp>
        <p:nvSpPr>
          <p:cNvPr id="258" name="video-self-tile-00">
            <a:extLst>
              <a:ext uri="{FF2B5EF4-FFF2-40B4-BE49-F238E27FC236}">
                <a16:creationId xmlns:a16="http://schemas.microsoft.com/office/drawing/2014/main" id="{274F191D-C3C7-4854-A91C-E64D731A3B10}"/>
              </a:ext>
            </a:extLst>
          </p:cNvPr>
          <p:cNvSpPr>
            <a:spLocks noGrp="1"/>
          </p:cNvSpPr>
          <p:nvPr/>
        </p:nvSpPr>
        <p:spPr>
          <a:xfrm>
            <a:off x="7383780" y="2655570"/>
            <a:ext cx="175260" cy="76200"/>
          </a:xfrm>
          <a:prstGeom prst="roundRect">
            <a:avLst>
              <a:gd name="adj" fmla="val 10000"/>
            </a:avLst>
          </a:prstGeom>
          <a:solidFill>
            <a:srgbClr val="A2B7C9"/>
          </a:solidFill>
          <a:ln w="0">
            <a:noFill/>
          </a:ln>
        </p:spPr>
        <p:txBody>
          <a:bodyPr/>
          <a:lstStyle/>
          <a:p>
            <a:endParaRPr lang="zh-CN" altLang="en-US" sz="2000"/>
          </a:p>
        </p:txBody>
      </p:sp>
      <p:sp>
        <p:nvSpPr>
          <p:cNvPr id="259" name="video-self-tile-01">
            <a:extLst>
              <a:ext uri="{FF2B5EF4-FFF2-40B4-BE49-F238E27FC236}">
                <a16:creationId xmlns:a16="http://schemas.microsoft.com/office/drawing/2014/main" id="{1A5BE1B6-B8AC-48B2-B455-D9F23A92510E}"/>
              </a:ext>
            </a:extLst>
          </p:cNvPr>
          <p:cNvSpPr>
            <a:spLocks noGrp="1"/>
          </p:cNvSpPr>
          <p:nvPr/>
        </p:nvSpPr>
        <p:spPr>
          <a:xfrm>
            <a:off x="7604760" y="2655570"/>
            <a:ext cx="175260" cy="76200"/>
          </a:xfrm>
          <a:prstGeom prst="roundRect">
            <a:avLst>
              <a:gd name="adj" fmla="val 10000"/>
            </a:avLst>
          </a:prstGeom>
          <a:solidFill>
            <a:srgbClr val="CFDBE4"/>
          </a:solidFill>
          <a:ln w="0">
            <a:noFill/>
          </a:ln>
        </p:spPr>
        <p:txBody>
          <a:bodyPr/>
          <a:lstStyle/>
          <a:p>
            <a:endParaRPr lang="zh-CN" altLang="en-US" sz="2000"/>
          </a:p>
        </p:txBody>
      </p:sp>
      <p:sp>
        <p:nvSpPr>
          <p:cNvPr id="260" name="video-self-tile-02">
            <a:extLst>
              <a:ext uri="{FF2B5EF4-FFF2-40B4-BE49-F238E27FC236}">
                <a16:creationId xmlns:a16="http://schemas.microsoft.com/office/drawing/2014/main" id="{769F01E4-EA9E-4099-BFE1-7448ABB0F42A}"/>
              </a:ext>
            </a:extLst>
          </p:cNvPr>
          <p:cNvSpPr>
            <a:spLocks noGrp="1"/>
          </p:cNvSpPr>
          <p:nvPr/>
        </p:nvSpPr>
        <p:spPr>
          <a:xfrm>
            <a:off x="7825740" y="2655570"/>
            <a:ext cx="175260" cy="76200"/>
          </a:xfrm>
          <a:prstGeom prst="roundRect">
            <a:avLst>
              <a:gd name="adj" fmla="val 10000"/>
            </a:avLst>
          </a:prstGeom>
          <a:solidFill>
            <a:srgbClr val="CFDBE4"/>
          </a:solidFill>
          <a:ln w="0">
            <a:noFill/>
          </a:ln>
        </p:spPr>
        <p:txBody>
          <a:bodyPr/>
          <a:lstStyle/>
          <a:p>
            <a:endParaRPr lang="zh-CN" altLang="en-US" sz="2000"/>
          </a:p>
        </p:txBody>
      </p:sp>
      <p:sp>
        <p:nvSpPr>
          <p:cNvPr id="261" name="video-self-tile-03">
            <a:extLst>
              <a:ext uri="{FF2B5EF4-FFF2-40B4-BE49-F238E27FC236}">
                <a16:creationId xmlns:a16="http://schemas.microsoft.com/office/drawing/2014/main" id="{B210487E-02C8-47A1-B83A-A8D8BCBB4E60}"/>
              </a:ext>
            </a:extLst>
          </p:cNvPr>
          <p:cNvSpPr>
            <a:spLocks noGrp="1"/>
          </p:cNvSpPr>
          <p:nvPr/>
        </p:nvSpPr>
        <p:spPr>
          <a:xfrm>
            <a:off x="8046720" y="2655570"/>
            <a:ext cx="175260" cy="76200"/>
          </a:xfrm>
          <a:prstGeom prst="roundRect">
            <a:avLst>
              <a:gd name="adj" fmla="val 10000"/>
            </a:avLst>
          </a:prstGeom>
          <a:solidFill>
            <a:srgbClr val="A2B7C9"/>
          </a:solidFill>
          <a:ln w="0">
            <a:noFill/>
          </a:ln>
        </p:spPr>
        <p:txBody>
          <a:bodyPr/>
          <a:lstStyle/>
          <a:p>
            <a:endParaRPr lang="zh-CN" altLang="en-US" sz="2000"/>
          </a:p>
        </p:txBody>
      </p:sp>
      <p:sp>
        <p:nvSpPr>
          <p:cNvPr id="262" name="video-self-tile-10">
            <a:extLst>
              <a:ext uri="{FF2B5EF4-FFF2-40B4-BE49-F238E27FC236}">
                <a16:creationId xmlns:a16="http://schemas.microsoft.com/office/drawing/2014/main" id="{F2B22825-447B-4A2E-A149-2C6A33473014}"/>
              </a:ext>
            </a:extLst>
          </p:cNvPr>
          <p:cNvSpPr>
            <a:spLocks noGrp="1"/>
          </p:cNvSpPr>
          <p:nvPr/>
        </p:nvSpPr>
        <p:spPr>
          <a:xfrm>
            <a:off x="7383780" y="2777490"/>
            <a:ext cx="175260" cy="76200"/>
          </a:xfrm>
          <a:prstGeom prst="roundRect">
            <a:avLst>
              <a:gd name="adj" fmla="val 10000"/>
            </a:avLst>
          </a:prstGeom>
          <a:solidFill>
            <a:srgbClr val="CFDBE4"/>
          </a:solidFill>
          <a:ln w="0">
            <a:noFill/>
          </a:ln>
        </p:spPr>
        <p:txBody>
          <a:bodyPr/>
          <a:lstStyle/>
          <a:p>
            <a:endParaRPr lang="zh-CN" altLang="en-US" sz="2000"/>
          </a:p>
        </p:txBody>
      </p:sp>
      <p:sp>
        <p:nvSpPr>
          <p:cNvPr id="263" name="video-self-tile-11">
            <a:extLst>
              <a:ext uri="{FF2B5EF4-FFF2-40B4-BE49-F238E27FC236}">
                <a16:creationId xmlns:a16="http://schemas.microsoft.com/office/drawing/2014/main" id="{1F55723E-CA6D-4B9D-B8EB-40092B4C43AF}"/>
              </a:ext>
            </a:extLst>
          </p:cNvPr>
          <p:cNvSpPr>
            <a:spLocks noGrp="1"/>
          </p:cNvSpPr>
          <p:nvPr/>
        </p:nvSpPr>
        <p:spPr>
          <a:xfrm>
            <a:off x="7604760" y="2777490"/>
            <a:ext cx="175260" cy="76200"/>
          </a:xfrm>
          <a:prstGeom prst="roundRect">
            <a:avLst>
              <a:gd name="adj" fmla="val 10000"/>
            </a:avLst>
          </a:prstGeom>
          <a:solidFill>
            <a:srgbClr val="A2B7C9"/>
          </a:solidFill>
          <a:ln w="0">
            <a:noFill/>
          </a:ln>
        </p:spPr>
        <p:txBody>
          <a:bodyPr/>
          <a:lstStyle/>
          <a:p>
            <a:endParaRPr lang="zh-CN" altLang="en-US" sz="2000"/>
          </a:p>
        </p:txBody>
      </p:sp>
      <p:sp>
        <p:nvSpPr>
          <p:cNvPr id="264" name="video-self-tile-12">
            <a:extLst>
              <a:ext uri="{FF2B5EF4-FFF2-40B4-BE49-F238E27FC236}">
                <a16:creationId xmlns:a16="http://schemas.microsoft.com/office/drawing/2014/main" id="{E443DDA7-D2D3-4600-B3EB-3FFA3155679C}"/>
              </a:ext>
            </a:extLst>
          </p:cNvPr>
          <p:cNvSpPr>
            <a:spLocks noGrp="1"/>
          </p:cNvSpPr>
          <p:nvPr/>
        </p:nvSpPr>
        <p:spPr>
          <a:xfrm>
            <a:off x="7825740" y="2777490"/>
            <a:ext cx="175260" cy="76200"/>
          </a:xfrm>
          <a:prstGeom prst="roundRect">
            <a:avLst>
              <a:gd name="adj" fmla="val 10000"/>
            </a:avLst>
          </a:prstGeom>
          <a:solidFill>
            <a:srgbClr val="CFDBE4"/>
          </a:solidFill>
          <a:ln w="0">
            <a:noFill/>
          </a:ln>
        </p:spPr>
        <p:txBody>
          <a:bodyPr/>
          <a:lstStyle/>
          <a:p>
            <a:endParaRPr lang="zh-CN" altLang="en-US" sz="2000"/>
          </a:p>
        </p:txBody>
      </p:sp>
      <p:sp>
        <p:nvSpPr>
          <p:cNvPr id="265" name="video-self-tile-13">
            <a:extLst>
              <a:ext uri="{FF2B5EF4-FFF2-40B4-BE49-F238E27FC236}">
                <a16:creationId xmlns:a16="http://schemas.microsoft.com/office/drawing/2014/main" id="{2770935F-61A3-4C5A-A456-8F85988757B8}"/>
              </a:ext>
            </a:extLst>
          </p:cNvPr>
          <p:cNvSpPr>
            <a:spLocks noGrp="1"/>
          </p:cNvSpPr>
          <p:nvPr/>
        </p:nvSpPr>
        <p:spPr>
          <a:xfrm>
            <a:off x="8046720" y="2777490"/>
            <a:ext cx="175260" cy="76200"/>
          </a:xfrm>
          <a:prstGeom prst="roundRect">
            <a:avLst>
              <a:gd name="adj" fmla="val 10000"/>
            </a:avLst>
          </a:prstGeom>
          <a:solidFill>
            <a:srgbClr val="CFDBE4"/>
          </a:solidFill>
          <a:ln w="0">
            <a:noFill/>
          </a:ln>
        </p:spPr>
        <p:txBody>
          <a:bodyPr/>
          <a:lstStyle/>
          <a:p>
            <a:endParaRPr lang="zh-CN" altLang="en-US" sz="2000"/>
          </a:p>
        </p:txBody>
      </p:sp>
      <p:sp>
        <p:nvSpPr>
          <p:cNvPr id="266" name="video-self-tile-20">
            <a:extLst>
              <a:ext uri="{FF2B5EF4-FFF2-40B4-BE49-F238E27FC236}">
                <a16:creationId xmlns:a16="http://schemas.microsoft.com/office/drawing/2014/main" id="{E7DA8519-CA98-415E-B270-BD96623E335A}"/>
              </a:ext>
            </a:extLst>
          </p:cNvPr>
          <p:cNvSpPr>
            <a:spLocks noGrp="1"/>
          </p:cNvSpPr>
          <p:nvPr/>
        </p:nvSpPr>
        <p:spPr>
          <a:xfrm>
            <a:off x="7383780" y="2899410"/>
            <a:ext cx="175260" cy="76200"/>
          </a:xfrm>
          <a:prstGeom prst="roundRect">
            <a:avLst>
              <a:gd name="adj" fmla="val 10000"/>
            </a:avLst>
          </a:prstGeom>
          <a:solidFill>
            <a:srgbClr val="CFDBE4"/>
          </a:solidFill>
          <a:ln w="0">
            <a:noFill/>
          </a:ln>
        </p:spPr>
        <p:txBody>
          <a:bodyPr/>
          <a:lstStyle/>
          <a:p>
            <a:endParaRPr lang="zh-CN" altLang="en-US" sz="2000"/>
          </a:p>
        </p:txBody>
      </p:sp>
      <p:sp>
        <p:nvSpPr>
          <p:cNvPr id="267" name="video-self-tile-21">
            <a:extLst>
              <a:ext uri="{FF2B5EF4-FFF2-40B4-BE49-F238E27FC236}">
                <a16:creationId xmlns:a16="http://schemas.microsoft.com/office/drawing/2014/main" id="{89327A42-79DB-47E6-937B-806CDECAF923}"/>
              </a:ext>
            </a:extLst>
          </p:cNvPr>
          <p:cNvSpPr>
            <a:spLocks noGrp="1"/>
          </p:cNvSpPr>
          <p:nvPr/>
        </p:nvSpPr>
        <p:spPr>
          <a:xfrm>
            <a:off x="7604760" y="2899410"/>
            <a:ext cx="175260" cy="76200"/>
          </a:xfrm>
          <a:prstGeom prst="roundRect">
            <a:avLst>
              <a:gd name="adj" fmla="val 10000"/>
            </a:avLst>
          </a:prstGeom>
          <a:solidFill>
            <a:srgbClr val="CFDBE4"/>
          </a:solidFill>
          <a:ln w="0">
            <a:noFill/>
          </a:ln>
        </p:spPr>
        <p:txBody>
          <a:bodyPr/>
          <a:lstStyle/>
          <a:p>
            <a:endParaRPr lang="zh-CN" altLang="en-US" sz="2000"/>
          </a:p>
        </p:txBody>
      </p:sp>
      <p:sp>
        <p:nvSpPr>
          <p:cNvPr id="268" name="video-self-tile-22">
            <a:extLst>
              <a:ext uri="{FF2B5EF4-FFF2-40B4-BE49-F238E27FC236}">
                <a16:creationId xmlns:a16="http://schemas.microsoft.com/office/drawing/2014/main" id="{02B32A38-C053-4F4D-9B22-1208618E7892}"/>
              </a:ext>
            </a:extLst>
          </p:cNvPr>
          <p:cNvSpPr>
            <a:spLocks noGrp="1"/>
          </p:cNvSpPr>
          <p:nvPr/>
        </p:nvSpPr>
        <p:spPr>
          <a:xfrm>
            <a:off x="7825740" y="2899410"/>
            <a:ext cx="175260" cy="76200"/>
          </a:xfrm>
          <a:prstGeom prst="roundRect">
            <a:avLst>
              <a:gd name="adj" fmla="val 10000"/>
            </a:avLst>
          </a:prstGeom>
          <a:solidFill>
            <a:srgbClr val="A2B7C9"/>
          </a:solidFill>
          <a:ln w="0">
            <a:noFill/>
          </a:ln>
        </p:spPr>
        <p:txBody>
          <a:bodyPr/>
          <a:lstStyle/>
          <a:p>
            <a:endParaRPr lang="zh-CN" altLang="en-US" sz="2000"/>
          </a:p>
        </p:txBody>
      </p:sp>
      <p:sp>
        <p:nvSpPr>
          <p:cNvPr id="269" name="video-self-tile-23">
            <a:extLst>
              <a:ext uri="{FF2B5EF4-FFF2-40B4-BE49-F238E27FC236}">
                <a16:creationId xmlns:a16="http://schemas.microsoft.com/office/drawing/2014/main" id="{F704425D-635E-4E12-93BE-32ED0196BDF1}"/>
              </a:ext>
            </a:extLst>
          </p:cNvPr>
          <p:cNvSpPr>
            <a:spLocks noGrp="1"/>
          </p:cNvSpPr>
          <p:nvPr/>
        </p:nvSpPr>
        <p:spPr>
          <a:xfrm>
            <a:off x="8046720" y="2899410"/>
            <a:ext cx="175260" cy="76200"/>
          </a:xfrm>
          <a:prstGeom prst="roundRect">
            <a:avLst>
              <a:gd name="adj" fmla="val 10000"/>
            </a:avLst>
          </a:prstGeom>
          <a:solidFill>
            <a:srgbClr val="CFDBE4"/>
          </a:solidFill>
          <a:ln w="0">
            <a:noFill/>
          </a:ln>
        </p:spPr>
        <p:txBody>
          <a:bodyPr/>
          <a:lstStyle/>
          <a:p>
            <a:endParaRPr lang="zh-CN" altLang="en-US" sz="2000"/>
          </a:p>
        </p:txBody>
      </p:sp>
      <p:sp>
        <p:nvSpPr>
          <p:cNvPr id="270" name="video-self-read-label">
            <a:extLst>
              <a:ext uri="{FF2B5EF4-FFF2-40B4-BE49-F238E27FC236}">
                <a16:creationId xmlns:a16="http://schemas.microsoft.com/office/drawing/2014/main" id="{A63D9618-8380-4A9C-AE31-05C60D11447D}"/>
              </a:ext>
            </a:extLst>
          </p:cNvPr>
          <p:cNvSpPr>
            <a:spLocks noGrp="1"/>
          </p:cNvSpPr>
          <p:nvPr/>
        </p:nvSpPr>
        <p:spPr>
          <a:xfrm>
            <a:off x="7330440" y="3105150"/>
            <a:ext cx="1021080" cy="266700"/>
          </a:xfrm>
          <a:prstGeom prst="rect">
            <a:avLst/>
          </a:prstGeom>
          <a:noFill/>
          <a:ln w="0">
            <a:noFill/>
          </a:ln>
        </p:spPr>
        <p:txBody>
          <a:bodyPr wrap="none" lIns="0" tIns="0" rIns="0" bIns="0" anchor="ctr">
            <a:noAutofit/>
          </a:bodyPr>
          <a:lstStyle/>
          <a:p>
            <a:pPr algn="ctr">
              <a:defRPr sz="1080" i="0">
                <a:solidFill>
                  <a:srgbClr val="202B33"/>
                </a:solidFill>
                <a:latin typeface="Toppan Bunkyu Mincho Regular"/>
                <a:ea typeface="Toppan Bunkyu Mincho Regular"/>
                <a:cs typeface="Toppan Bunkyu Mincho Regular"/>
              </a:defRPr>
            </a:pPr>
            <a:r>
              <a:rPr sz="1200" b="1" i="0" dirty="0">
                <a:solidFill>
                  <a:srgbClr val="202B33"/>
                </a:solidFill>
                <a:latin typeface="Toppan Bunkyu Mincho Regular"/>
                <a:ea typeface="Toppan Bunkyu Mincho Regular"/>
                <a:cs typeface="Toppan Bunkyu Mincho Regular"/>
              </a:rPr>
              <a:t>Video context</a:t>
            </a:r>
          </a:p>
        </p:txBody>
      </p:sp>
      <p:sp>
        <p:nvSpPr>
          <p:cNvPr id="271" name="video-cross-top">
            <a:extLst>
              <a:ext uri="{FF2B5EF4-FFF2-40B4-BE49-F238E27FC236}">
                <a16:creationId xmlns:a16="http://schemas.microsoft.com/office/drawing/2014/main" id="{1D5322F7-96C4-4E2C-B73B-4C07AEF9B9BA}"/>
              </a:ext>
            </a:extLst>
          </p:cNvPr>
          <p:cNvSpPr>
            <a:spLocks noGrp="1"/>
          </p:cNvSpPr>
          <p:nvPr/>
        </p:nvSpPr>
        <p:spPr>
          <a:xfrm>
            <a:off x="8450580" y="2518410"/>
            <a:ext cx="1066800" cy="38100"/>
          </a:xfrm>
          <a:custGeom>
            <a:avLst/>
            <a:gdLst/>
            <a:ahLst/>
            <a:cxnLst/>
            <a:rect l="0" t="0" r="0" b="0"/>
            <a:pathLst>
              <a:path w="1333500" h="47625">
                <a:moveTo>
                  <a:pt x="0" y="47625"/>
                </a:moveTo>
                <a:lnTo>
                  <a:pt x="47625" y="0"/>
                </a:lnTo>
                <a:lnTo>
                  <a:pt x="1333500" y="0"/>
                </a:lnTo>
                <a:lnTo>
                  <a:pt x="1285875" y="47625"/>
                </a:lnTo>
                <a:close/>
              </a:path>
            </a:pathLst>
          </a:custGeom>
          <a:solidFill>
            <a:srgbClr val="F9FAFD"/>
          </a:solidFill>
          <a:ln w="11430">
            <a:solidFill>
              <a:srgbClr val="63788A"/>
            </a:solidFill>
          </a:ln>
        </p:spPr>
        <p:txBody>
          <a:bodyPr/>
          <a:lstStyle/>
          <a:p>
            <a:endParaRPr lang="zh-CN" altLang="en-US" sz="2000"/>
          </a:p>
        </p:txBody>
      </p:sp>
      <p:sp>
        <p:nvSpPr>
          <p:cNvPr id="272" name="video-cross-side">
            <a:extLst>
              <a:ext uri="{FF2B5EF4-FFF2-40B4-BE49-F238E27FC236}">
                <a16:creationId xmlns:a16="http://schemas.microsoft.com/office/drawing/2014/main" id="{08C97AC8-DCEF-4D25-B13C-EA5250C3BDBD}"/>
              </a:ext>
            </a:extLst>
          </p:cNvPr>
          <p:cNvSpPr>
            <a:spLocks noGrp="1"/>
          </p:cNvSpPr>
          <p:nvPr/>
        </p:nvSpPr>
        <p:spPr>
          <a:xfrm>
            <a:off x="9479280" y="2518410"/>
            <a:ext cx="38100" cy="937260"/>
          </a:xfrm>
          <a:custGeom>
            <a:avLst/>
            <a:gdLst/>
            <a:ahLst/>
            <a:cxnLst/>
            <a:rect l="0" t="0" r="0" b="0"/>
            <a:pathLst>
              <a:path w="47625" h="1171575">
                <a:moveTo>
                  <a:pt x="0" y="47625"/>
                </a:moveTo>
                <a:lnTo>
                  <a:pt x="47625" y="0"/>
                </a:lnTo>
                <a:lnTo>
                  <a:pt x="47625" y="1123950"/>
                </a:lnTo>
                <a:lnTo>
                  <a:pt x="0" y="1171575"/>
                </a:lnTo>
                <a:close/>
              </a:path>
            </a:pathLst>
          </a:custGeom>
          <a:solidFill>
            <a:srgbClr val="ADC5C5"/>
          </a:solidFill>
          <a:ln w="11430">
            <a:solidFill>
              <a:srgbClr val="63788A"/>
            </a:solidFill>
          </a:ln>
        </p:spPr>
        <p:txBody>
          <a:bodyPr/>
          <a:lstStyle/>
          <a:p>
            <a:endParaRPr lang="zh-CN" altLang="en-US" sz="2000"/>
          </a:p>
        </p:txBody>
      </p:sp>
      <p:sp>
        <p:nvSpPr>
          <p:cNvPr id="273" name="video-cross-front">
            <a:extLst>
              <a:ext uri="{FF2B5EF4-FFF2-40B4-BE49-F238E27FC236}">
                <a16:creationId xmlns:a16="http://schemas.microsoft.com/office/drawing/2014/main" id="{5E1B6B5B-ED12-4048-B127-638CC2985F09}"/>
              </a:ext>
            </a:extLst>
          </p:cNvPr>
          <p:cNvSpPr>
            <a:spLocks noGrp="1"/>
          </p:cNvSpPr>
          <p:nvPr/>
        </p:nvSpPr>
        <p:spPr>
          <a:xfrm>
            <a:off x="8450580" y="2556510"/>
            <a:ext cx="1028700" cy="899160"/>
          </a:xfrm>
          <a:prstGeom prst="rect">
            <a:avLst/>
          </a:prstGeom>
          <a:solidFill>
            <a:srgbClr val="DCE9E9"/>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274" name="video-cross-source-0">
            <a:extLst>
              <a:ext uri="{FF2B5EF4-FFF2-40B4-BE49-F238E27FC236}">
                <a16:creationId xmlns:a16="http://schemas.microsoft.com/office/drawing/2014/main" id="{50C0C511-9831-4A97-8910-E702945B1343}"/>
              </a:ext>
            </a:extLst>
          </p:cNvPr>
          <p:cNvSpPr>
            <a:spLocks noGrp="1"/>
          </p:cNvSpPr>
          <p:nvPr/>
        </p:nvSpPr>
        <p:spPr>
          <a:xfrm>
            <a:off x="8534400" y="2655570"/>
            <a:ext cx="137160" cy="121920"/>
          </a:xfrm>
          <a:prstGeom prst="roundRect">
            <a:avLst>
              <a:gd name="adj" fmla="val 6250"/>
            </a:avLst>
          </a:prstGeom>
          <a:solidFill>
            <a:srgbClr val="AFC6D8"/>
          </a:solidFill>
          <a:ln w="4572">
            <a:solidFill>
              <a:srgbClr val="8CA6AE"/>
            </a:solidFill>
          </a:ln>
        </p:spPr>
        <p:txBody>
          <a:bodyPr/>
          <a:lstStyle/>
          <a:p>
            <a:endParaRPr lang="zh-CN" altLang="en-US" sz="2000"/>
          </a:p>
        </p:txBody>
      </p:sp>
      <p:sp>
        <p:nvSpPr>
          <p:cNvPr id="275" name="video-cross-source-1">
            <a:extLst>
              <a:ext uri="{FF2B5EF4-FFF2-40B4-BE49-F238E27FC236}">
                <a16:creationId xmlns:a16="http://schemas.microsoft.com/office/drawing/2014/main" id="{711F1827-95F6-482B-B3E3-7033EEDDE754}"/>
              </a:ext>
            </a:extLst>
          </p:cNvPr>
          <p:cNvSpPr>
            <a:spLocks noGrp="1"/>
          </p:cNvSpPr>
          <p:nvPr/>
        </p:nvSpPr>
        <p:spPr>
          <a:xfrm>
            <a:off x="8709660" y="2655570"/>
            <a:ext cx="137160" cy="121920"/>
          </a:xfrm>
          <a:prstGeom prst="roundRect">
            <a:avLst>
              <a:gd name="adj" fmla="val 6250"/>
            </a:avLst>
          </a:prstGeom>
          <a:solidFill>
            <a:srgbClr val="AFC6D8"/>
          </a:solidFill>
          <a:ln w="4572">
            <a:solidFill>
              <a:srgbClr val="8CA6AE"/>
            </a:solidFill>
          </a:ln>
        </p:spPr>
        <p:txBody>
          <a:bodyPr/>
          <a:lstStyle/>
          <a:p>
            <a:endParaRPr lang="zh-CN" altLang="en-US" sz="2000"/>
          </a:p>
        </p:txBody>
      </p:sp>
      <p:sp>
        <p:nvSpPr>
          <p:cNvPr id="276" name="video-cross-source-2">
            <a:extLst>
              <a:ext uri="{FF2B5EF4-FFF2-40B4-BE49-F238E27FC236}">
                <a16:creationId xmlns:a16="http://schemas.microsoft.com/office/drawing/2014/main" id="{9C93617E-1B65-4F13-8B69-F98F4D618EBB}"/>
              </a:ext>
            </a:extLst>
          </p:cNvPr>
          <p:cNvSpPr>
            <a:spLocks noGrp="1"/>
          </p:cNvSpPr>
          <p:nvPr/>
        </p:nvSpPr>
        <p:spPr>
          <a:xfrm>
            <a:off x="8884920" y="2655570"/>
            <a:ext cx="137160" cy="121920"/>
          </a:xfrm>
          <a:prstGeom prst="roundRect">
            <a:avLst>
              <a:gd name="adj" fmla="val 6250"/>
            </a:avLst>
          </a:prstGeom>
          <a:solidFill>
            <a:srgbClr val="8DAC9F"/>
          </a:solidFill>
          <a:ln w="4572">
            <a:solidFill>
              <a:srgbClr val="8CA6AE"/>
            </a:solidFill>
          </a:ln>
        </p:spPr>
        <p:txBody>
          <a:bodyPr/>
          <a:lstStyle/>
          <a:p>
            <a:endParaRPr lang="zh-CN" altLang="en-US" sz="2000"/>
          </a:p>
        </p:txBody>
      </p:sp>
      <p:sp>
        <p:nvSpPr>
          <p:cNvPr id="277" name="video-cross-source-3">
            <a:extLst>
              <a:ext uri="{FF2B5EF4-FFF2-40B4-BE49-F238E27FC236}">
                <a16:creationId xmlns:a16="http://schemas.microsoft.com/office/drawing/2014/main" id="{5C9915FE-24B4-4742-BC1C-D0622625573D}"/>
              </a:ext>
            </a:extLst>
          </p:cNvPr>
          <p:cNvSpPr>
            <a:spLocks noGrp="1"/>
          </p:cNvSpPr>
          <p:nvPr/>
        </p:nvSpPr>
        <p:spPr>
          <a:xfrm>
            <a:off x="9060180" y="2655570"/>
            <a:ext cx="137160" cy="121920"/>
          </a:xfrm>
          <a:prstGeom prst="roundRect">
            <a:avLst>
              <a:gd name="adj" fmla="val 6250"/>
            </a:avLst>
          </a:prstGeom>
          <a:solidFill>
            <a:srgbClr val="8DAC9F"/>
          </a:solidFill>
          <a:ln w="4572">
            <a:solidFill>
              <a:srgbClr val="8CA6AE"/>
            </a:solidFill>
          </a:ln>
        </p:spPr>
        <p:txBody>
          <a:bodyPr/>
          <a:lstStyle/>
          <a:p>
            <a:endParaRPr lang="zh-CN" altLang="en-US" sz="2000"/>
          </a:p>
        </p:txBody>
      </p:sp>
      <p:sp>
        <p:nvSpPr>
          <p:cNvPr id="278" name="video-cross-source-4">
            <a:extLst>
              <a:ext uri="{FF2B5EF4-FFF2-40B4-BE49-F238E27FC236}">
                <a16:creationId xmlns:a16="http://schemas.microsoft.com/office/drawing/2014/main" id="{EEFE1D2E-CC24-43A6-A93B-3FD1BFBAEB9C}"/>
              </a:ext>
            </a:extLst>
          </p:cNvPr>
          <p:cNvSpPr>
            <a:spLocks noGrp="1"/>
          </p:cNvSpPr>
          <p:nvPr/>
        </p:nvSpPr>
        <p:spPr>
          <a:xfrm>
            <a:off x="9235440" y="2655570"/>
            <a:ext cx="137160" cy="121920"/>
          </a:xfrm>
          <a:prstGeom prst="roundRect">
            <a:avLst>
              <a:gd name="adj" fmla="val 6250"/>
            </a:avLst>
          </a:prstGeom>
          <a:solidFill>
            <a:srgbClr val="8DAC9F"/>
          </a:solidFill>
          <a:ln w="4572">
            <a:solidFill>
              <a:srgbClr val="8CA6AE"/>
            </a:solidFill>
          </a:ln>
        </p:spPr>
        <p:txBody>
          <a:bodyPr/>
          <a:lstStyle/>
          <a:p>
            <a:endParaRPr lang="zh-CN" altLang="en-US" sz="2000"/>
          </a:p>
        </p:txBody>
      </p:sp>
      <p:sp>
        <p:nvSpPr>
          <p:cNvPr id="279" name="Local block arrow 13">
            <a:extLst>
              <a:ext uri="{FF2B5EF4-FFF2-40B4-BE49-F238E27FC236}">
                <a16:creationId xmlns:a16="http://schemas.microsoft.com/office/drawing/2014/main" id="{F59BBBAA-8FE2-4F97-9DEF-7031252F3121}"/>
              </a:ext>
            </a:extLst>
          </p:cNvPr>
          <p:cNvSpPr>
            <a:spLocks noGrp="1"/>
          </p:cNvSpPr>
          <p:nvPr/>
        </p:nvSpPr>
        <p:spPr>
          <a:xfrm>
            <a:off x="8911590" y="2815590"/>
            <a:ext cx="106680" cy="99060"/>
          </a:xfrm>
          <a:prstGeom prst="down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280" name="video-cross-mixed-0">
            <a:extLst>
              <a:ext uri="{FF2B5EF4-FFF2-40B4-BE49-F238E27FC236}">
                <a16:creationId xmlns:a16="http://schemas.microsoft.com/office/drawing/2014/main" id="{6F08FAB2-87B4-482F-B344-1B7FB7FC0954}"/>
              </a:ext>
            </a:extLst>
          </p:cNvPr>
          <p:cNvSpPr>
            <a:spLocks noGrp="1"/>
          </p:cNvSpPr>
          <p:nvPr/>
        </p:nvSpPr>
        <p:spPr>
          <a:xfrm>
            <a:off x="8580120" y="2945130"/>
            <a:ext cx="144780" cy="99060"/>
          </a:xfrm>
          <a:prstGeom prst="roundRect">
            <a:avLst>
              <a:gd name="adj" fmla="val 7692"/>
            </a:avLst>
          </a:prstGeom>
          <a:solidFill>
            <a:srgbClr val="8CAEB2"/>
          </a:solidFill>
          <a:ln w="0">
            <a:noFill/>
          </a:ln>
        </p:spPr>
        <p:txBody>
          <a:bodyPr/>
          <a:lstStyle/>
          <a:p>
            <a:endParaRPr lang="zh-CN" altLang="en-US" sz="2000"/>
          </a:p>
        </p:txBody>
      </p:sp>
      <p:sp>
        <p:nvSpPr>
          <p:cNvPr id="281" name="video-cross-mixed-accent-0">
            <a:extLst>
              <a:ext uri="{FF2B5EF4-FFF2-40B4-BE49-F238E27FC236}">
                <a16:creationId xmlns:a16="http://schemas.microsoft.com/office/drawing/2014/main" id="{C44D9E18-6ED3-4765-A311-EDB28483029B}"/>
              </a:ext>
            </a:extLst>
          </p:cNvPr>
          <p:cNvSpPr>
            <a:spLocks noGrp="1"/>
          </p:cNvSpPr>
          <p:nvPr/>
        </p:nvSpPr>
        <p:spPr>
          <a:xfrm>
            <a:off x="8580120" y="3013710"/>
            <a:ext cx="144780" cy="30480"/>
          </a:xfrm>
          <a:prstGeom prst="rect">
            <a:avLst/>
          </a:prstGeom>
          <a:solidFill>
            <a:srgbClr val="72978A"/>
          </a:solidFill>
          <a:ln w="0">
            <a:noFill/>
          </a:ln>
        </p:spPr>
        <p:txBody>
          <a:bodyPr/>
          <a:lstStyle/>
          <a:p>
            <a:endParaRPr lang="zh-CN" altLang="en-US" sz="2000"/>
          </a:p>
        </p:txBody>
      </p:sp>
      <p:sp>
        <p:nvSpPr>
          <p:cNvPr id="282" name="video-cross-mixed-1">
            <a:extLst>
              <a:ext uri="{FF2B5EF4-FFF2-40B4-BE49-F238E27FC236}">
                <a16:creationId xmlns:a16="http://schemas.microsoft.com/office/drawing/2014/main" id="{E699439C-C283-4023-9FEA-27D012CEB25E}"/>
              </a:ext>
            </a:extLst>
          </p:cNvPr>
          <p:cNvSpPr>
            <a:spLocks noGrp="1"/>
          </p:cNvSpPr>
          <p:nvPr/>
        </p:nvSpPr>
        <p:spPr>
          <a:xfrm>
            <a:off x="8770620" y="2945130"/>
            <a:ext cx="144780" cy="99060"/>
          </a:xfrm>
          <a:prstGeom prst="roundRect">
            <a:avLst>
              <a:gd name="adj" fmla="val 7692"/>
            </a:avLst>
          </a:prstGeom>
          <a:solidFill>
            <a:srgbClr val="8CAEB2"/>
          </a:solidFill>
          <a:ln w="0">
            <a:noFill/>
          </a:ln>
        </p:spPr>
        <p:txBody>
          <a:bodyPr/>
          <a:lstStyle/>
          <a:p>
            <a:endParaRPr lang="zh-CN" altLang="en-US" sz="2000"/>
          </a:p>
        </p:txBody>
      </p:sp>
      <p:sp>
        <p:nvSpPr>
          <p:cNvPr id="283" name="video-cross-mixed-accent-1">
            <a:extLst>
              <a:ext uri="{FF2B5EF4-FFF2-40B4-BE49-F238E27FC236}">
                <a16:creationId xmlns:a16="http://schemas.microsoft.com/office/drawing/2014/main" id="{5EAAAAE2-E7EA-4C7B-9D3F-CC13AC5F8C2C}"/>
              </a:ext>
            </a:extLst>
          </p:cNvPr>
          <p:cNvSpPr>
            <a:spLocks noGrp="1"/>
          </p:cNvSpPr>
          <p:nvPr/>
        </p:nvSpPr>
        <p:spPr>
          <a:xfrm>
            <a:off x="8770620" y="3013710"/>
            <a:ext cx="144780" cy="30480"/>
          </a:xfrm>
          <a:prstGeom prst="rect">
            <a:avLst/>
          </a:prstGeom>
          <a:solidFill>
            <a:srgbClr val="72978A"/>
          </a:solidFill>
          <a:ln w="0">
            <a:noFill/>
          </a:ln>
        </p:spPr>
        <p:txBody>
          <a:bodyPr/>
          <a:lstStyle/>
          <a:p>
            <a:endParaRPr lang="zh-CN" altLang="en-US" sz="2000"/>
          </a:p>
        </p:txBody>
      </p:sp>
      <p:sp>
        <p:nvSpPr>
          <p:cNvPr id="284" name="video-cross-mixed-2">
            <a:extLst>
              <a:ext uri="{FF2B5EF4-FFF2-40B4-BE49-F238E27FC236}">
                <a16:creationId xmlns:a16="http://schemas.microsoft.com/office/drawing/2014/main" id="{B3DA95E2-B7AE-4E75-8727-D1E3E8323937}"/>
              </a:ext>
            </a:extLst>
          </p:cNvPr>
          <p:cNvSpPr>
            <a:spLocks noGrp="1"/>
          </p:cNvSpPr>
          <p:nvPr/>
        </p:nvSpPr>
        <p:spPr>
          <a:xfrm>
            <a:off x="8961120" y="2945130"/>
            <a:ext cx="144780" cy="99060"/>
          </a:xfrm>
          <a:prstGeom prst="roundRect">
            <a:avLst>
              <a:gd name="adj" fmla="val 7692"/>
            </a:avLst>
          </a:prstGeom>
          <a:solidFill>
            <a:srgbClr val="8CAEB2"/>
          </a:solidFill>
          <a:ln w="0">
            <a:noFill/>
          </a:ln>
        </p:spPr>
        <p:txBody>
          <a:bodyPr/>
          <a:lstStyle/>
          <a:p>
            <a:endParaRPr lang="zh-CN" altLang="en-US" sz="2000"/>
          </a:p>
        </p:txBody>
      </p:sp>
      <p:sp>
        <p:nvSpPr>
          <p:cNvPr id="285" name="video-cross-mixed-accent-2">
            <a:extLst>
              <a:ext uri="{FF2B5EF4-FFF2-40B4-BE49-F238E27FC236}">
                <a16:creationId xmlns:a16="http://schemas.microsoft.com/office/drawing/2014/main" id="{F4273663-5C9C-4834-B342-EADA46591685}"/>
              </a:ext>
            </a:extLst>
          </p:cNvPr>
          <p:cNvSpPr>
            <a:spLocks noGrp="1"/>
          </p:cNvSpPr>
          <p:nvPr/>
        </p:nvSpPr>
        <p:spPr>
          <a:xfrm>
            <a:off x="8961120" y="3013710"/>
            <a:ext cx="144780" cy="30480"/>
          </a:xfrm>
          <a:prstGeom prst="rect">
            <a:avLst/>
          </a:prstGeom>
          <a:solidFill>
            <a:srgbClr val="72978A"/>
          </a:solidFill>
          <a:ln w="0">
            <a:noFill/>
          </a:ln>
        </p:spPr>
        <p:txBody>
          <a:bodyPr/>
          <a:lstStyle/>
          <a:p>
            <a:endParaRPr lang="zh-CN" altLang="en-US" sz="2000"/>
          </a:p>
        </p:txBody>
      </p:sp>
      <p:sp>
        <p:nvSpPr>
          <p:cNvPr id="286" name="video-cross-mixed-3">
            <a:extLst>
              <a:ext uri="{FF2B5EF4-FFF2-40B4-BE49-F238E27FC236}">
                <a16:creationId xmlns:a16="http://schemas.microsoft.com/office/drawing/2014/main" id="{7F2E9179-D9F6-40DD-9D1A-2F27371E001A}"/>
              </a:ext>
            </a:extLst>
          </p:cNvPr>
          <p:cNvSpPr>
            <a:spLocks noGrp="1"/>
          </p:cNvSpPr>
          <p:nvPr/>
        </p:nvSpPr>
        <p:spPr>
          <a:xfrm>
            <a:off x="9151620" y="2945130"/>
            <a:ext cx="144780" cy="99060"/>
          </a:xfrm>
          <a:prstGeom prst="roundRect">
            <a:avLst>
              <a:gd name="adj" fmla="val 7692"/>
            </a:avLst>
          </a:prstGeom>
          <a:solidFill>
            <a:srgbClr val="8CAEB2"/>
          </a:solidFill>
          <a:ln w="0">
            <a:noFill/>
          </a:ln>
        </p:spPr>
        <p:txBody>
          <a:bodyPr/>
          <a:lstStyle/>
          <a:p>
            <a:endParaRPr lang="zh-CN" altLang="en-US" sz="2000"/>
          </a:p>
        </p:txBody>
      </p:sp>
      <p:sp>
        <p:nvSpPr>
          <p:cNvPr id="287" name="video-cross-mixed-accent-3">
            <a:extLst>
              <a:ext uri="{FF2B5EF4-FFF2-40B4-BE49-F238E27FC236}">
                <a16:creationId xmlns:a16="http://schemas.microsoft.com/office/drawing/2014/main" id="{DAE6BBDA-43A0-4555-A6DC-14921741FBC8}"/>
              </a:ext>
            </a:extLst>
          </p:cNvPr>
          <p:cNvSpPr>
            <a:spLocks noGrp="1"/>
          </p:cNvSpPr>
          <p:nvPr/>
        </p:nvSpPr>
        <p:spPr>
          <a:xfrm>
            <a:off x="9151620" y="3013710"/>
            <a:ext cx="144780" cy="30480"/>
          </a:xfrm>
          <a:prstGeom prst="rect">
            <a:avLst/>
          </a:prstGeom>
          <a:solidFill>
            <a:srgbClr val="72978A"/>
          </a:solidFill>
          <a:ln w="0">
            <a:noFill/>
          </a:ln>
        </p:spPr>
        <p:txBody>
          <a:bodyPr/>
          <a:lstStyle/>
          <a:p>
            <a:endParaRPr lang="zh-CN" altLang="en-US" sz="2000"/>
          </a:p>
        </p:txBody>
      </p:sp>
      <p:sp>
        <p:nvSpPr>
          <p:cNvPr id="288" name="video-cross-read-label">
            <a:extLst>
              <a:ext uri="{FF2B5EF4-FFF2-40B4-BE49-F238E27FC236}">
                <a16:creationId xmlns:a16="http://schemas.microsoft.com/office/drawing/2014/main" id="{894CB12B-7A96-497A-939B-FE8C65E3AA11}"/>
              </a:ext>
            </a:extLst>
          </p:cNvPr>
          <p:cNvSpPr>
            <a:spLocks noGrp="1"/>
          </p:cNvSpPr>
          <p:nvPr/>
        </p:nvSpPr>
        <p:spPr>
          <a:xfrm>
            <a:off x="8473440" y="3135630"/>
            <a:ext cx="982980" cy="274320"/>
          </a:xfrm>
          <a:prstGeom prst="rect">
            <a:avLst/>
          </a:prstGeom>
          <a:noFill/>
          <a:ln w="0">
            <a:noFill/>
          </a:ln>
        </p:spPr>
        <p:txBody>
          <a:bodyPr wrap="none" lIns="0" tIns="0" rIns="0" bIns="0" anchor="ctr">
            <a:noAutofit/>
          </a:bodyPr>
          <a:lstStyle/>
          <a:p>
            <a:pPr algn="ctr">
              <a:defRPr sz="1080" i="0">
                <a:solidFill>
                  <a:srgbClr val="202B33"/>
                </a:solidFill>
                <a:latin typeface="Toppan Bunkyu Mincho Regular"/>
                <a:ea typeface="Toppan Bunkyu Mincho Regular"/>
                <a:cs typeface="Toppan Bunkyu Mincho Regular"/>
              </a:defRPr>
            </a:pPr>
            <a:r>
              <a:rPr sz="1200" b="1" i="0" dirty="0">
                <a:solidFill>
                  <a:srgbClr val="202B33"/>
                </a:solidFill>
                <a:latin typeface="Toppan Bunkyu Mincho Regular"/>
                <a:ea typeface="Toppan Bunkyu Mincho Regular"/>
                <a:cs typeface="Toppan Bunkyu Mincho Regular"/>
              </a:rPr>
              <a:t>Video reads</a:t>
            </a:r>
          </a:p>
          <a:p>
            <a:pPr algn="ctr">
              <a:defRPr sz="1080" i="0">
                <a:solidFill>
                  <a:srgbClr val="202B33"/>
                </a:solidFill>
                <a:latin typeface="Toppan Bunkyu Mincho Regular"/>
                <a:ea typeface="Toppan Bunkyu Mincho Regular"/>
                <a:cs typeface="Toppan Bunkyu Mincho Regular"/>
              </a:defRPr>
            </a:pPr>
            <a:r>
              <a:rPr sz="1200" b="1" i="0" dirty="0">
                <a:solidFill>
                  <a:srgbClr val="202B33"/>
                </a:solidFill>
                <a:latin typeface="Toppan Bunkyu Mincho Regular"/>
                <a:ea typeface="Toppan Bunkyu Mincho Regular"/>
                <a:cs typeface="Toppan Bunkyu Mincho Regular"/>
              </a:rPr>
              <a:t>action</a:t>
            </a:r>
          </a:p>
        </p:txBody>
      </p:sp>
      <p:sp>
        <p:nvSpPr>
          <p:cNvPr id="289" name="action-cross-top">
            <a:extLst>
              <a:ext uri="{FF2B5EF4-FFF2-40B4-BE49-F238E27FC236}">
                <a16:creationId xmlns:a16="http://schemas.microsoft.com/office/drawing/2014/main" id="{020B5ADD-F545-487D-B7CC-5C60D9780C86}"/>
              </a:ext>
            </a:extLst>
          </p:cNvPr>
          <p:cNvSpPr>
            <a:spLocks noGrp="1"/>
          </p:cNvSpPr>
          <p:nvPr/>
        </p:nvSpPr>
        <p:spPr>
          <a:xfrm>
            <a:off x="7307580" y="3737610"/>
            <a:ext cx="1104900" cy="38100"/>
          </a:xfrm>
          <a:custGeom>
            <a:avLst/>
            <a:gdLst/>
            <a:ahLst/>
            <a:cxnLst/>
            <a:rect l="0" t="0" r="0" b="0"/>
            <a:pathLst>
              <a:path w="1381125" h="47625">
                <a:moveTo>
                  <a:pt x="0" y="47625"/>
                </a:moveTo>
                <a:lnTo>
                  <a:pt x="47625" y="0"/>
                </a:lnTo>
                <a:lnTo>
                  <a:pt x="1381125" y="0"/>
                </a:lnTo>
                <a:lnTo>
                  <a:pt x="1333500" y="47625"/>
                </a:lnTo>
                <a:close/>
              </a:path>
            </a:pathLst>
          </a:custGeom>
          <a:solidFill>
            <a:srgbClr val="F9FAFD"/>
          </a:solidFill>
          <a:ln w="11430">
            <a:solidFill>
              <a:srgbClr val="63788A"/>
            </a:solidFill>
          </a:ln>
        </p:spPr>
        <p:txBody>
          <a:bodyPr/>
          <a:lstStyle/>
          <a:p>
            <a:endParaRPr lang="zh-CN" altLang="en-US" sz="2000"/>
          </a:p>
        </p:txBody>
      </p:sp>
      <p:sp>
        <p:nvSpPr>
          <p:cNvPr id="290" name="action-cross-side">
            <a:extLst>
              <a:ext uri="{FF2B5EF4-FFF2-40B4-BE49-F238E27FC236}">
                <a16:creationId xmlns:a16="http://schemas.microsoft.com/office/drawing/2014/main" id="{F2DDC0E6-7B78-45A3-9B0D-A393B3A98B50}"/>
              </a:ext>
            </a:extLst>
          </p:cNvPr>
          <p:cNvSpPr>
            <a:spLocks noGrp="1"/>
          </p:cNvSpPr>
          <p:nvPr/>
        </p:nvSpPr>
        <p:spPr>
          <a:xfrm>
            <a:off x="8374380" y="3737610"/>
            <a:ext cx="38100" cy="937260"/>
          </a:xfrm>
          <a:custGeom>
            <a:avLst/>
            <a:gdLst/>
            <a:ahLst/>
            <a:cxnLst/>
            <a:rect l="0" t="0" r="0" b="0"/>
            <a:pathLst>
              <a:path w="47625" h="1171575">
                <a:moveTo>
                  <a:pt x="0" y="47625"/>
                </a:moveTo>
                <a:lnTo>
                  <a:pt x="47625" y="0"/>
                </a:lnTo>
                <a:lnTo>
                  <a:pt x="47625" y="1123950"/>
                </a:lnTo>
                <a:lnTo>
                  <a:pt x="0" y="1171575"/>
                </a:lnTo>
                <a:close/>
              </a:path>
            </a:pathLst>
          </a:custGeom>
          <a:solidFill>
            <a:srgbClr val="ADC5C5"/>
          </a:solidFill>
          <a:ln w="11430">
            <a:solidFill>
              <a:srgbClr val="63788A"/>
            </a:solidFill>
          </a:ln>
        </p:spPr>
        <p:txBody>
          <a:bodyPr/>
          <a:lstStyle/>
          <a:p>
            <a:endParaRPr lang="zh-CN" altLang="en-US" sz="2000"/>
          </a:p>
        </p:txBody>
      </p:sp>
      <p:sp>
        <p:nvSpPr>
          <p:cNvPr id="291" name="action-cross-front">
            <a:extLst>
              <a:ext uri="{FF2B5EF4-FFF2-40B4-BE49-F238E27FC236}">
                <a16:creationId xmlns:a16="http://schemas.microsoft.com/office/drawing/2014/main" id="{78CA818A-D519-45F8-9036-9A5AC29EF9E6}"/>
              </a:ext>
            </a:extLst>
          </p:cNvPr>
          <p:cNvSpPr>
            <a:spLocks noGrp="1"/>
          </p:cNvSpPr>
          <p:nvPr/>
        </p:nvSpPr>
        <p:spPr>
          <a:xfrm>
            <a:off x="7307580" y="3775710"/>
            <a:ext cx="1066800" cy="899160"/>
          </a:xfrm>
          <a:prstGeom prst="rect">
            <a:avLst/>
          </a:prstGeom>
          <a:solidFill>
            <a:srgbClr val="DCE9E9"/>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292" name="action-cross-source-0">
            <a:extLst>
              <a:ext uri="{FF2B5EF4-FFF2-40B4-BE49-F238E27FC236}">
                <a16:creationId xmlns:a16="http://schemas.microsoft.com/office/drawing/2014/main" id="{C9811AFD-7C39-4969-BD7A-1AA0919B156A}"/>
              </a:ext>
            </a:extLst>
          </p:cNvPr>
          <p:cNvSpPr>
            <a:spLocks noGrp="1"/>
          </p:cNvSpPr>
          <p:nvPr/>
        </p:nvSpPr>
        <p:spPr>
          <a:xfrm>
            <a:off x="7391400" y="3874770"/>
            <a:ext cx="137160" cy="121920"/>
          </a:xfrm>
          <a:prstGeom prst="roundRect">
            <a:avLst>
              <a:gd name="adj" fmla="val 6250"/>
            </a:avLst>
          </a:prstGeom>
          <a:solidFill>
            <a:srgbClr val="BDCDC6"/>
          </a:solidFill>
          <a:ln w="4572">
            <a:solidFill>
              <a:srgbClr val="8CA6AE"/>
            </a:solidFill>
          </a:ln>
        </p:spPr>
        <p:txBody>
          <a:bodyPr/>
          <a:lstStyle/>
          <a:p>
            <a:endParaRPr lang="zh-CN" altLang="en-US" sz="2000"/>
          </a:p>
        </p:txBody>
      </p:sp>
      <p:sp>
        <p:nvSpPr>
          <p:cNvPr id="293" name="action-cross-source-1">
            <a:extLst>
              <a:ext uri="{FF2B5EF4-FFF2-40B4-BE49-F238E27FC236}">
                <a16:creationId xmlns:a16="http://schemas.microsoft.com/office/drawing/2014/main" id="{33139585-1EBD-43CC-A11B-AC1A43926317}"/>
              </a:ext>
            </a:extLst>
          </p:cNvPr>
          <p:cNvSpPr>
            <a:spLocks noGrp="1"/>
          </p:cNvSpPr>
          <p:nvPr/>
        </p:nvSpPr>
        <p:spPr>
          <a:xfrm>
            <a:off x="7566660" y="3874770"/>
            <a:ext cx="137160" cy="121920"/>
          </a:xfrm>
          <a:prstGeom prst="roundRect">
            <a:avLst>
              <a:gd name="adj" fmla="val 6250"/>
            </a:avLst>
          </a:prstGeom>
          <a:solidFill>
            <a:srgbClr val="AAC0D4"/>
          </a:solidFill>
          <a:ln w="4572">
            <a:solidFill>
              <a:srgbClr val="8CA6AE"/>
            </a:solidFill>
          </a:ln>
        </p:spPr>
        <p:txBody>
          <a:bodyPr/>
          <a:lstStyle/>
          <a:p>
            <a:endParaRPr lang="zh-CN" altLang="en-US" sz="2000"/>
          </a:p>
        </p:txBody>
      </p:sp>
      <p:sp>
        <p:nvSpPr>
          <p:cNvPr id="294" name="action-cross-source-2">
            <a:extLst>
              <a:ext uri="{FF2B5EF4-FFF2-40B4-BE49-F238E27FC236}">
                <a16:creationId xmlns:a16="http://schemas.microsoft.com/office/drawing/2014/main" id="{BEB0141A-D674-44D2-861E-1B8C321E69AD}"/>
              </a:ext>
            </a:extLst>
          </p:cNvPr>
          <p:cNvSpPr>
            <a:spLocks noGrp="1"/>
          </p:cNvSpPr>
          <p:nvPr/>
        </p:nvSpPr>
        <p:spPr>
          <a:xfrm>
            <a:off x="7741920" y="3874770"/>
            <a:ext cx="137160" cy="121920"/>
          </a:xfrm>
          <a:prstGeom prst="roundRect">
            <a:avLst>
              <a:gd name="adj" fmla="val 6250"/>
            </a:avLst>
          </a:prstGeom>
          <a:solidFill>
            <a:srgbClr val="AAC0D4"/>
          </a:solidFill>
          <a:ln w="4572">
            <a:solidFill>
              <a:srgbClr val="8CA6AE"/>
            </a:solidFill>
          </a:ln>
        </p:spPr>
        <p:txBody>
          <a:bodyPr/>
          <a:lstStyle/>
          <a:p>
            <a:endParaRPr lang="zh-CN" altLang="en-US" sz="2000"/>
          </a:p>
        </p:txBody>
      </p:sp>
      <p:sp>
        <p:nvSpPr>
          <p:cNvPr id="295" name="action-cross-source-3">
            <a:extLst>
              <a:ext uri="{FF2B5EF4-FFF2-40B4-BE49-F238E27FC236}">
                <a16:creationId xmlns:a16="http://schemas.microsoft.com/office/drawing/2014/main" id="{AFEB47D3-E72D-4F7B-9F7F-4ED97569B0EB}"/>
              </a:ext>
            </a:extLst>
          </p:cNvPr>
          <p:cNvSpPr>
            <a:spLocks noGrp="1"/>
          </p:cNvSpPr>
          <p:nvPr/>
        </p:nvSpPr>
        <p:spPr>
          <a:xfrm>
            <a:off x="7917180" y="3874770"/>
            <a:ext cx="137160" cy="121920"/>
          </a:xfrm>
          <a:prstGeom prst="roundRect">
            <a:avLst>
              <a:gd name="adj" fmla="val 6250"/>
            </a:avLst>
          </a:prstGeom>
          <a:solidFill>
            <a:srgbClr val="AAC0D4"/>
          </a:solidFill>
          <a:ln w="4572">
            <a:solidFill>
              <a:srgbClr val="8CA6AE"/>
            </a:solidFill>
          </a:ln>
        </p:spPr>
        <p:txBody>
          <a:bodyPr/>
          <a:lstStyle/>
          <a:p>
            <a:endParaRPr lang="zh-CN" altLang="en-US" sz="2000"/>
          </a:p>
        </p:txBody>
      </p:sp>
      <p:sp>
        <p:nvSpPr>
          <p:cNvPr id="296" name="action-cross-source-4">
            <a:extLst>
              <a:ext uri="{FF2B5EF4-FFF2-40B4-BE49-F238E27FC236}">
                <a16:creationId xmlns:a16="http://schemas.microsoft.com/office/drawing/2014/main" id="{C066E18C-C7D0-4448-89C6-DD3F77A8FA6A}"/>
              </a:ext>
            </a:extLst>
          </p:cNvPr>
          <p:cNvSpPr>
            <a:spLocks noGrp="1"/>
          </p:cNvSpPr>
          <p:nvPr/>
        </p:nvSpPr>
        <p:spPr>
          <a:xfrm>
            <a:off x="8092440" y="3874770"/>
            <a:ext cx="137160" cy="121920"/>
          </a:xfrm>
          <a:prstGeom prst="roundRect">
            <a:avLst>
              <a:gd name="adj" fmla="val 6250"/>
            </a:avLst>
          </a:prstGeom>
          <a:solidFill>
            <a:srgbClr val="AAC0D4"/>
          </a:solidFill>
          <a:ln w="4572">
            <a:solidFill>
              <a:srgbClr val="8CA6AE"/>
            </a:solidFill>
          </a:ln>
        </p:spPr>
        <p:txBody>
          <a:bodyPr/>
          <a:lstStyle/>
          <a:p>
            <a:endParaRPr lang="zh-CN" altLang="en-US" sz="2000"/>
          </a:p>
        </p:txBody>
      </p:sp>
      <p:sp>
        <p:nvSpPr>
          <p:cNvPr id="297" name="Local block arrow 14">
            <a:extLst>
              <a:ext uri="{FF2B5EF4-FFF2-40B4-BE49-F238E27FC236}">
                <a16:creationId xmlns:a16="http://schemas.microsoft.com/office/drawing/2014/main" id="{268218B5-486F-49C5-9691-1EAF84CCABF0}"/>
              </a:ext>
            </a:extLst>
          </p:cNvPr>
          <p:cNvSpPr>
            <a:spLocks noGrp="1"/>
          </p:cNvSpPr>
          <p:nvPr/>
        </p:nvSpPr>
        <p:spPr>
          <a:xfrm>
            <a:off x="7787640" y="4034790"/>
            <a:ext cx="106680" cy="99060"/>
          </a:xfrm>
          <a:prstGeom prst="down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298" name="action-cross-mixed-0">
            <a:extLst>
              <a:ext uri="{FF2B5EF4-FFF2-40B4-BE49-F238E27FC236}">
                <a16:creationId xmlns:a16="http://schemas.microsoft.com/office/drawing/2014/main" id="{38FDF998-9757-40E9-9650-DE08A8AF4DEC}"/>
              </a:ext>
            </a:extLst>
          </p:cNvPr>
          <p:cNvSpPr>
            <a:spLocks noGrp="1"/>
          </p:cNvSpPr>
          <p:nvPr/>
        </p:nvSpPr>
        <p:spPr>
          <a:xfrm>
            <a:off x="7437120" y="4164330"/>
            <a:ext cx="144780" cy="99060"/>
          </a:xfrm>
          <a:prstGeom prst="roundRect">
            <a:avLst>
              <a:gd name="adj" fmla="val 7692"/>
            </a:avLst>
          </a:prstGeom>
          <a:solidFill>
            <a:srgbClr val="8CAEB2"/>
          </a:solidFill>
          <a:ln w="0">
            <a:noFill/>
          </a:ln>
        </p:spPr>
        <p:txBody>
          <a:bodyPr/>
          <a:lstStyle/>
          <a:p>
            <a:endParaRPr lang="zh-CN" altLang="en-US" sz="2000"/>
          </a:p>
        </p:txBody>
      </p:sp>
      <p:sp>
        <p:nvSpPr>
          <p:cNvPr id="299" name="action-cross-mixed-accent-0">
            <a:extLst>
              <a:ext uri="{FF2B5EF4-FFF2-40B4-BE49-F238E27FC236}">
                <a16:creationId xmlns:a16="http://schemas.microsoft.com/office/drawing/2014/main" id="{91404E9F-4390-4F79-86DD-C4B3097E3EB8}"/>
              </a:ext>
            </a:extLst>
          </p:cNvPr>
          <p:cNvSpPr>
            <a:spLocks noGrp="1"/>
          </p:cNvSpPr>
          <p:nvPr/>
        </p:nvSpPr>
        <p:spPr>
          <a:xfrm>
            <a:off x="7437120" y="4232910"/>
            <a:ext cx="144780" cy="30480"/>
          </a:xfrm>
          <a:prstGeom prst="rect">
            <a:avLst/>
          </a:prstGeom>
          <a:solidFill>
            <a:srgbClr val="799CB7"/>
          </a:solidFill>
          <a:ln w="0">
            <a:noFill/>
          </a:ln>
        </p:spPr>
        <p:txBody>
          <a:bodyPr/>
          <a:lstStyle/>
          <a:p>
            <a:endParaRPr lang="zh-CN" altLang="en-US" sz="2000"/>
          </a:p>
        </p:txBody>
      </p:sp>
      <p:sp>
        <p:nvSpPr>
          <p:cNvPr id="300" name="action-cross-mixed-1">
            <a:extLst>
              <a:ext uri="{FF2B5EF4-FFF2-40B4-BE49-F238E27FC236}">
                <a16:creationId xmlns:a16="http://schemas.microsoft.com/office/drawing/2014/main" id="{81953AB9-C0F3-4832-9882-0D29009D338A}"/>
              </a:ext>
            </a:extLst>
          </p:cNvPr>
          <p:cNvSpPr>
            <a:spLocks noGrp="1"/>
          </p:cNvSpPr>
          <p:nvPr/>
        </p:nvSpPr>
        <p:spPr>
          <a:xfrm>
            <a:off x="7627620" y="4164330"/>
            <a:ext cx="144780" cy="99060"/>
          </a:xfrm>
          <a:prstGeom prst="roundRect">
            <a:avLst>
              <a:gd name="adj" fmla="val 7692"/>
            </a:avLst>
          </a:prstGeom>
          <a:solidFill>
            <a:srgbClr val="8CAEB2"/>
          </a:solidFill>
          <a:ln w="0">
            <a:noFill/>
          </a:ln>
        </p:spPr>
        <p:txBody>
          <a:bodyPr/>
          <a:lstStyle/>
          <a:p>
            <a:endParaRPr lang="zh-CN" altLang="en-US" sz="2000"/>
          </a:p>
        </p:txBody>
      </p:sp>
      <p:sp>
        <p:nvSpPr>
          <p:cNvPr id="301" name="action-cross-mixed-accent-1">
            <a:extLst>
              <a:ext uri="{FF2B5EF4-FFF2-40B4-BE49-F238E27FC236}">
                <a16:creationId xmlns:a16="http://schemas.microsoft.com/office/drawing/2014/main" id="{C38D8493-1245-410F-936C-CFAEE34A80E5}"/>
              </a:ext>
            </a:extLst>
          </p:cNvPr>
          <p:cNvSpPr>
            <a:spLocks noGrp="1"/>
          </p:cNvSpPr>
          <p:nvPr/>
        </p:nvSpPr>
        <p:spPr>
          <a:xfrm>
            <a:off x="7627620" y="4232910"/>
            <a:ext cx="144780" cy="30480"/>
          </a:xfrm>
          <a:prstGeom prst="rect">
            <a:avLst/>
          </a:prstGeom>
          <a:solidFill>
            <a:srgbClr val="799CB7"/>
          </a:solidFill>
          <a:ln w="0">
            <a:noFill/>
          </a:ln>
        </p:spPr>
        <p:txBody>
          <a:bodyPr/>
          <a:lstStyle/>
          <a:p>
            <a:endParaRPr lang="zh-CN" altLang="en-US" sz="2000"/>
          </a:p>
        </p:txBody>
      </p:sp>
      <p:sp>
        <p:nvSpPr>
          <p:cNvPr id="302" name="action-cross-mixed-2">
            <a:extLst>
              <a:ext uri="{FF2B5EF4-FFF2-40B4-BE49-F238E27FC236}">
                <a16:creationId xmlns:a16="http://schemas.microsoft.com/office/drawing/2014/main" id="{DD894C8D-E348-4D3A-8057-0B0A04D10616}"/>
              </a:ext>
            </a:extLst>
          </p:cNvPr>
          <p:cNvSpPr>
            <a:spLocks noGrp="1"/>
          </p:cNvSpPr>
          <p:nvPr/>
        </p:nvSpPr>
        <p:spPr>
          <a:xfrm>
            <a:off x="7818120" y="4164330"/>
            <a:ext cx="144780" cy="99060"/>
          </a:xfrm>
          <a:prstGeom prst="roundRect">
            <a:avLst>
              <a:gd name="adj" fmla="val 7692"/>
            </a:avLst>
          </a:prstGeom>
          <a:solidFill>
            <a:srgbClr val="8CAEB2"/>
          </a:solidFill>
          <a:ln w="0">
            <a:noFill/>
          </a:ln>
        </p:spPr>
        <p:txBody>
          <a:bodyPr/>
          <a:lstStyle/>
          <a:p>
            <a:endParaRPr lang="zh-CN" altLang="en-US" sz="2000"/>
          </a:p>
        </p:txBody>
      </p:sp>
      <p:sp>
        <p:nvSpPr>
          <p:cNvPr id="303" name="action-cross-mixed-accent-2">
            <a:extLst>
              <a:ext uri="{FF2B5EF4-FFF2-40B4-BE49-F238E27FC236}">
                <a16:creationId xmlns:a16="http://schemas.microsoft.com/office/drawing/2014/main" id="{EC88E100-D424-48E1-A7FC-896EEF2DE841}"/>
              </a:ext>
            </a:extLst>
          </p:cNvPr>
          <p:cNvSpPr>
            <a:spLocks noGrp="1"/>
          </p:cNvSpPr>
          <p:nvPr/>
        </p:nvSpPr>
        <p:spPr>
          <a:xfrm>
            <a:off x="7818120" y="4232910"/>
            <a:ext cx="144780" cy="30480"/>
          </a:xfrm>
          <a:prstGeom prst="rect">
            <a:avLst/>
          </a:prstGeom>
          <a:solidFill>
            <a:srgbClr val="799CB7"/>
          </a:solidFill>
          <a:ln w="0">
            <a:noFill/>
          </a:ln>
        </p:spPr>
        <p:txBody>
          <a:bodyPr/>
          <a:lstStyle/>
          <a:p>
            <a:endParaRPr lang="zh-CN" altLang="en-US" sz="2000"/>
          </a:p>
        </p:txBody>
      </p:sp>
      <p:sp>
        <p:nvSpPr>
          <p:cNvPr id="304" name="action-cross-mixed-3">
            <a:extLst>
              <a:ext uri="{FF2B5EF4-FFF2-40B4-BE49-F238E27FC236}">
                <a16:creationId xmlns:a16="http://schemas.microsoft.com/office/drawing/2014/main" id="{EDABF31C-A08C-40D4-B135-F03BF199683F}"/>
              </a:ext>
            </a:extLst>
          </p:cNvPr>
          <p:cNvSpPr>
            <a:spLocks noGrp="1"/>
          </p:cNvSpPr>
          <p:nvPr/>
        </p:nvSpPr>
        <p:spPr>
          <a:xfrm>
            <a:off x="8008620" y="4164330"/>
            <a:ext cx="144780" cy="99060"/>
          </a:xfrm>
          <a:prstGeom prst="roundRect">
            <a:avLst>
              <a:gd name="adj" fmla="val 7692"/>
            </a:avLst>
          </a:prstGeom>
          <a:solidFill>
            <a:srgbClr val="8CAEB2"/>
          </a:solidFill>
          <a:ln w="0">
            <a:noFill/>
          </a:ln>
        </p:spPr>
        <p:txBody>
          <a:bodyPr/>
          <a:lstStyle/>
          <a:p>
            <a:endParaRPr lang="zh-CN" altLang="en-US" sz="2000"/>
          </a:p>
        </p:txBody>
      </p:sp>
      <p:sp>
        <p:nvSpPr>
          <p:cNvPr id="305" name="action-cross-mixed-accent-3">
            <a:extLst>
              <a:ext uri="{FF2B5EF4-FFF2-40B4-BE49-F238E27FC236}">
                <a16:creationId xmlns:a16="http://schemas.microsoft.com/office/drawing/2014/main" id="{5A30E7E6-6F69-408C-969B-2F24B999F05C}"/>
              </a:ext>
            </a:extLst>
          </p:cNvPr>
          <p:cNvSpPr>
            <a:spLocks noGrp="1"/>
          </p:cNvSpPr>
          <p:nvPr/>
        </p:nvSpPr>
        <p:spPr>
          <a:xfrm>
            <a:off x="8008620" y="4232910"/>
            <a:ext cx="144780" cy="30480"/>
          </a:xfrm>
          <a:prstGeom prst="rect">
            <a:avLst/>
          </a:prstGeom>
          <a:solidFill>
            <a:srgbClr val="799CB7"/>
          </a:solidFill>
          <a:ln w="0">
            <a:noFill/>
          </a:ln>
        </p:spPr>
        <p:txBody>
          <a:bodyPr/>
          <a:lstStyle/>
          <a:p>
            <a:endParaRPr lang="zh-CN" altLang="en-US" sz="2000"/>
          </a:p>
        </p:txBody>
      </p:sp>
      <p:sp>
        <p:nvSpPr>
          <p:cNvPr id="306" name="action-cross-read-label">
            <a:extLst>
              <a:ext uri="{FF2B5EF4-FFF2-40B4-BE49-F238E27FC236}">
                <a16:creationId xmlns:a16="http://schemas.microsoft.com/office/drawing/2014/main" id="{FCB2F656-828E-48A3-A72C-698ED17857D4}"/>
              </a:ext>
            </a:extLst>
          </p:cNvPr>
          <p:cNvSpPr>
            <a:spLocks noGrp="1"/>
          </p:cNvSpPr>
          <p:nvPr/>
        </p:nvSpPr>
        <p:spPr>
          <a:xfrm>
            <a:off x="7330440" y="4354830"/>
            <a:ext cx="1021080" cy="274320"/>
          </a:xfrm>
          <a:prstGeom prst="rect">
            <a:avLst/>
          </a:prstGeom>
          <a:noFill/>
          <a:ln w="0">
            <a:noFill/>
          </a:ln>
        </p:spPr>
        <p:txBody>
          <a:bodyPr wrap="none" lIns="0" tIns="0" rIns="0" bIns="0" anchor="ctr">
            <a:noAutofit/>
          </a:bodyPr>
          <a:lstStyle/>
          <a:p>
            <a:pPr algn="ctr">
              <a:defRPr sz="1080" i="0">
                <a:solidFill>
                  <a:srgbClr val="202B33"/>
                </a:solidFill>
                <a:latin typeface="Toppan Bunkyu Mincho Regular"/>
                <a:ea typeface="Toppan Bunkyu Mincho Regular"/>
                <a:cs typeface="Toppan Bunkyu Mincho Regular"/>
              </a:defRPr>
            </a:pPr>
            <a:r>
              <a:rPr sz="1200" b="1" i="0" dirty="0">
                <a:solidFill>
                  <a:srgbClr val="202B33"/>
                </a:solidFill>
                <a:latin typeface="Toppan Bunkyu Mincho Regular"/>
                <a:ea typeface="Toppan Bunkyu Mincho Regular"/>
                <a:cs typeface="Toppan Bunkyu Mincho Regular"/>
              </a:rPr>
              <a:t>Action reads</a:t>
            </a:r>
          </a:p>
          <a:p>
            <a:pPr algn="ctr">
              <a:defRPr sz="1080" i="0">
                <a:solidFill>
                  <a:srgbClr val="202B33"/>
                </a:solidFill>
                <a:latin typeface="Toppan Bunkyu Mincho Regular"/>
                <a:ea typeface="Toppan Bunkyu Mincho Regular"/>
                <a:cs typeface="Toppan Bunkyu Mincho Regular"/>
              </a:defRPr>
            </a:pPr>
            <a:r>
              <a:rPr sz="1200" b="1" i="0" dirty="0">
                <a:solidFill>
                  <a:srgbClr val="202B33"/>
                </a:solidFill>
                <a:latin typeface="Toppan Bunkyu Mincho Regular"/>
                <a:ea typeface="Toppan Bunkyu Mincho Regular"/>
                <a:cs typeface="Toppan Bunkyu Mincho Regular"/>
              </a:rPr>
              <a:t>video</a:t>
            </a:r>
          </a:p>
        </p:txBody>
      </p:sp>
      <p:sp>
        <p:nvSpPr>
          <p:cNvPr id="307" name="action-self">
            <a:extLst>
              <a:ext uri="{FF2B5EF4-FFF2-40B4-BE49-F238E27FC236}">
                <a16:creationId xmlns:a16="http://schemas.microsoft.com/office/drawing/2014/main" id="{6A70A90B-E855-478A-BEB5-5F91D28598BA}"/>
              </a:ext>
            </a:extLst>
          </p:cNvPr>
          <p:cNvSpPr>
            <a:spLocks noGrp="1"/>
          </p:cNvSpPr>
          <p:nvPr/>
        </p:nvSpPr>
        <p:spPr>
          <a:xfrm>
            <a:off x="8450580" y="3775710"/>
            <a:ext cx="1028700" cy="899160"/>
          </a:xfrm>
          <a:prstGeom prst="roundRect">
            <a:avLst>
              <a:gd name="adj" fmla="val 2542"/>
            </a:avLst>
          </a:prstGeom>
          <a:solidFill>
            <a:srgbClr val="E6EEEA"/>
          </a:solidFill>
          <a:ln w="5334">
            <a:solidFill>
              <a:srgbClr val="8FA99F"/>
            </a:solidFill>
          </a:ln>
        </p:spPr>
        <p:txBody>
          <a:bodyPr/>
          <a:lstStyle/>
          <a:p>
            <a:endParaRPr lang="zh-CN" altLang="en-US" sz="2000"/>
          </a:p>
        </p:txBody>
      </p:sp>
      <p:sp>
        <p:nvSpPr>
          <p:cNvPr id="308" name="action-self-tile-00">
            <a:extLst>
              <a:ext uri="{FF2B5EF4-FFF2-40B4-BE49-F238E27FC236}">
                <a16:creationId xmlns:a16="http://schemas.microsoft.com/office/drawing/2014/main" id="{4794C2D6-A117-405B-90DC-CF1DFECB8919}"/>
              </a:ext>
            </a:extLst>
          </p:cNvPr>
          <p:cNvSpPr>
            <a:spLocks noGrp="1"/>
          </p:cNvSpPr>
          <p:nvPr/>
        </p:nvSpPr>
        <p:spPr>
          <a:xfrm>
            <a:off x="8526780" y="3874770"/>
            <a:ext cx="175260" cy="76200"/>
          </a:xfrm>
          <a:prstGeom prst="roundRect">
            <a:avLst>
              <a:gd name="adj" fmla="val 10000"/>
            </a:avLst>
          </a:prstGeom>
          <a:solidFill>
            <a:srgbClr val="8FA99F"/>
          </a:solidFill>
          <a:ln w="0">
            <a:noFill/>
          </a:ln>
        </p:spPr>
        <p:txBody>
          <a:bodyPr/>
          <a:lstStyle/>
          <a:p>
            <a:endParaRPr lang="zh-CN" altLang="en-US" sz="2000"/>
          </a:p>
        </p:txBody>
      </p:sp>
      <p:sp>
        <p:nvSpPr>
          <p:cNvPr id="309" name="action-self-tile-01">
            <a:extLst>
              <a:ext uri="{FF2B5EF4-FFF2-40B4-BE49-F238E27FC236}">
                <a16:creationId xmlns:a16="http://schemas.microsoft.com/office/drawing/2014/main" id="{B470F8E6-4411-4557-8D81-8FCDCE8B0BC7}"/>
              </a:ext>
            </a:extLst>
          </p:cNvPr>
          <p:cNvSpPr>
            <a:spLocks noGrp="1"/>
          </p:cNvSpPr>
          <p:nvPr/>
        </p:nvSpPr>
        <p:spPr>
          <a:xfrm>
            <a:off x="8747760" y="3874770"/>
            <a:ext cx="175260" cy="76200"/>
          </a:xfrm>
          <a:prstGeom prst="roundRect">
            <a:avLst>
              <a:gd name="adj" fmla="val 10000"/>
            </a:avLst>
          </a:prstGeom>
          <a:solidFill>
            <a:srgbClr val="CFDBE4"/>
          </a:solidFill>
          <a:ln w="0">
            <a:noFill/>
          </a:ln>
        </p:spPr>
        <p:txBody>
          <a:bodyPr/>
          <a:lstStyle/>
          <a:p>
            <a:endParaRPr lang="zh-CN" altLang="en-US" sz="2000"/>
          </a:p>
        </p:txBody>
      </p:sp>
      <p:sp>
        <p:nvSpPr>
          <p:cNvPr id="310" name="action-self-tile-02">
            <a:extLst>
              <a:ext uri="{FF2B5EF4-FFF2-40B4-BE49-F238E27FC236}">
                <a16:creationId xmlns:a16="http://schemas.microsoft.com/office/drawing/2014/main" id="{99E15679-3187-4C82-B2A1-C28F959C462E}"/>
              </a:ext>
            </a:extLst>
          </p:cNvPr>
          <p:cNvSpPr>
            <a:spLocks noGrp="1"/>
          </p:cNvSpPr>
          <p:nvPr/>
        </p:nvSpPr>
        <p:spPr>
          <a:xfrm>
            <a:off x="8968740" y="3874770"/>
            <a:ext cx="175260" cy="76200"/>
          </a:xfrm>
          <a:prstGeom prst="roundRect">
            <a:avLst>
              <a:gd name="adj" fmla="val 10000"/>
            </a:avLst>
          </a:prstGeom>
          <a:solidFill>
            <a:srgbClr val="CFDBE4"/>
          </a:solidFill>
          <a:ln w="0">
            <a:noFill/>
          </a:ln>
        </p:spPr>
        <p:txBody>
          <a:bodyPr/>
          <a:lstStyle/>
          <a:p>
            <a:endParaRPr lang="zh-CN" altLang="en-US" sz="2000"/>
          </a:p>
        </p:txBody>
      </p:sp>
      <p:sp>
        <p:nvSpPr>
          <p:cNvPr id="311" name="action-self-tile-03">
            <a:extLst>
              <a:ext uri="{FF2B5EF4-FFF2-40B4-BE49-F238E27FC236}">
                <a16:creationId xmlns:a16="http://schemas.microsoft.com/office/drawing/2014/main" id="{394DBB2D-7BB2-471C-B10F-20FA59EAD4D8}"/>
              </a:ext>
            </a:extLst>
          </p:cNvPr>
          <p:cNvSpPr>
            <a:spLocks noGrp="1"/>
          </p:cNvSpPr>
          <p:nvPr/>
        </p:nvSpPr>
        <p:spPr>
          <a:xfrm>
            <a:off x="9189720" y="3874770"/>
            <a:ext cx="175260" cy="76200"/>
          </a:xfrm>
          <a:prstGeom prst="roundRect">
            <a:avLst>
              <a:gd name="adj" fmla="val 10000"/>
            </a:avLst>
          </a:prstGeom>
          <a:solidFill>
            <a:srgbClr val="8FA99F"/>
          </a:solidFill>
          <a:ln w="0">
            <a:noFill/>
          </a:ln>
        </p:spPr>
        <p:txBody>
          <a:bodyPr/>
          <a:lstStyle/>
          <a:p>
            <a:endParaRPr lang="zh-CN" altLang="en-US" sz="2000"/>
          </a:p>
        </p:txBody>
      </p:sp>
      <p:sp>
        <p:nvSpPr>
          <p:cNvPr id="312" name="action-self-tile-10">
            <a:extLst>
              <a:ext uri="{FF2B5EF4-FFF2-40B4-BE49-F238E27FC236}">
                <a16:creationId xmlns:a16="http://schemas.microsoft.com/office/drawing/2014/main" id="{AB6857E3-A5A0-4AC7-88DF-326158B9C639}"/>
              </a:ext>
            </a:extLst>
          </p:cNvPr>
          <p:cNvSpPr>
            <a:spLocks noGrp="1"/>
          </p:cNvSpPr>
          <p:nvPr/>
        </p:nvSpPr>
        <p:spPr>
          <a:xfrm>
            <a:off x="8526780" y="3996690"/>
            <a:ext cx="175260" cy="76200"/>
          </a:xfrm>
          <a:prstGeom prst="roundRect">
            <a:avLst>
              <a:gd name="adj" fmla="val 10000"/>
            </a:avLst>
          </a:prstGeom>
          <a:solidFill>
            <a:srgbClr val="CFDBE4"/>
          </a:solidFill>
          <a:ln w="0">
            <a:noFill/>
          </a:ln>
        </p:spPr>
        <p:txBody>
          <a:bodyPr/>
          <a:lstStyle/>
          <a:p>
            <a:endParaRPr lang="zh-CN" altLang="en-US" sz="2000"/>
          </a:p>
        </p:txBody>
      </p:sp>
      <p:sp>
        <p:nvSpPr>
          <p:cNvPr id="313" name="action-self-tile-11">
            <a:extLst>
              <a:ext uri="{FF2B5EF4-FFF2-40B4-BE49-F238E27FC236}">
                <a16:creationId xmlns:a16="http://schemas.microsoft.com/office/drawing/2014/main" id="{E9F1B71E-AFCD-4118-B769-4173828C5D74}"/>
              </a:ext>
            </a:extLst>
          </p:cNvPr>
          <p:cNvSpPr>
            <a:spLocks noGrp="1"/>
          </p:cNvSpPr>
          <p:nvPr/>
        </p:nvSpPr>
        <p:spPr>
          <a:xfrm>
            <a:off x="8747760" y="3996690"/>
            <a:ext cx="175260" cy="76200"/>
          </a:xfrm>
          <a:prstGeom prst="roundRect">
            <a:avLst>
              <a:gd name="adj" fmla="val 10000"/>
            </a:avLst>
          </a:prstGeom>
          <a:solidFill>
            <a:srgbClr val="8FA99F"/>
          </a:solidFill>
          <a:ln w="0">
            <a:noFill/>
          </a:ln>
        </p:spPr>
        <p:txBody>
          <a:bodyPr/>
          <a:lstStyle/>
          <a:p>
            <a:endParaRPr lang="zh-CN" altLang="en-US" sz="2000"/>
          </a:p>
        </p:txBody>
      </p:sp>
      <p:sp>
        <p:nvSpPr>
          <p:cNvPr id="314" name="action-self-tile-12">
            <a:extLst>
              <a:ext uri="{FF2B5EF4-FFF2-40B4-BE49-F238E27FC236}">
                <a16:creationId xmlns:a16="http://schemas.microsoft.com/office/drawing/2014/main" id="{5991C45A-B361-4DD2-8564-24665CDE0BDD}"/>
              </a:ext>
            </a:extLst>
          </p:cNvPr>
          <p:cNvSpPr>
            <a:spLocks noGrp="1"/>
          </p:cNvSpPr>
          <p:nvPr/>
        </p:nvSpPr>
        <p:spPr>
          <a:xfrm>
            <a:off x="8968740" y="3996690"/>
            <a:ext cx="175260" cy="76200"/>
          </a:xfrm>
          <a:prstGeom prst="roundRect">
            <a:avLst>
              <a:gd name="adj" fmla="val 10000"/>
            </a:avLst>
          </a:prstGeom>
          <a:solidFill>
            <a:srgbClr val="CFDBE4"/>
          </a:solidFill>
          <a:ln w="0">
            <a:noFill/>
          </a:ln>
        </p:spPr>
        <p:txBody>
          <a:bodyPr/>
          <a:lstStyle/>
          <a:p>
            <a:endParaRPr lang="zh-CN" altLang="en-US" sz="2000"/>
          </a:p>
        </p:txBody>
      </p:sp>
      <p:sp>
        <p:nvSpPr>
          <p:cNvPr id="315" name="action-self-tile-13">
            <a:extLst>
              <a:ext uri="{FF2B5EF4-FFF2-40B4-BE49-F238E27FC236}">
                <a16:creationId xmlns:a16="http://schemas.microsoft.com/office/drawing/2014/main" id="{2A4AF089-D983-40B2-83EE-8BEE9976A4E9}"/>
              </a:ext>
            </a:extLst>
          </p:cNvPr>
          <p:cNvSpPr>
            <a:spLocks noGrp="1"/>
          </p:cNvSpPr>
          <p:nvPr/>
        </p:nvSpPr>
        <p:spPr>
          <a:xfrm>
            <a:off x="9189720" y="3996690"/>
            <a:ext cx="175260" cy="76200"/>
          </a:xfrm>
          <a:prstGeom prst="roundRect">
            <a:avLst>
              <a:gd name="adj" fmla="val 10000"/>
            </a:avLst>
          </a:prstGeom>
          <a:solidFill>
            <a:srgbClr val="CFDBE4"/>
          </a:solidFill>
          <a:ln w="0">
            <a:noFill/>
          </a:ln>
        </p:spPr>
        <p:txBody>
          <a:bodyPr/>
          <a:lstStyle/>
          <a:p>
            <a:endParaRPr lang="zh-CN" altLang="en-US" sz="2000"/>
          </a:p>
        </p:txBody>
      </p:sp>
      <p:sp>
        <p:nvSpPr>
          <p:cNvPr id="316" name="action-self-tile-20">
            <a:extLst>
              <a:ext uri="{FF2B5EF4-FFF2-40B4-BE49-F238E27FC236}">
                <a16:creationId xmlns:a16="http://schemas.microsoft.com/office/drawing/2014/main" id="{DC09F703-BE94-47FB-8D7D-B136381331A7}"/>
              </a:ext>
            </a:extLst>
          </p:cNvPr>
          <p:cNvSpPr>
            <a:spLocks noGrp="1"/>
          </p:cNvSpPr>
          <p:nvPr/>
        </p:nvSpPr>
        <p:spPr>
          <a:xfrm>
            <a:off x="8526780" y="4118610"/>
            <a:ext cx="175260" cy="76200"/>
          </a:xfrm>
          <a:prstGeom prst="roundRect">
            <a:avLst>
              <a:gd name="adj" fmla="val 10000"/>
            </a:avLst>
          </a:prstGeom>
          <a:solidFill>
            <a:srgbClr val="CFDBE4"/>
          </a:solidFill>
          <a:ln w="0">
            <a:noFill/>
          </a:ln>
        </p:spPr>
        <p:txBody>
          <a:bodyPr/>
          <a:lstStyle/>
          <a:p>
            <a:endParaRPr lang="zh-CN" altLang="en-US" sz="2000"/>
          </a:p>
        </p:txBody>
      </p:sp>
      <p:sp>
        <p:nvSpPr>
          <p:cNvPr id="317" name="action-self-tile-21">
            <a:extLst>
              <a:ext uri="{FF2B5EF4-FFF2-40B4-BE49-F238E27FC236}">
                <a16:creationId xmlns:a16="http://schemas.microsoft.com/office/drawing/2014/main" id="{096994C7-21D9-4FDF-BB6A-A1F70E89CDD7}"/>
              </a:ext>
            </a:extLst>
          </p:cNvPr>
          <p:cNvSpPr>
            <a:spLocks noGrp="1"/>
          </p:cNvSpPr>
          <p:nvPr/>
        </p:nvSpPr>
        <p:spPr>
          <a:xfrm>
            <a:off x="8747760" y="4118610"/>
            <a:ext cx="175260" cy="76200"/>
          </a:xfrm>
          <a:prstGeom prst="roundRect">
            <a:avLst>
              <a:gd name="adj" fmla="val 10000"/>
            </a:avLst>
          </a:prstGeom>
          <a:solidFill>
            <a:srgbClr val="CFDBE4"/>
          </a:solidFill>
          <a:ln w="0">
            <a:noFill/>
          </a:ln>
        </p:spPr>
        <p:txBody>
          <a:bodyPr/>
          <a:lstStyle/>
          <a:p>
            <a:endParaRPr lang="zh-CN" altLang="en-US" sz="2000"/>
          </a:p>
        </p:txBody>
      </p:sp>
      <p:sp>
        <p:nvSpPr>
          <p:cNvPr id="318" name="action-self-tile-22">
            <a:extLst>
              <a:ext uri="{FF2B5EF4-FFF2-40B4-BE49-F238E27FC236}">
                <a16:creationId xmlns:a16="http://schemas.microsoft.com/office/drawing/2014/main" id="{FFCFFDA7-BAE5-4673-9D3F-B0F18537EBA1}"/>
              </a:ext>
            </a:extLst>
          </p:cNvPr>
          <p:cNvSpPr>
            <a:spLocks noGrp="1"/>
          </p:cNvSpPr>
          <p:nvPr/>
        </p:nvSpPr>
        <p:spPr>
          <a:xfrm>
            <a:off x="8968740" y="4118610"/>
            <a:ext cx="175260" cy="76200"/>
          </a:xfrm>
          <a:prstGeom prst="roundRect">
            <a:avLst>
              <a:gd name="adj" fmla="val 10000"/>
            </a:avLst>
          </a:prstGeom>
          <a:solidFill>
            <a:srgbClr val="8FA99F"/>
          </a:solidFill>
          <a:ln w="0">
            <a:noFill/>
          </a:ln>
        </p:spPr>
        <p:txBody>
          <a:bodyPr/>
          <a:lstStyle/>
          <a:p>
            <a:endParaRPr lang="zh-CN" altLang="en-US" sz="2000"/>
          </a:p>
        </p:txBody>
      </p:sp>
      <p:sp>
        <p:nvSpPr>
          <p:cNvPr id="319" name="action-self-tile-23">
            <a:extLst>
              <a:ext uri="{FF2B5EF4-FFF2-40B4-BE49-F238E27FC236}">
                <a16:creationId xmlns:a16="http://schemas.microsoft.com/office/drawing/2014/main" id="{8382963D-640A-4C1C-AFB4-37E6A2E13C59}"/>
              </a:ext>
            </a:extLst>
          </p:cNvPr>
          <p:cNvSpPr>
            <a:spLocks noGrp="1"/>
          </p:cNvSpPr>
          <p:nvPr/>
        </p:nvSpPr>
        <p:spPr>
          <a:xfrm>
            <a:off x="9189720" y="4118610"/>
            <a:ext cx="175260" cy="76200"/>
          </a:xfrm>
          <a:prstGeom prst="roundRect">
            <a:avLst>
              <a:gd name="adj" fmla="val 10000"/>
            </a:avLst>
          </a:prstGeom>
          <a:solidFill>
            <a:srgbClr val="CFDBE4"/>
          </a:solidFill>
          <a:ln w="0">
            <a:noFill/>
          </a:ln>
        </p:spPr>
        <p:txBody>
          <a:bodyPr/>
          <a:lstStyle/>
          <a:p>
            <a:endParaRPr lang="zh-CN" altLang="en-US" sz="2000"/>
          </a:p>
        </p:txBody>
      </p:sp>
      <p:sp>
        <p:nvSpPr>
          <p:cNvPr id="320" name="action-self-read-label">
            <a:extLst>
              <a:ext uri="{FF2B5EF4-FFF2-40B4-BE49-F238E27FC236}">
                <a16:creationId xmlns:a16="http://schemas.microsoft.com/office/drawing/2014/main" id="{72953009-D9F3-482E-A4E0-14743328A243}"/>
              </a:ext>
            </a:extLst>
          </p:cNvPr>
          <p:cNvSpPr>
            <a:spLocks noGrp="1"/>
          </p:cNvSpPr>
          <p:nvPr/>
        </p:nvSpPr>
        <p:spPr>
          <a:xfrm>
            <a:off x="8473440" y="4324350"/>
            <a:ext cx="982980" cy="266700"/>
          </a:xfrm>
          <a:prstGeom prst="rect">
            <a:avLst/>
          </a:prstGeom>
          <a:noFill/>
          <a:ln w="0">
            <a:noFill/>
          </a:ln>
        </p:spPr>
        <p:txBody>
          <a:bodyPr wrap="none" lIns="0" tIns="0" rIns="0" bIns="0" anchor="ctr">
            <a:noAutofit/>
          </a:bodyPr>
          <a:lstStyle/>
          <a:p>
            <a:pPr algn="ctr">
              <a:defRPr sz="1080" i="0">
                <a:solidFill>
                  <a:srgbClr val="202B33"/>
                </a:solidFill>
                <a:latin typeface="Toppan Bunkyu Mincho Regular"/>
                <a:ea typeface="Toppan Bunkyu Mincho Regular"/>
                <a:cs typeface="Toppan Bunkyu Mincho Regular"/>
              </a:defRPr>
            </a:pPr>
            <a:r>
              <a:rPr sz="1200" b="1" i="0" dirty="0">
                <a:solidFill>
                  <a:srgbClr val="202B33"/>
                </a:solidFill>
                <a:latin typeface="Toppan Bunkyu Mincho Regular"/>
                <a:ea typeface="Toppan Bunkyu Mincho Regular"/>
                <a:cs typeface="Toppan Bunkyu Mincho Regular"/>
              </a:rPr>
              <a:t>Action context</a:t>
            </a:r>
          </a:p>
        </p:txBody>
      </p:sp>
      <p:pic>
        <p:nvPicPr>
          <p:cNvPr id="796" name="图形 795"/>
          <p:cNvPicPr>
            <a:picLocks noChangeAspect="1"/>
          </p:cNvPicPr>
          <p:nvPr/>
        </p:nvPicPr>
        <p:blipFill>
          <a:blip r:embed="rId47">
            <a:extLst>
              <a:ext uri="{96DAC541-7B7A-43D3-8B79-37D633B846F1}">
                <asvg:svgBlip xmlns:asvg="http://schemas.microsoft.com/office/drawing/2016/SVG/main" r:embed="rId48"/>
              </a:ext>
            </a:extLst>
          </a:blip>
          <a:stretch/>
        </p:blipFill>
        <p:spPr>
          <a:xfrm>
            <a:off x="7522683" y="3535966"/>
            <a:ext cx="636594" cy="167069"/>
          </a:xfrm>
          <a:prstGeom prst="rect">
            <a:avLst/>
          </a:prstGeom>
        </p:spPr>
      </p:pic>
      <p:pic>
        <p:nvPicPr>
          <p:cNvPr id="797" name="图形 796"/>
          <p:cNvPicPr>
            <a:picLocks noChangeAspect="1"/>
          </p:cNvPicPr>
          <p:nvPr/>
        </p:nvPicPr>
        <p:blipFill>
          <a:blip r:embed="rId49">
            <a:extLst>
              <a:ext uri="{96DAC541-7B7A-43D3-8B79-37D633B846F1}">
                <asvg:svgBlip xmlns:asvg="http://schemas.microsoft.com/office/drawing/2016/SVG/main" r:embed="rId50"/>
              </a:ext>
            </a:extLst>
          </a:blip>
          <a:stretch/>
        </p:blipFill>
        <p:spPr>
          <a:xfrm>
            <a:off x="8676532" y="3535966"/>
            <a:ext cx="576796" cy="167069"/>
          </a:xfrm>
          <a:prstGeom prst="rect">
            <a:avLst/>
          </a:prstGeom>
        </p:spPr>
      </p:pic>
      <p:sp>
        <p:nvSpPr>
          <p:cNvPr id="323" name="head-geometry">
            <a:extLst>
              <a:ext uri="{FF2B5EF4-FFF2-40B4-BE49-F238E27FC236}">
                <a16:creationId xmlns:a16="http://schemas.microsoft.com/office/drawing/2014/main" id="{671F9FA1-67B0-4673-8F8C-EB3937954393}"/>
              </a:ext>
            </a:extLst>
          </p:cNvPr>
          <p:cNvSpPr>
            <a:spLocks noGrp="1"/>
          </p:cNvSpPr>
          <p:nvPr/>
        </p:nvSpPr>
        <p:spPr>
          <a:xfrm>
            <a:off x="7536180" y="4727936"/>
            <a:ext cx="1943100" cy="205740"/>
          </a:xfrm>
          <a:prstGeom prst="rect">
            <a:avLst/>
          </a:prstGeom>
          <a:noFill/>
          <a:ln w="0">
            <a:noFill/>
          </a:ln>
        </p:spPr>
        <p:txBody>
          <a:bodyPr wrap="none" lIns="0" tIns="0" rIns="0" bIns="0" anchor="ctr">
            <a:noAutofit/>
          </a:bodyPr>
          <a:lstStyle/>
          <a:p>
            <a:pPr algn="ctr">
              <a:defRPr sz="1080" i="0">
                <a:solidFill>
                  <a:srgbClr val="657580"/>
                </a:solidFill>
                <a:latin typeface="Toppan Bunkyu Mincho Regular"/>
                <a:ea typeface="Toppan Bunkyu Mincho Regular"/>
                <a:cs typeface="Toppan Bunkyu Mincho Regular"/>
              </a:defRPr>
            </a:pPr>
            <a:endParaRPr sz="1600" i="0" dirty="0">
              <a:solidFill>
                <a:srgbClr val="4D0D05"/>
              </a:solidFill>
              <a:latin typeface="Toppan Bunkyu Mincho Regular"/>
              <a:ea typeface="Toppan Bunkyu Mincho Regular"/>
              <a:cs typeface="Toppan Bunkyu Mincho Regular"/>
            </a:endParaRPr>
          </a:p>
        </p:txBody>
      </p:sp>
      <p:sp>
        <p:nvSpPr>
          <p:cNvPr id="324" name="video-residual-top">
            <a:extLst>
              <a:ext uri="{FF2B5EF4-FFF2-40B4-BE49-F238E27FC236}">
                <a16:creationId xmlns:a16="http://schemas.microsoft.com/office/drawing/2014/main" id="{3F401436-ADF9-45DA-845D-492CABDC0871}"/>
              </a:ext>
            </a:extLst>
          </p:cNvPr>
          <p:cNvSpPr>
            <a:spLocks noGrp="1"/>
          </p:cNvSpPr>
          <p:nvPr/>
        </p:nvSpPr>
        <p:spPr>
          <a:xfrm>
            <a:off x="9921240" y="2503170"/>
            <a:ext cx="944880" cy="60960"/>
          </a:xfrm>
          <a:custGeom>
            <a:avLst/>
            <a:gdLst/>
            <a:ahLst/>
            <a:cxnLst/>
            <a:rect l="0" t="0" r="0" b="0"/>
            <a:pathLst>
              <a:path w="1181100" h="76200">
                <a:moveTo>
                  <a:pt x="0" y="76200"/>
                </a:moveTo>
                <a:lnTo>
                  <a:pt x="76200" y="0"/>
                </a:lnTo>
                <a:lnTo>
                  <a:pt x="1181100" y="0"/>
                </a:lnTo>
                <a:lnTo>
                  <a:pt x="1104900" y="76200"/>
                </a:lnTo>
                <a:close/>
              </a:path>
            </a:pathLst>
          </a:custGeom>
          <a:solidFill>
            <a:srgbClr val="F9FAFD"/>
          </a:solidFill>
          <a:ln w="11430">
            <a:solidFill>
              <a:srgbClr val="63788A"/>
            </a:solidFill>
          </a:ln>
        </p:spPr>
        <p:txBody>
          <a:bodyPr/>
          <a:lstStyle/>
          <a:p>
            <a:endParaRPr lang="zh-CN" altLang="en-US" sz="2000"/>
          </a:p>
        </p:txBody>
      </p:sp>
      <p:sp>
        <p:nvSpPr>
          <p:cNvPr id="325" name="video-residual-side">
            <a:extLst>
              <a:ext uri="{FF2B5EF4-FFF2-40B4-BE49-F238E27FC236}">
                <a16:creationId xmlns:a16="http://schemas.microsoft.com/office/drawing/2014/main" id="{C165F36E-BC6C-458C-97B4-24D3F4A62828}"/>
              </a:ext>
            </a:extLst>
          </p:cNvPr>
          <p:cNvSpPr>
            <a:spLocks noGrp="1"/>
          </p:cNvSpPr>
          <p:nvPr/>
        </p:nvSpPr>
        <p:spPr>
          <a:xfrm>
            <a:off x="10805160" y="2503170"/>
            <a:ext cx="60960" cy="944880"/>
          </a:xfrm>
          <a:custGeom>
            <a:avLst/>
            <a:gdLst/>
            <a:ahLst/>
            <a:cxnLst/>
            <a:rect l="0" t="0" r="0" b="0"/>
            <a:pathLst>
              <a:path w="76200" h="1181100">
                <a:moveTo>
                  <a:pt x="0" y="76200"/>
                </a:moveTo>
                <a:lnTo>
                  <a:pt x="76200" y="0"/>
                </a:lnTo>
                <a:lnTo>
                  <a:pt x="76200" y="1104900"/>
                </a:lnTo>
                <a:lnTo>
                  <a:pt x="0" y="1181100"/>
                </a:lnTo>
                <a:close/>
              </a:path>
            </a:pathLst>
          </a:custGeom>
          <a:solidFill>
            <a:srgbClr val="BDCDD9"/>
          </a:solidFill>
          <a:ln w="11430">
            <a:solidFill>
              <a:srgbClr val="63788A"/>
            </a:solidFill>
          </a:ln>
        </p:spPr>
        <p:txBody>
          <a:bodyPr/>
          <a:lstStyle/>
          <a:p>
            <a:endParaRPr lang="zh-CN" altLang="en-US" sz="2000"/>
          </a:p>
        </p:txBody>
      </p:sp>
      <p:sp>
        <p:nvSpPr>
          <p:cNvPr id="326" name="video-residual-front">
            <a:extLst>
              <a:ext uri="{FF2B5EF4-FFF2-40B4-BE49-F238E27FC236}">
                <a16:creationId xmlns:a16="http://schemas.microsoft.com/office/drawing/2014/main" id="{3F8A0A96-B073-44B4-8685-5A426C662762}"/>
              </a:ext>
            </a:extLst>
          </p:cNvPr>
          <p:cNvSpPr>
            <a:spLocks noGrp="1"/>
          </p:cNvSpPr>
          <p:nvPr/>
        </p:nvSpPr>
        <p:spPr>
          <a:xfrm>
            <a:off x="9921240" y="2564130"/>
            <a:ext cx="883920" cy="883920"/>
          </a:xfrm>
          <a:prstGeom prst="rect">
            <a:avLst/>
          </a:prstGeom>
          <a:solidFill>
            <a:srgbClr val="DCE6EE"/>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327" name="video-residuallanguage0">
            <a:extLst>
              <a:ext uri="{FF2B5EF4-FFF2-40B4-BE49-F238E27FC236}">
                <a16:creationId xmlns:a16="http://schemas.microsoft.com/office/drawing/2014/main" id="{9AB3A407-A803-4478-A71B-6482C53C7B1E}"/>
              </a:ext>
            </a:extLst>
          </p:cNvPr>
          <p:cNvSpPr>
            <a:spLocks noGrp="1"/>
          </p:cNvSpPr>
          <p:nvPr/>
        </p:nvSpPr>
        <p:spPr>
          <a:xfrm>
            <a:off x="10058400" y="2632710"/>
            <a:ext cx="99060" cy="76200"/>
          </a:xfrm>
          <a:prstGeom prst="roundRect">
            <a:avLst>
              <a:gd name="adj" fmla="val 20000"/>
            </a:avLst>
          </a:prstGeom>
          <a:solidFill>
            <a:srgbClr val="F7F4EA"/>
          </a:solidFill>
          <a:ln w="5334">
            <a:solidFill>
              <a:srgbClr val="9DABAE"/>
            </a:solidFill>
          </a:ln>
        </p:spPr>
        <p:txBody>
          <a:bodyPr/>
          <a:lstStyle/>
          <a:p>
            <a:endParaRPr lang="zh-CN" altLang="en-US" sz="2000"/>
          </a:p>
        </p:txBody>
      </p:sp>
      <p:sp>
        <p:nvSpPr>
          <p:cNvPr id="328" name="video-residuallanguageglyph0">
            <a:extLst>
              <a:ext uri="{FF2B5EF4-FFF2-40B4-BE49-F238E27FC236}">
                <a16:creationId xmlns:a16="http://schemas.microsoft.com/office/drawing/2014/main" id="{7800272B-764E-4866-99DA-FC0611D415FD}"/>
              </a:ext>
            </a:extLst>
          </p:cNvPr>
          <p:cNvSpPr>
            <a:spLocks noGrp="1"/>
          </p:cNvSpPr>
          <p:nvPr/>
        </p:nvSpPr>
        <p:spPr>
          <a:xfrm>
            <a:off x="10081260" y="2670810"/>
            <a:ext cx="53340" cy="0"/>
          </a:xfrm>
          <a:prstGeom prst="line">
            <a:avLst/>
          </a:prstGeom>
          <a:noFill/>
          <a:ln w="5334">
            <a:solidFill>
              <a:srgbClr val="9AA1A1"/>
            </a:solidFill>
          </a:ln>
        </p:spPr>
        <p:txBody>
          <a:bodyPr/>
          <a:lstStyle/>
          <a:p>
            <a:endParaRPr lang="zh-CN" altLang="en-US" sz="2000"/>
          </a:p>
        </p:txBody>
      </p:sp>
      <p:sp>
        <p:nvSpPr>
          <p:cNvPr id="329" name="video-residuallanguage1">
            <a:extLst>
              <a:ext uri="{FF2B5EF4-FFF2-40B4-BE49-F238E27FC236}">
                <a16:creationId xmlns:a16="http://schemas.microsoft.com/office/drawing/2014/main" id="{A7866027-7FAD-492A-887F-BF7C4D82C461}"/>
              </a:ext>
            </a:extLst>
          </p:cNvPr>
          <p:cNvSpPr>
            <a:spLocks noGrp="1"/>
          </p:cNvSpPr>
          <p:nvPr/>
        </p:nvSpPr>
        <p:spPr>
          <a:xfrm>
            <a:off x="10187940" y="2632710"/>
            <a:ext cx="99060" cy="76200"/>
          </a:xfrm>
          <a:prstGeom prst="roundRect">
            <a:avLst>
              <a:gd name="adj" fmla="val 20000"/>
            </a:avLst>
          </a:prstGeom>
          <a:solidFill>
            <a:srgbClr val="F7F4EA"/>
          </a:solidFill>
          <a:ln w="5334">
            <a:solidFill>
              <a:srgbClr val="9DABAE"/>
            </a:solidFill>
          </a:ln>
        </p:spPr>
        <p:txBody>
          <a:bodyPr/>
          <a:lstStyle/>
          <a:p>
            <a:endParaRPr lang="zh-CN" altLang="en-US" sz="2000"/>
          </a:p>
        </p:txBody>
      </p:sp>
      <p:sp>
        <p:nvSpPr>
          <p:cNvPr id="330" name="video-residuallanguageglyph1">
            <a:extLst>
              <a:ext uri="{FF2B5EF4-FFF2-40B4-BE49-F238E27FC236}">
                <a16:creationId xmlns:a16="http://schemas.microsoft.com/office/drawing/2014/main" id="{4AA34F87-028C-4D30-A836-0D4790B93D05}"/>
              </a:ext>
            </a:extLst>
          </p:cNvPr>
          <p:cNvSpPr>
            <a:spLocks noGrp="1"/>
          </p:cNvSpPr>
          <p:nvPr/>
        </p:nvSpPr>
        <p:spPr>
          <a:xfrm>
            <a:off x="10210800" y="2670810"/>
            <a:ext cx="53340" cy="0"/>
          </a:xfrm>
          <a:prstGeom prst="line">
            <a:avLst/>
          </a:prstGeom>
          <a:noFill/>
          <a:ln w="5334">
            <a:solidFill>
              <a:srgbClr val="9AA1A1"/>
            </a:solidFill>
          </a:ln>
        </p:spPr>
        <p:txBody>
          <a:bodyPr/>
          <a:lstStyle/>
          <a:p>
            <a:endParaRPr lang="zh-CN" altLang="en-US" sz="2000"/>
          </a:p>
        </p:txBody>
      </p:sp>
      <p:sp>
        <p:nvSpPr>
          <p:cNvPr id="331" name="video-residuallanguage2">
            <a:extLst>
              <a:ext uri="{FF2B5EF4-FFF2-40B4-BE49-F238E27FC236}">
                <a16:creationId xmlns:a16="http://schemas.microsoft.com/office/drawing/2014/main" id="{B29A65CF-D70D-4DCF-80E7-0C27A8041A16}"/>
              </a:ext>
            </a:extLst>
          </p:cNvPr>
          <p:cNvSpPr>
            <a:spLocks noGrp="1"/>
          </p:cNvSpPr>
          <p:nvPr/>
        </p:nvSpPr>
        <p:spPr>
          <a:xfrm>
            <a:off x="10317480" y="2632710"/>
            <a:ext cx="99060" cy="76200"/>
          </a:xfrm>
          <a:prstGeom prst="roundRect">
            <a:avLst>
              <a:gd name="adj" fmla="val 20000"/>
            </a:avLst>
          </a:prstGeom>
          <a:solidFill>
            <a:srgbClr val="F7F4EA"/>
          </a:solidFill>
          <a:ln w="5334">
            <a:solidFill>
              <a:srgbClr val="9DABAE"/>
            </a:solidFill>
          </a:ln>
        </p:spPr>
        <p:txBody>
          <a:bodyPr/>
          <a:lstStyle/>
          <a:p>
            <a:endParaRPr lang="zh-CN" altLang="en-US" sz="2000"/>
          </a:p>
        </p:txBody>
      </p:sp>
      <p:sp>
        <p:nvSpPr>
          <p:cNvPr id="332" name="video-residuallanguageglyph2">
            <a:extLst>
              <a:ext uri="{FF2B5EF4-FFF2-40B4-BE49-F238E27FC236}">
                <a16:creationId xmlns:a16="http://schemas.microsoft.com/office/drawing/2014/main" id="{11AC6D13-EF8F-4CCE-8B03-0CA026B3FA75}"/>
              </a:ext>
            </a:extLst>
          </p:cNvPr>
          <p:cNvSpPr>
            <a:spLocks noGrp="1"/>
          </p:cNvSpPr>
          <p:nvPr/>
        </p:nvSpPr>
        <p:spPr>
          <a:xfrm>
            <a:off x="10340340" y="2670810"/>
            <a:ext cx="53340" cy="0"/>
          </a:xfrm>
          <a:prstGeom prst="line">
            <a:avLst/>
          </a:prstGeom>
          <a:noFill/>
          <a:ln w="5334">
            <a:solidFill>
              <a:srgbClr val="9AA1A1"/>
            </a:solidFill>
          </a:ln>
        </p:spPr>
        <p:txBody>
          <a:bodyPr/>
          <a:lstStyle/>
          <a:p>
            <a:endParaRPr lang="zh-CN" altLang="en-US" sz="2000"/>
          </a:p>
        </p:txBody>
      </p:sp>
      <p:sp>
        <p:nvSpPr>
          <p:cNvPr id="333" name="video-residuallanguage3">
            <a:extLst>
              <a:ext uri="{FF2B5EF4-FFF2-40B4-BE49-F238E27FC236}">
                <a16:creationId xmlns:a16="http://schemas.microsoft.com/office/drawing/2014/main" id="{EBDEDB88-8660-4B7A-8F52-C8FC1C549CD2}"/>
              </a:ext>
            </a:extLst>
          </p:cNvPr>
          <p:cNvSpPr>
            <a:spLocks noGrp="1"/>
          </p:cNvSpPr>
          <p:nvPr/>
        </p:nvSpPr>
        <p:spPr>
          <a:xfrm>
            <a:off x="10447020" y="2632710"/>
            <a:ext cx="99060" cy="76200"/>
          </a:xfrm>
          <a:prstGeom prst="roundRect">
            <a:avLst>
              <a:gd name="adj" fmla="val 20000"/>
            </a:avLst>
          </a:prstGeom>
          <a:solidFill>
            <a:srgbClr val="F7F4EA"/>
          </a:solidFill>
          <a:ln w="5334">
            <a:solidFill>
              <a:srgbClr val="9DABAE"/>
            </a:solidFill>
          </a:ln>
        </p:spPr>
        <p:txBody>
          <a:bodyPr/>
          <a:lstStyle/>
          <a:p>
            <a:endParaRPr lang="zh-CN" altLang="en-US" sz="2000"/>
          </a:p>
        </p:txBody>
      </p:sp>
      <p:sp>
        <p:nvSpPr>
          <p:cNvPr id="334" name="video-residuallanguageglyph3">
            <a:extLst>
              <a:ext uri="{FF2B5EF4-FFF2-40B4-BE49-F238E27FC236}">
                <a16:creationId xmlns:a16="http://schemas.microsoft.com/office/drawing/2014/main" id="{B29EF882-7939-4DEC-A225-AD60C15F28DB}"/>
              </a:ext>
            </a:extLst>
          </p:cNvPr>
          <p:cNvSpPr>
            <a:spLocks noGrp="1"/>
          </p:cNvSpPr>
          <p:nvPr/>
        </p:nvSpPr>
        <p:spPr>
          <a:xfrm>
            <a:off x="10469880" y="2670810"/>
            <a:ext cx="53340" cy="0"/>
          </a:xfrm>
          <a:prstGeom prst="line">
            <a:avLst/>
          </a:prstGeom>
          <a:noFill/>
          <a:ln w="5334">
            <a:solidFill>
              <a:srgbClr val="9AA1A1"/>
            </a:solidFill>
          </a:ln>
        </p:spPr>
        <p:txBody>
          <a:bodyPr/>
          <a:lstStyle/>
          <a:p>
            <a:endParaRPr lang="zh-CN" altLang="en-US" sz="2000"/>
          </a:p>
        </p:txBody>
      </p:sp>
      <p:pic>
        <p:nvPicPr>
          <p:cNvPr id="810" name="图形 809"/>
          <p:cNvPicPr>
            <a:picLocks noChangeAspect="1"/>
          </p:cNvPicPr>
          <p:nvPr/>
        </p:nvPicPr>
        <p:blipFill>
          <a:blip r:embed="rId51">
            <a:extLst>
              <a:ext uri="{96DAC541-7B7A-43D3-8B79-37D633B846F1}">
                <asvg:svgBlip xmlns:asvg="http://schemas.microsoft.com/office/drawing/2016/SVG/main" r:embed="rId52"/>
              </a:ext>
            </a:extLst>
          </a:blip>
          <a:stretch/>
        </p:blipFill>
        <p:spPr>
          <a:xfrm>
            <a:off x="10639402" y="2624900"/>
            <a:ext cx="57196" cy="99441"/>
          </a:xfrm>
          <a:prstGeom prst="rect">
            <a:avLst/>
          </a:prstGeom>
        </p:spPr>
      </p:pic>
      <p:sp>
        <p:nvSpPr>
          <p:cNvPr id="336" name="video-residual-text">
            <a:extLst>
              <a:ext uri="{FF2B5EF4-FFF2-40B4-BE49-F238E27FC236}">
                <a16:creationId xmlns:a16="http://schemas.microsoft.com/office/drawing/2014/main" id="{BE907F20-AE59-44EF-9D4F-A266030C35D8}"/>
              </a:ext>
            </a:extLst>
          </p:cNvPr>
          <p:cNvSpPr>
            <a:spLocks noGrp="1"/>
          </p:cNvSpPr>
          <p:nvPr/>
        </p:nvSpPr>
        <p:spPr>
          <a:xfrm>
            <a:off x="9944100" y="2769870"/>
            <a:ext cx="838200" cy="655320"/>
          </a:xfrm>
          <a:prstGeom prst="rect">
            <a:avLst/>
          </a:prstGeom>
          <a:noFill/>
          <a:ln w="0">
            <a:noFill/>
          </a:ln>
        </p:spPr>
        <p:txBody>
          <a:bodyPr wrap="none" lIns="0" tIns="0" rIns="0" bIns="0" anchor="ctr">
            <a:noAutofit/>
          </a:bodyPr>
          <a:lstStyle/>
          <a:p>
            <a:pPr algn="ctr">
              <a:defRPr sz="1200" i="0">
                <a:solidFill>
                  <a:srgbClr val="202B33"/>
                </a:solidFill>
                <a:latin typeface="Toppan Bunkyu Mincho Regular"/>
                <a:ea typeface="Toppan Bunkyu Mincho Regular"/>
                <a:cs typeface="Toppan Bunkyu Mincho Regular"/>
              </a:defRPr>
            </a:pPr>
            <a:r>
              <a:rPr sz="1400" i="0">
                <a:solidFill>
                  <a:srgbClr val="202B33"/>
                </a:solidFill>
                <a:latin typeface="Toppan Bunkyu Mincho Regular"/>
                <a:ea typeface="Toppan Bunkyu Mincho Regular"/>
                <a:cs typeface="Toppan Bunkyu Mincho Regular"/>
              </a:rPr>
              <a:t>Residual</a:t>
            </a:r>
          </a:p>
          <a:p>
            <a:pPr algn="ctr">
              <a:defRPr sz="1200" i="0">
                <a:solidFill>
                  <a:srgbClr val="202B33"/>
                </a:solidFill>
                <a:latin typeface="Toppan Bunkyu Mincho Regular"/>
                <a:ea typeface="Toppan Bunkyu Mincho Regular"/>
                <a:cs typeface="Toppan Bunkyu Mincho Regular"/>
              </a:defRPr>
            </a:pPr>
            <a:r>
              <a:rPr sz="1400" i="0">
                <a:solidFill>
                  <a:srgbClr val="202B33"/>
                </a:solidFill>
                <a:latin typeface="Toppan Bunkyu Mincho Regular"/>
                <a:ea typeface="Toppan Bunkyu Mincho Regular"/>
                <a:cs typeface="Toppan Bunkyu Mincho Regular"/>
              </a:rPr>
              <a:t>Text Attn</a:t>
            </a:r>
          </a:p>
          <a:p>
            <a:pPr algn="ctr">
              <a:defRPr sz="1200" i="0">
                <a:solidFill>
                  <a:srgbClr val="202B33"/>
                </a:solidFill>
                <a:latin typeface="Toppan Bunkyu Mincho Regular"/>
                <a:ea typeface="Toppan Bunkyu Mincho Regular"/>
                <a:cs typeface="Toppan Bunkyu Mincho Regular"/>
              </a:defRPr>
            </a:pPr>
            <a:r>
              <a:rPr sz="1400" i="0">
                <a:solidFill>
                  <a:srgbClr val="202B33"/>
                </a:solidFill>
                <a:latin typeface="Toppan Bunkyu Mincho Regular"/>
                <a:ea typeface="Toppan Bunkyu Mincho Regular"/>
                <a:cs typeface="Toppan Bunkyu Mincho Regular"/>
              </a:rPr>
              <a:t>FFN</a:t>
            </a:r>
          </a:p>
        </p:txBody>
      </p:sp>
      <p:sp>
        <p:nvSpPr>
          <p:cNvPr id="337" name="action-residual-top">
            <a:extLst>
              <a:ext uri="{FF2B5EF4-FFF2-40B4-BE49-F238E27FC236}">
                <a16:creationId xmlns:a16="http://schemas.microsoft.com/office/drawing/2014/main" id="{BAD13EE6-90A0-4D26-95F2-DEC952805252}"/>
              </a:ext>
            </a:extLst>
          </p:cNvPr>
          <p:cNvSpPr>
            <a:spLocks noGrp="1"/>
          </p:cNvSpPr>
          <p:nvPr/>
        </p:nvSpPr>
        <p:spPr>
          <a:xfrm>
            <a:off x="9921240" y="3722370"/>
            <a:ext cx="944880" cy="60960"/>
          </a:xfrm>
          <a:custGeom>
            <a:avLst/>
            <a:gdLst/>
            <a:ahLst/>
            <a:cxnLst/>
            <a:rect l="0" t="0" r="0" b="0"/>
            <a:pathLst>
              <a:path w="1181100" h="76200">
                <a:moveTo>
                  <a:pt x="0" y="76200"/>
                </a:moveTo>
                <a:lnTo>
                  <a:pt x="76200" y="0"/>
                </a:lnTo>
                <a:lnTo>
                  <a:pt x="1181100" y="0"/>
                </a:lnTo>
                <a:lnTo>
                  <a:pt x="1104900" y="76200"/>
                </a:lnTo>
                <a:close/>
              </a:path>
            </a:pathLst>
          </a:custGeom>
          <a:solidFill>
            <a:srgbClr val="F9FAFD"/>
          </a:solidFill>
          <a:ln w="11430">
            <a:solidFill>
              <a:srgbClr val="63788A"/>
            </a:solidFill>
          </a:ln>
        </p:spPr>
        <p:txBody>
          <a:bodyPr/>
          <a:lstStyle/>
          <a:p>
            <a:endParaRPr lang="zh-CN" altLang="en-US" sz="2000"/>
          </a:p>
        </p:txBody>
      </p:sp>
      <p:sp>
        <p:nvSpPr>
          <p:cNvPr id="338" name="action-residual-side">
            <a:extLst>
              <a:ext uri="{FF2B5EF4-FFF2-40B4-BE49-F238E27FC236}">
                <a16:creationId xmlns:a16="http://schemas.microsoft.com/office/drawing/2014/main" id="{09C5666C-6B30-47CA-A3BD-D74AFD6238E2}"/>
              </a:ext>
            </a:extLst>
          </p:cNvPr>
          <p:cNvSpPr>
            <a:spLocks noGrp="1"/>
          </p:cNvSpPr>
          <p:nvPr/>
        </p:nvSpPr>
        <p:spPr>
          <a:xfrm>
            <a:off x="10805160" y="3722370"/>
            <a:ext cx="60960" cy="944880"/>
          </a:xfrm>
          <a:custGeom>
            <a:avLst/>
            <a:gdLst/>
            <a:ahLst/>
            <a:cxnLst/>
            <a:rect l="0" t="0" r="0" b="0"/>
            <a:pathLst>
              <a:path w="76200" h="1181100">
                <a:moveTo>
                  <a:pt x="0" y="76200"/>
                </a:moveTo>
                <a:lnTo>
                  <a:pt x="76200" y="0"/>
                </a:lnTo>
                <a:lnTo>
                  <a:pt x="76200" y="1104900"/>
                </a:lnTo>
                <a:lnTo>
                  <a:pt x="0" y="1181100"/>
                </a:lnTo>
                <a:close/>
              </a:path>
            </a:pathLst>
          </a:custGeom>
          <a:solidFill>
            <a:srgbClr val="BDCDD9"/>
          </a:solidFill>
          <a:ln w="11430">
            <a:solidFill>
              <a:srgbClr val="63788A"/>
            </a:solidFill>
          </a:ln>
        </p:spPr>
        <p:txBody>
          <a:bodyPr/>
          <a:lstStyle/>
          <a:p>
            <a:endParaRPr lang="zh-CN" altLang="en-US" sz="2000"/>
          </a:p>
        </p:txBody>
      </p:sp>
      <p:sp>
        <p:nvSpPr>
          <p:cNvPr id="339" name="action-residual-front">
            <a:extLst>
              <a:ext uri="{FF2B5EF4-FFF2-40B4-BE49-F238E27FC236}">
                <a16:creationId xmlns:a16="http://schemas.microsoft.com/office/drawing/2014/main" id="{DA6400AE-DEB7-44AC-91D1-71C886F07841}"/>
              </a:ext>
            </a:extLst>
          </p:cNvPr>
          <p:cNvSpPr>
            <a:spLocks noGrp="1"/>
          </p:cNvSpPr>
          <p:nvPr/>
        </p:nvSpPr>
        <p:spPr>
          <a:xfrm>
            <a:off x="9921240" y="3783330"/>
            <a:ext cx="883920" cy="883920"/>
          </a:xfrm>
          <a:prstGeom prst="rect">
            <a:avLst/>
          </a:prstGeom>
          <a:solidFill>
            <a:srgbClr val="DCE6EE"/>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340" name="action-residuallanguage0">
            <a:extLst>
              <a:ext uri="{FF2B5EF4-FFF2-40B4-BE49-F238E27FC236}">
                <a16:creationId xmlns:a16="http://schemas.microsoft.com/office/drawing/2014/main" id="{5EF217CF-1F7E-44E4-A972-9306ECD88A1E}"/>
              </a:ext>
            </a:extLst>
          </p:cNvPr>
          <p:cNvSpPr>
            <a:spLocks noGrp="1"/>
          </p:cNvSpPr>
          <p:nvPr/>
        </p:nvSpPr>
        <p:spPr>
          <a:xfrm>
            <a:off x="10058400" y="3851910"/>
            <a:ext cx="99060" cy="76200"/>
          </a:xfrm>
          <a:prstGeom prst="roundRect">
            <a:avLst>
              <a:gd name="adj" fmla="val 20000"/>
            </a:avLst>
          </a:prstGeom>
          <a:solidFill>
            <a:srgbClr val="F7F4EA"/>
          </a:solidFill>
          <a:ln w="5334">
            <a:solidFill>
              <a:srgbClr val="9DABAE"/>
            </a:solidFill>
          </a:ln>
        </p:spPr>
        <p:txBody>
          <a:bodyPr/>
          <a:lstStyle/>
          <a:p>
            <a:endParaRPr lang="zh-CN" altLang="en-US" sz="2000"/>
          </a:p>
        </p:txBody>
      </p:sp>
      <p:sp>
        <p:nvSpPr>
          <p:cNvPr id="341" name="action-residuallanguageglyph0">
            <a:extLst>
              <a:ext uri="{FF2B5EF4-FFF2-40B4-BE49-F238E27FC236}">
                <a16:creationId xmlns:a16="http://schemas.microsoft.com/office/drawing/2014/main" id="{1A289141-AA7F-4F5D-8E51-1E982B0FA652}"/>
              </a:ext>
            </a:extLst>
          </p:cNvPr>
          <p:cNvSpPr>
            <a:spLocks noGrp="1"/>
          </p:cNvSpPr>
          <p:nvPr/>
        </p:nvSpPr>
        <p:spPr>
          <a:xfrm>
            <a:off x="10081260" y="3890010"/>
            <a:ext cx="53340" cy="0"/>
          </a:xfrm>
          <a:prstGeom prst="line">
            <a:avLst/>
          </a:prstGeom>
          <a:noFill/>
          <a:ln w="5334">
            <a:solidFill>
              <a:srgbClr val="9AA1A1"/>
            </a:solidFill>
          </a:ln>
        </p:spPr>
        <p:txBody>
          <a:bodyPr/>
          <a:lstStyle/>
          <a:p>
            <a:endParaRPr lang="zh-CN" altLang="en-US" sz="2000"/>
          </a:p>
        </p:txBody>
      </p:sp>
      <p:sp>
        <p:nvSpPr>
          <p:cNvPr id="342" name="action-residuallanguage1">
            <a:extLst>
              <a:ext uri="{FF2B5EF4-FFF2-40B4-BE49-F238E27FC236}">
                <a16:creationId xmlns:a16="http://schemas.microsoft.com/office/drawing/2014/main" id="{DDA177B1-E98C-4962-9F7E-8B3DAC2CDA9B}"/>
              </a:ext>
            </a:extLst>
          </p:cNvPr>
          <p:cNvSpPr>
            <a:spLocks noGrp="1"/>
          </p:cNvSpPr>
          <p:nvPr/>
        </p:nvSpPr>
        <p:spPr>
          <a:xfrm>
            <a:off x="10187940" y="3851910"/>
            <a:ext cx="99060" cy="76200"/>
          </a:xfrm>
          <a:prstGeom prst="roundRect">
            <a:avLst>
              <a:gd name="adj" fmla="val 20000"/>
            </a:avLst>
          </a:prstGeom>
          <a:solidFill>
            <a:srgbClr val="F7F4EA"/>
          </a:solidFill>
          <a:ln w="5334">
            <a:solidFill>
              <a:srgbClr val="9DABAE"/>
            </a:solidFill>
          </a:ln>
        </p:spPr>
        <p:txBody>
          <a:bodyPr/>
          <a:lstStyle/>
          <a:p>
            <a:endParaRPr lang="zh-CN" altLang="en-US" sz="2000"/>
          </a:p>
        </p:txBody>
      </p:sp>
      <p:sp>
        <p:nvSpPr>
          <p:cNvPr id="343" name="action-residuallanguageglyph1">
            <a:extLst>
              <a:ext uri="{FF2B5EF4-FFF2-40B4-BE49-F238E27FC236}">
                <a16:creationId xmlns:a16="http://schemas.microsoft.com/office/drawing/2014/main" id="{C0DE5AD7-7F97-4096-A040-39DD6F999417}"/>
              </a:ext>
            </a:extLst>
          </p:cNvPr>
          <p:cNvSpPr>
            <a:spLocks noGrp="1"/>
          </p:cNvSpPr>
          <p:nvPr/>
        </p:nvSpPr>
        <p:spPr>
          <a:xfrm>
            <a:off x="10210800" y="3890010"/>
            <a:ext cx="53340" cy="0"/>
          </a:xfrm>
          <a:prstGeom prst="line">
            <a:avLst/>
          </a:prstGeom>
          <a:noFill/>
          <a:ln w="5334">
            <a:solidFill>
              <a:srgbClr val="9AA1A1"/>
            </a:solidFill>
          </a:ln>
        </p:spPr>
        <p:txBody>
          <a:bodyPr/>
          <a:lstStyle/>
          <a:p>
            <a:endParaRPr lang="zh-CN" altLang="en-US" sz="2000"/>
          </a:p>
        </p:txBody>
      </p:sp>
      <p:sp>
        <p:nvSpPr>
          <p:cNvPr id="344" name="action-residuallanguage2">
            <a:extLst>
              <a:ext uri="{FF2B5EF4-FFF2-40B4-BE49-F238E27FC236}">
                <a16:creationId xmlns:a16="http://schemas.microsoft.com/office/drawing/2014/main" id="{B2DD0F8A-6CE0-4C0B-83FD-682DC4B86DE4}"/>
              </a:ext>
            </a:extLst>
          </p:cNvPr>
          <p:cNvSpPr>
            <a:spLocks noGrp="1"/>
          </p:cNvSpPr>
          <p:nvPr/>
        </p:nvSpPr>
        <p:spPr>
          <a:xfrm>
            <a:off x="10317480" y="3851910"/>
            <a:ext cx="99060" cy="76200"/>
          </a:xfrm>
          <a:prstGeom prst="roundRect">
            <a:avLst>
              <a:gd name="adj" fmla="val 20000"/>
            </a:avLst>
          </a:prstGeom>
          <a:solidFill>
            <a:srgbClr val="F7F4EA"/>
          </a:solidFill>
          <a:ln w="5334">
            <a:solidFill>
              <a:srgbClr val="9DABAE"/>
            </a:solidFill>
          </a:ln>
        </p:spPr>
        <p:txBody>
          <a:bodyPr/>
          <a:lstStyle/>
          <a:p>
            <a:endParaRPr lang="zh-CN" altLang="en-US" sz="2000"/>
          </a:p>
        </p:txBody>
      </p:sp>
      <p:sp>
        <p:nvSpPr>
          <p:cNvPr id="345" name="action-residuallanguageglyph2">
            <a:extLst>
              <a:ext uri="{FF2B5EF4-FFF2-40B4-BE49-F238E27FC236}">
                <a16:creationId xmlns:a16="http://schemas.microsoft.com/office/drawing/2014/main" id="{1AE51CFD-824D-477E-BFBD-7F64843FCDD5}"/>
              </a:ext>
            </a:extLst>
          </p:cNvPr>
          <p:cNvSpPr>
            <a:spLocks noGrp="1"/>
          </p:cNvSpPr>
          <p:nvPr/>
        </p:nvSpPr>
        <p:spPr>
          <a:xfrm>
            <a:off x="10340340" y="3890010"/>
            <a:ext cx="53340" cy="0"/>
          </a:xfrm>
          <a:prstGeom prst="line">
            <a:avLst/>
          </a:prstGeom>
          <a:noFill/>
          <a:ln w="5334">
            <a:solidFill>
              <a:srgbClr val="9AA1A1"/>
            </a:solidFill>
          </a:ln>
        </p:spPr>
        <p:txBody>
          <a:bodyPr/>
          <a:lstStyle/>
          <a:p>
            <a:endParaRPr lang="zh-CN" altLang="en-US" sz="2000"/>
          </a:p>
        </p:txBody>
      </p:sp>
      <p:sp>
        <p:nvSpPr>
          <p:cNvPr id="346" name="action-residuallanguage3">
            <a:extLst>
              <a:ext uri="{FF2B5EF4-FFF2-40B4-BE49-F238E27FC236}">
                <a16:creationId xmlns:a16="http://schemas.microsoft.com/office/drawing/2014/main" id="{EAD78BC9-B530-4B9C-A25C-0F2BFB2764E0}"/>
              </a:ext>
            </a:extLst>
          </p:cNvPr>
          <p:cNvSpPr>
            <a:spLocks noGrp="1"/>
          </p:cNvSpPr>
          <p:nvPr/>
        </p:nvSpPr>
        <p:spPr>
          <a:xfrm>
            <a:off x="10447020" y="3851910"/>
            <a:ext cx="99060" cy="76200"/>
          </a:xfrm>
          <a:prstGeom prst="roundRect">
            <a:avLst>
              <a:gd name="adj" fmla="val 20000"/>
            </a:avLst>
          </a:prstGeom>
          <a:solidFill>
            <a:srgbClr val="F7F4EA"/>
          </a:solidFill>
          <a:ln w="5334">
            <a:solidFill>
              <a:srgbClr val="9DABAE"/>
            </a:solidFill>
          </a:ln>
        </p:spPr>
        <p:txBody>
          <a:bodyPr/>
          <a:lstStyle/>
          <a:p>
            <a:endParaRPr lang="zh-CN" altLang="en-US" sz="2000"/>
          </a:p>
        </p:txBody>
      </p:sp>
      <p:sp>
        <p:nvSpPr>
          <p:cNvPr id="347" name="action-residuallanguageglyph3">
            <a:extLst>
              <a:ext uri="{FF2B5EF4-FFF2-40B4-BE49-F238E27FC236}">
                <a16:creationId xmlns:a16="http://schemas.microsoft.com/office/drawing/2014/main" id="{A465BDA0-1915-4D6C-89F7-03136BEEA6D5}"/>
              </a:ext>
            </a:extLst>
          </p:cNvPr>
          <p:cNvSpPr>
            <a:spLocks noGrp="1"/>
          </p:cNvSpPr>
          <p:nvPr/>
        </p:nvSpPr>
        <p:spPr>
          <a:xfrm>
            <a:off x="10469880" y="3890010"/>
            <a:ext cx="53340" cy="0"/>
          </a:xfrm>
          <a:prstGeom prst="line">
            <a:avLst/>
          </a:prstGeom>
          <a:noFill/>
          <a:ln w="5334">
            <a:solidFill>
              <a:srgbClr val="9AA1A1"/>
            </a:solidFill>
          </a:ln>
        </p:spPr>
        <p:txBody>
          <a:bodyPr/>
          <a:lstStyle/>
          <a:p>
            <a:endParaRPr lang="zh-CN" altLang="en-US" sz="2000"/>
          </a:p>
        </p:txBody>
      </p:sp>
      <p:pic>
        <p:nvPicPr>
          <p:cNvPr id="823" name="图形 822"/>
          <p:cNvPicPr>
            <a:picLocks noChangeAspect="1"/>
          </p:cNvPicPr>
          <p:nvPr/>
        </p:nvPicPr>
        <p:blipFill>
          <a:blip r:embed="rId51">
            <a:extLst>
              <a:ext uri="{96DAC541-7B7A-43D3-8B79-37D633B846F1}">
                <asvg:svgBlip xmlns:asvg="http://schemas.microsoft.com/office/drawing/2016/SVG/main" r:embed="rId52"/>
              </a:ext>
            </a:extLst>
          </a:blip>
          <a:stretch/>
        </p:blipFill>
        <p:spPr>
          <a:xfrm>
            <a:off x="10639402" y="3844100"/>
            <a:ext cx="57196" cy="99441"/>
          </a:xfrm>
          <a:prstGeom prst="rect">
            <a:avLst/>
          </a:prstGeom>
        </p:spPr>
      </p:pic>
      <p:sp>
        <p:nvSpPr>
          <p:cNvPr id="349" name="action-residual-text">
            <a:extLst>
              <a:ext uri="{FF2B5EF4-FFF2-40B4-BE49-F238E27FC236}">
                <a16:creationId xmlns:a16="http://schemas.microsoft.com/office/drawing/2014/main" id="{C6568A6C-B178-489D-9BFE-FB1642E093B4}"/>
              </a:ext>
            </a:extLst>
          </p:cNvPr>
          <p:cNvSpPr>
            <a:spLocks noGrp="1"/>
          </p:cNvSpPr>
          <p:nvPr/>
        </p:nvSpPr>
        <p:spPr>
          <a:xfrm>
            <a:off x="9944100" y="3989070"/>
            <a:ext cx="838200" cy="655320"/>
          </a:xfrm>
          <a:prstGeom prst="rect">
            <a:avLst/>
          </a:prstGeom>
          <a:noFill/>
          <a:ln w="0">
            <a:noFill/>
          </a:ln>
        </p:spPr>
        <p:txBody>
          <a:bodyPr wrap="none" lIns="0" tIns="0" rIns="0" bIns="0" anchor="ctr">
            <a:noAutofit/>
          </a:bodyPr>
          <a:lstStyle/>
          <a:p>
            <a:pPr algn="ctr">
              <a:defRPr sz="1200" i="0">
                <a:solidFill>
                  <a:srgbClr val="202B33"/>
                </a:solidFill>
                <a:latin typeface="Toppan Bunkyu Mincho Regular"/>
                <a:ea typeface="Toppan Bunkyu Mincho Regular"/>
                <a:cs typeface="Toppan Bunkyu Mincho Regular"/>
              </a:defRPr>
            </a:pPr>
            <a:r>
              <a:rPr sz="1400" i="0">
                <a:solidFill>
                  <a:srgbClr val="202B33"/>
                </a:solidFill>
                <a:latin typeface="Toppan Bunkyu Mincho Regular"/>
                <a:ea typeface="Toppan Bunkyu Mincho Regular"/>
                <a:cs typeface="Toppan Bunkyu Mincho Regular"/>
              </a:rPr>
              <a:t>Residual</a:t>
            </a:r>
          </a:p>
          <a:p>
            <a:pPr algn="ctr">
              <a:defRPr sz="1200" i="0">
                <a:solidFill>
                  <a:srgbClr val="202B33"/>
                </a:solidFill>
                <a:latin typeface="Toppan Bunkyu Mincho Regular"/>
                <a:ea typeface="Toppan Bunkyu Mincho Regular"/>
                <a:cs typeface="Toppan Bunkyu Mincho Regular"/>
              </a:defRPr>
            </a:pPr>
            <a:r>
              <a:rPr sz="1400" i="0">
                <a:solidFill>
                  <a:srgbClr val="202B33"/>
                </a:solidFill>
                <a:latin typeface="Toppan Bunkyu Mincho Regular"/>
                <a:ea typeface="Toppan Bunkyu Mincho Regular"/>
                <a:cs typeface="Toppan Bunkyu Mincho Regular"/>
              </a:rPr>
              <a:t>Text Attn</a:t>
            </a:r>
          </a:p>
          <a:p>
            <a:pPr algn="ctr">
              <a:defRPr sz="1200" i="0">
                <a:solidFill>
                  <a:srgbClr val="202B33"/>
                </a:solidFill>
                <a:latin typeface="Toppan Bunkyu Mincho Regular"/>
                <a:ea typeface="Toppan Bunkyu Mincho Regular"/>
                <a:cs typeface="Toppan Bunkyu Mincho Regular"/>
              </a:defRPr>
            </a:pPr>
            <a:r>
              <a:rPr sz="1400" i="0">
                <a:solidFill>
                  <a:srgbClr val="202B33"/>
                </a:solidFill>
                <a:latin typeface="Toppan Bunkyu Mincho Regular"/>
                <a:ea typeface="Toppan Bunkyu Mincho Regular"/>
                <a:cs typeface="Toppan Bunkyu Mincho Regular"/>
              </a:rPr>
              <a:t>FFN</a:t>
            </a:r>
          </a:p>
        </p:txBody>
      </p:sp>
      <p:sp>
        <p:nvSpPr>
          <p:cNvPr id="350" name="Local block arrow 15">
            <a:extLst>
              <a:ext uri="{FF2B5EF4-FFF2-40B4-BE49-F238E27FC236}">
                <a16:creationId xmlns:a16="http://schemas.microsoft.com/office/drawing/2014/main" id="{7FF13F78-D64B-4B94-BA9E-D60B690F7C02}"/>
              </a:ext>
            </a:extLst>
          </p:cNvPr>
          <p:cNvSpPr>
            <a:spLocks noGrp="1"/>
          </p:cNvSpPr>
          <p:nvPr/>
        </p:nvSpPr>
        <p:spPr>
          <a:xfrm>
            <a:off x="9654540" y="2952750"/>
            <a:ext cx="23622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351" name="Local block arrow 16">
            <a:extLst>
              <a:ext uri="{FF2B5EF4-FFF2-40B4-BE49-F238E27FC236}">
                <a16:creationId xmlns:a16="http://schemas.microsoft.com/office/drawing/2014/main" id="{D98A4A8E-E212-475B-BDF3-BAC05BB42B50}"/>
              </a:ext>
            </a:extLst>
          </p:cNvPr>
          <p:cNvSpPr>
            <a:spLocks noGrp="1"/>
          </p:cNvSpPr>
          <p:nvPr/>
        </p:nvSpPr>
        <p:spPr>
          <a:xfrm>
            <a:off x="9654540" y="4171950"/>
            <a:ext cx="23622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353" name="Overall straight block arrow action-output">
            <a:extLst>
              <a:ext uri="{FF2B5EF4-FFF2-40B4-BE49-F238E27FC236}">
                <a16:creationId xmlns:a16="http://schemas.microsoft.com/office/drawing/2014/main" id="{695C1456-7C35-4C6B-93A3-A43C538959CF}"/>
              </a:ext>
            </a:extLst>
          </p:cNvPr>
          <p:cNvSpPr>
            <a:spLocks noGrp="1"/>
          </p:cNvSpPr>
          <p:nvPr/>
        </p:nvSpPr>
        <p:spPr>
          <a:xfrm>
            <a:off x="10896600" y="4126230"/>
            <a:ext cx="350520" cy="322202"/>
          </a:xfrm>
          <a:prstGeom prst="rightArrow">
            <a:avLst>
              <a:gd name="adj1" fmla="val 40000"/>
              <a:gd name="adj2" fmla="val 42000"/>
            </a:avLst>
          </a:prstGeom>
          <a:solidFill>
            <a:srgbClr val="862B36"/>
          </a:solidFill>
          <a:ln w="4953">
            <a:solidFill>
              <a:srgbClr val="6D2530"/>
            </a:solidFill>
          </a:ln>
        </p:spPr>
        <p:txBody>
          <a:bodyPr/>
          <a:lstStyle/>
          <a:p>
            <a:endParaRPr lang="zh-CN" altLang="en-US" sz="2000"/>
          </a:p>
        </p:txBody>
      </p:sp>
      <p:sp>
        <p:nvSpPr>
          <p:cNvPr id="354" name="gradient-mechanism">
            <a:extLst>
              <a:ext uri="{FF2B5EF4-FFF2-40B4-BE49-F238E27FC236}">
                <a16:creationId xmlns:a16="http://schemas.microsoft.com/office/drawing/2014/main" id="{D176A448-DDA0-48FD-B114-6A9D2D38ED72}"/>
              </a:ext>
            </a:extLst>
          </p:cNvPr>
          <p:cNvSpPr>
            <a:spLocks noGrp="1"/>
          </p:cNvSpPr>
          <p:nvPr/>
        </p:nvSpPr>
        <p:spPr>
          <a:xfrm>
            <a:off x="4130040" y="4804410"/>
            <a:ext cx="2628900" cy="220980"/>
          </a:xfrm>
          <a:prstGeom prst="rect">
            <a:avLst/>
          </a:prstGeom>
          <a:noFill/>
          <a:ln w="0">
            <a:noFill/>
          </a:ln>
        </p:spPr>
        <p:txBody>
          <a:bodyPr wrap="none" lIns="0" tIns="0" rIns="0" bIns="0" anchor="ctr">
            <a:noAutofit/>
          </a:bodyPr>
          <a:lstStyle/>
          <a:p>
            <a:pPr algn="l">
              <a:defRPr sz="1380" i="0">
                <a:solidFill>
                  <a:srgbClr val="202B33"/>
                </a:solidFill>
                <a:latin typeface="Toppan Bunkyu Mincho Regular"/>
                <a:ea typeface="Toppan Bunkyu Mincho Regular"/>
                <a:cs typeface="Toppan Bunkyu Mincho Regular"/>
              </a:defRPr>
            </a:pPr>
            <a:r>
              <a:rPr sz="1400" i="0">
                <a:solidFill>
                  <a:srgbClr val="202B33"/>
                </a:solidFill>
                <a:latin typeface="Toppan Bunkyu Mincho Regular"/>
                <a:ea typeface="Toppan Bunkyu Mincho Regular"/>
                <a:cs typeface="Toppan Bunkyu Mincho Regular"/>
              </a:rPr>
              <a:t>Reciprocal gradients</a:t>
            </a:r>
          </a:p>
        </p:txBody>
      </p:sp>
      <p:sp>
        <p:nvSpPr>
          <p:cNvPr id="355" name="gradient-band">
            <a:extLst>
              <a:ext uri="{FF2B5EF4-FFF2-40B4-BE49-F238E27FC236}">
                <a16:creationId xmlns:a16="http://schemas.microsoft.com/office/drawing/2014/main" id="{E1E11569-308A-4269-9B65-941FF1D1166F}"/>
              </a:ext>
            </a:extLst>
          </p:cNvPr>
          <p:cNvSpPr>
            <a:spLocks noGrp="1"/>
          </p:cNvSpPr>
          <p:nvPr/>
        </p:nvSpPr>
        <p:spPr>
          <a:xfrm>
            <a:off x="4091940" y="5078730"/>
            <a:ext cx="6705600" cy="594360"/>
          </a:xfrm>
          <a:prstGeom prst="roundRect">
            <a:avLst>
              <a:gd name="adj" fmla="val 5128"/>
            </a:avLst>
          </a:prstGeom>
          <a:solidFill>
            <a:srgbClr val="E6EDF0"/>
          </a:solidFill>
          <a:ln w="0">
            <a:noFill/>
          </a:ln>
        </p:spPr>
        <p:txBody>
          <a:bodyPr/>
          <a:lstStyle/>
          <a:p>
            <a:endParaRPr lang="zh-CN" altLang="en-US" sz="2000"/>
          </a:p>
        </p:txBody>
      </p:sp>
      <p:pic>
        <p:nvPicPr>
          <p:cNvPr id="831" name="图形 830"/>
          <p:cNvPicPr>
            <a:picLocks noChangeAspect="1"/>
          </p:cNvPicPr>
          <p:nvPr/>
        </p:nvPicPr>
        <p:blipFill>
          <a:blip r:embed="rId53">
            <a:extLst>
              <a:ext uri="{96DAC541-7B7A-43D3-8B79-37D633B846F1}">
                <asvg:svgBlip xmlns:asvg="http://schemas.microsoft.com/office/drawing/2016/SVG/main" r:embed="rId54"/>
              </a:ext>
            </a:extLst>
          </a:blip>
          <a:stretch/>
        </p:blipFill>
        <p:spPr>
          <a:xfrm>
            <a:off x="4567844" y="5146706"/>
            <a:ext cx="457892" cy="184087"/>
          </a:xfrm>
          <a:prstGeom prst="rect">
            <a:avLst/>
          </a:prstGeom>
        </p:spPr>
      </p:pic>
      <p:sp>
        <p:nvSpPr>
          <p:cNvPr id="357" name="Local block arrow 17">
            <a:extLst>
              <a:ext uri="{FF2B5EF4-FFF2-40B4-BE49-F238E27FC236}">
                <a16:creationId xmlns:a16="http://schemas.microsoft.com/office/drawing/2014/main" id="{16491A0E-5253-4452-A5CD-A0DA0C566853}"/>
              </a:ext>
            </a:extLst>
          </p:cNvPr>
          <p:cNvSpPr>
            <a:spLocks noGrp="1"/>
          </p:cNvSpPr>
          <p:nvPr/>
        </p:nvSpPr>
        <p:spPr>
          <a:xfrm>
            <a:off x="5448300" y="5185410"/>
            <a:ext cx="38862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pic>
        <p:nvPicPr>
          <p:cNvPr id="833" name="图形 832"/>
          <p:cNvPicPr>
            <a:picLocks noChangeAspect="1"/>
          </p:cNvPicPr>
          <p:nvPr/>
        </p:nvPicPr>
        <p:blipFill>
          <a:blip r:embed="rId55">
            <a:extLst>
              <a:ext uri="{96DAC541-7B7A-43D3-8B79-37D633B846F1}">
                <asvg:svgBlip xmlns:asvg="http://schemas.microsoft.com/office/drawing/2016/SVG/main" r:embed="rId56"/>
              </a:ext>
            </a:extLst>
          </a:blip>
          <a:stretch/>
        </p:blipFill>
        <p:spPr>
          <a:xfrm>
            <a:off x="6297069" y="5148533"/>
            <a:ext cx="687521" cy="180434"/>
          </a:xfrm>
          <a:prstGeom prst="rect">
            <a:avLst/>
          </a:prstGeom>
        </p:spPr>
      </p:pic>
      <p:sp>
        <p:nvSpPr>
          <p:cNvPr id="359" name="Local block arrow 18">
            <a:extLst>
              <a:ext uri="{FF2B5EF4-FFF2-40B4-BE49-F238E27FC236}">
                <a16:creationId xmlns:a16="http://schemas.microsoft.com/office/drawing/2014/main" id="{0349AE7F-A2B6-4943-B9DA-DDD66885DA33}"/>
              </a:ext>
            </a:extLst>
          </p:cNvPr>
          <p:cNvSpPr>
            <a:spLocks noGrp="1"/>
          </p:cNvSpPr>
          <p:nvPr/>
        </p:nvSpPr>
        <p:spPr>
          <a:xfrm>
            <a:off x="7414260" y="5185410"/>
            <a:ext cx="36576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360" name="updated-parameters-w">
            <a:extLst>
              <a:ext uri="{FF2B5EF4-FFF2-40B4-BE49-F238E27FC236}">
                <a16:creationId xmlns:a16="http://schemas.microsoft.com/office/drawing/2014/main" id="{41960BD6-18A9-45FD-8D55-FDC341A6F3EF}"/>
              </a:ext>
            </a:extLst>
          </p:cNvPr>
          <p:cNvSpPr>
            <a:spLocks noGrp="1"/>
          </p:cNvSpPr>
          <p:nvPr/>
        </p:nvSpPr>
        <p:spPr>
          <a:xfrm>
            <a:off x="7863840" y="5139690"/>
            <a:ext cx="1638300" cy="205740"/>
          </a:xfrm>
          <a:prstGeom prst="rect">
            <a:avLst/>
          </a:prstGeom>
          <a:noFill/>
          <a:ln w="0">
            <a:noFill/>
          </a:ln>
        </p:spPr>
        <p:txBody>
          <a:bodyPr wrap="none" lIns="0" tIns="0" rIns="0" bIns="0" anchor="ctr">
            <a:noAutofit/>
          </a:bodyPr>
          <a:lstStyle/>
          <a:p>
            <a:pPr algn="ctr">
              <a:defRPr sz="1200" i="0">
                <a:solidFill>
                  <a:srgbClr val="4E718D"/>
                </a:solidFill>
                <a:latin typeface="Toppan Bunkyu Mincho Regular"/>
                <a:ea typeface="Toppan Bunkyu Mincho Regular"/>
                <a:cs typeface="Toppan Bunkyu Mincho Regular"/>
              </a:defRPr>
            </a:pPr>
            <a:r>
              <a:rPr sz="1400" i="0">
                <a:solidFill>
                  <a:srgbClr val="4E718D"/>
                </a:solidFill>
                <a:latin typeface="Toppan Bunkyu Mincho Regular"/>
                <a:ea typeface="Toppan Bunkyu Mincho Regular"/>
                <a:cs typeface="Toppan Bunkyu Mincho Regular"/>
              </a:rPr>
              <a:t>Video weights</a:t>
            </a:r>
          </a:p>
        </p:txBody>
      </p:sp>
      <p:pic>
        <p:nvPicPr>
          <p:cNvPr id="836" name="图形 835"/>
          <p:cNvPicPr>
            <a:picLocks noChangeAspect="1"/>
          </p:cNvPicPr>
          <p:nvPr/>
        </p:nvPicPr>
        <p:blipFill>
          <a:blip r:embed="rId57">
            <a:extLst>
              <a:ext uri="{96DAC541-7B7A-43D3-8B79-37D633B846F1}">
                <asvg:svgBlip xmlns:asvg="http://schemas.microsoft.com/office/drawing/2016/SVG/main" r:embed="rId58"/>
              </a:ext>
            </a:extLst>
          </a:blip>
          <a:stretch/>
        </p:blipFill>
        <p:spPr>
          <a:xfrm>
            <a:off x="9663351" y="5149994"/>
            <a:ext cx="218599" cy="177512"/>
          </a:xfrm>
          <a:prstGeom prst="rect">
            <a:avLst/>
          </a:prstGeom>
        </p:spPr>
      </p:pic>
      <p:sp>
        <p:nvSpPr>
          <p:cNvPr id="362" name="parameter-stack-w2">
            <a:extLst>
              <a:ext uri="{FF2B5EF4-FFF2-40B4-BE49-F238E27FC236}">
                <a16:creationId xmlns:a16="http://schemas.microsoft.com/office/drawing/2014/main" id="{A7C72F80-B45D-4F08-9C39-0973CD1E51F3}"/>
              </a:ext>
            </a:extLst>
          </p:cNvPr>
          <p:cNvSpPr>
            <a:spLocks noGrp="1"/>
          </p:cNvSpPr>
          <p:nvPr/>
        </p:nvSpPr>
        <p:spPr>
          <a:xfrm>
            <a:off x="10256520" y="5116830"/>
            <a:ext cx="373380" cy="129540"/>
          </a:xfrm>
          <a:prstGeom prst="roundRect">
            <a:avLst>
              <a:gd name="adj" fmla="val 5882"/>
            </a:avLst>
          </a:prstGeom>
          <a:solidFill>
            <a:srgbClr val="E0E8ED"/>
          </a:solidFill>
          <a:ln w="6096">
            <a:solidFill>
              <a:srgbClr val="8EA4B3"/>
            </a:solidFill>
          </a:ln>
        </p:spPr>
        <p:txBody>
          <a:bodyPr/>
          <a:lstStyle/>
          <a:p>
            <a:endParaRPr lang="zh-CN" altLang="en-US" sz="2000"/>
          </a:p>
        </p:txBody>
      </p:sp>
      <p:sp>
        <p:nvSpPr>
          <p:cNvPr id="363" name="parameter-stack-w1">
            <a:extLst>
              <a:ext uri="{FF2B5EF4-FFF2-40B4-BE49-F238E27FC236}">
                <a16:creationId xmlns:a16="http://schemas.microsoft.com/office/drawing/2014/main" id="{2D8199B8-CFA1-4DBD-917A-8210B767F295}"/>
              </a:ext>
            </a:extLst>
          </p:cNvPr>
          <p:cNvSpPr>
            <a:spLocks noGrp="1"/>
          </p:cNvSpPr>
          <p:nvPr/>
        </p:nvSpPr>
        <p:spPr>
          <a:xfrm>
            <a:off x="10218420" y="5147310"/>
            <a:ext cx="373380" cy="129540"/>
          </a:xfrm>
          <a:prstGeom prst="roundRect">
            <a:avLst>
              <a:gd name="adj" fmla="val 5882"/>
            </a:avLst>
          </a:prstGeom>
          <a:solidFill>
            <a:srgbClr val="E0E8ED"/>
          </a:solidFill>
          <a:ln w="6096">
            <a:solidFill>
              <a:srgbClr val="8EA4B3"/>
            </a:solidFill>
          </a:ln>
        </p:spPr>
        <p:txBody>
          <a:bodyPr/>
          <a:lstStyle/>
          <a:p>
            <a:endParaRPr lang="zh-CN" altLang="en-US" sz="2000"/>
          </a:p>
        </p:txBody>
      </p:sp>
      <p:sp>
        <p:nvSpPr>
          <p:cNvPr id="364" name="parameter-stack-w0">
            <a:extLst>
              <a:ext uri="{FF2B5EF4-FFF2-40B4-BE49-F238E27FC236}">
                <a16:creationId xmlns:a16="http://schemas.microsoft.com/office/drawing/2014/main" id="{A483B84A-FFB1-4596-AB93-38E1E9D5D924}"/>
              </a:ext>
            </a:extLst>
          </p:cNvPr>
          <p:cNvSpPr>
            <a:spLocks noGrp="1"/>
          </p:cNvSpPr>
          <p:nvPr/>
        </p:nvSpPr>
        <p:spPr>
          <a:xfrm>
            <a:off x="10180320" y="5177790"/>
            <a:ext cx="373380" cy="129540"/>
          </a:xfrm>
          <a:prstGeom prst="roundRect">
            <a:avLst>
              <a:gd name="adj" fmla="val 5882"/>
            </a:avLst>
          </a:prstGeom>
          <a:solidFill>
            <a:srgbClr val="A8BFD2"/>
          </a:solidFill>
          <a:ln w="6096">
            <a:solidFill>
              <a:srgbClr val="8EA4B3"/>
            </a:solidFill>
          </a:ln>
        </p:spPr>
        <p:txBody>
          <a:bodyPr/>
          <a:lstStyle/>
          <a:p>
            <a:endParaRPr lang="zh-CN" altLang="en-US" sz="2000"/>
          </a:p>
        </p:txBody>
      </p:sp>
      <p:pic>
        <p:nvPicPr>
          <p:cNvPr id="840" name="图形 839"/>
          <p:cNvPicPr>
            <a:picLocks noChangeAspect="1"/>
          </p:cNvPicPr>
          <p:nvPr/>
        </p:nvPicPr>
        <p:blipFill>
          <a:blip r:embed="rId59">
            <a:extLst>
              <a:ext uri="{96DAC541-7B7A-43D3-8B79-37D633B846F1}">
                <asvg:svgBlip xmlns:asvg="http://schemas.microsoft.com/office/drawing/2016/SVG/main" r:embed="rId60"/>
              </a:ext>
            </a:extLst>
          </a:blip>
          <a:stretch/>
        </p:blipFill>
        <p:spPr>
          <a:xfrm>
            <a:off x="4534347" y="5428646"/>
            <a:ext cx="524887" cy="184087"/>
          </a:xfrm>
          <a:prstGeom prst="rect">
            <a:avLst/>
          </a:prstGeom>
        </p:spPr>
      </p:pic>
      <p:sp>
        <p:nvSpPr>
          <p:cNvPr id="366" name="Local block arrow 19">
            <a:extLst>
              <a:ext uri="{FF2B5EF4-FFF2-40B4-BE49-F238E27FC236}">
                <a16:creationId xmlns:a16="http://schemas.microsoft.com/office/drawing/2014/main" id="{840408E5-2E0C-423B-93B9-8EDAA5E34758}"/>
              </a:ext>
            </a:extLst>
          </p:cNvPr>
          <p:cNvSpPr>
            <a:spLocks noGrp="1"/>
          </p:cNvSpPr>
          <p:nvPr/>
        </p:nvSpPr>
        <p:spPr>
          <a:xfrm>
            <a:off x="5448300" y="5467350"/>
            <a:ext cx="38862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pic>
        <p:nvPicPr>
          <p:cNvPr id="842" name="图形 841"/>
          <p:cNvPicPr>
            <a:picLocks noChangeAspect="1"/>
          </p:cNvPicPr>
          <p:nvPr/>
        </p:nvPicPr>
        <p:blipFill>
          <a:blip r:embed="rId61">
            <a:extLst>
              <a:ext uri="{96DAC541-7B7A-43D3-8B79-37D633B846F1}">
                <asvg:svgBlip xmlns:asvg="http://schemas.microsoft.com/office/drawing/2016/SVG/main" r:embed="rId62"/>
              </a:ext>
            </a:extLst>
          </a:blip>
          <a:stretch/>
        </p:blipFill>
        <p:spPr>
          <a:xfrm>
            <a:off x="6329360" y="5430473"/>
            <a:ext cx="622940" cy="180434"/>
          </a:xfrm>
          <a:prstGeom prst="rect">
            <a:avLst/>
          </a:prstGeom>
        </p:spPr>
      </p:pic>
      <p:sp>
        <p:nvSpPr>
          <p:cNvPr id="368" name="Local block arrow 20">
            <a:extLst>
              <a:ext uri="{FF2B5EF4-FFF2-40B4-BE49-F238E27FC236}">
                <a16:creationId xmlns:a16="http://schemas.microsoft.com/office/drawing/2014/main" id="{7FD79F40-952E-46DB-9A06-052629FB5C03}"/>
              </a:ext>
            </a:extLst>
          </p:cNvPr>
          <p:cNvSpPr>
            <a:spLocks noGrp="1"/>
          </p:cNvSpPr>
          <p:nvPr/>
        </p:nvSpPr>
        <p:spPr>
          <a:xfrm>
            <a:off x="7414260" y="5467350"/>
            <a:ext cx="36576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369" name="updated-parameters-a">
            <a:extLst>
              <a:ext uri="{FF2B5EF4-FFF2-40B4-BE49-F238E27FC236}">
                <a16:creationId xmlns:a16="http://schemas.microsoft.com/office/drawing/2014/main" id="{3CD5B956-9435-4096-B587-C509315F3E8D}"/>
              </a:ext>
            </a:extLst>
          </p:cNvPr>
          <p:cNvSpPr>
            <a:spLocks noGrp="1"/>
          </p:cNvSpPr>
          <p:nvPr/>
        </p:nvSpPr>
        <p:spPr>
          <a:xfrm>
            <a:off x="7863840" y="5421630"/>
            <a:ext cx="1638300" cy="205740"/>
          </a:xfrm>
          <a:prstGeom prst="rect">
            <a:avLst/>
          </a:prstGeom>
          <a:noFill/>
          <a:ln w="0">
            <a:noFill/>
          </a:ln>
        </p:spPr>
        <p:txBody>
          <a:bodyPr wrap="none" lIns="0" tIns="0" rIns="0" bIns="0" anchor="ctr">
            <a:noAutofit/>
          </a:bodyPr>
          <a:lstStyle/>
          <a:p>
            <a:pPr algn="ctr">
              <a:defRPr sz="1200" i="0">
                <a:solidFill>
                  <a:srgbClr val="668B80"/>
                </a:solidFill>
                <a:latin typeface="Toppan Bunkyu Mincho Regular"/>
                <a:ea typeface="Toppan Bunkyu Mincho Regular"/>
                <a:cs typeface="Toppan Bunkyu Mincho Regular"/>
              </a:defRPr>
            </a:pPr>
            <a:r>
              <a:rPr sz="1400" i="0">
                <a:solidFill>
                  <a:srgbClr val="668B80"/>
                </a:solidFill>
                <a:latin typeface="Toppan Bunkyu Mincho Regular"/>
                <a:ea typeface="Toppan Bunkyu Mincho Regular"/>
                <a:cs typeface="Toppan Bunkyu Mincho Regular"/>
              </a:rPr>
              <a:t>Action weights</a:t>
            </a:r>
          </a:p>
        </p:txBody>
      </p:sp>
      <p:pic>
        <p:nvPicPr>
          <p:cNvPr id="845" name="图形 844"/>
          <p:cNvPicPr>
            <a:picLocks noChangeAspect="1"/>
          </p:cNvPicPr>
          <p:nvPr/>
        </p:nvPicPr>
        <p:blipFill>
          <a:blip r:embed="rId63">
            <a:extLst>
              <a:ext uri="{96DAC541-7B7A-43D3-8B79-37D633B846F1}">
                <asvg:svgBlip xmlns:asvg="http://schemas.microsoft.com/office/drawing/2016/SVG/main" r:embed="rId64"/>
              </a:ext>
            </a:extLst>
          </a:blip>
          <a:stretch/>
        </p:blipFill>
        <p:spPr>
          <a:xfrm>
            <a:off x="9679491" y="5431934"/>
            <a:ext cx="186318" cy="177512"/>
          </a:xfrm>
          <a:prstGeom prst="rect">
            <a:avLst/>
          </a:prstGeom>
        </p:spPr>
      </p:pic>
      <p:sp>
        <p:nvSpPr>
          <p:cNvPr id="371" name="parameter-stack-a2">
            <a:extLst>
              <a:ext uri="{FF2B5EF4-FFF2-40B4-BE49-F238E27FC236}">
                <a16:creationId xmlns:a16="http://schemas.microsoft.com/office/drawing/2014/main" id="{441CA66F-1CD9-442C-8782-47512361F515}"/>
              </a:ext>
            </a:extLst>
          </p:cNvPr>
          <p:cNvSpPr>
            <a:spLocks noGrp="1"/>
          </p:cNvSpPr>
          <p:nvPr/>
        </p:nvSpPr>
        <p:spPr>
          <a:xfrm>
            <a:off x="10256520" y="5398770"/>
            <a:ext cx="373380" cy="129540"/>
          </a:xfrm>
          <a:prstGeom prst="roundRect">
            <a:avLst>
              <a:gd name="adj" fmla="val 5882"/>
            </a:avLst>
          </a:prstGeom>
          <a:solidFill>
            <a:srgbClr val="E0E8ED"/>
          </a:solidFill>
          <a:ln w="6096">
            <a:solidFill>
              <a:srgbClr val="8EA4B3"/>
            </a:solidFill>
          </a:ln>
        </p:spPr>
        <p:txBody>
          <a:bodyPr/>
          <a:lstStyle/>
          <a:p>
            <a:endParaRPr lang="zh-CN" altLang="en-US" sz="2000"/>
          </a:p>
        </p:txBody>
      </p:sp>
      <p:sp>
        <p:nvSpPr>
          <p:cNvPr id="372" name="parameter-stack-a1">
            <a:extLst>
              <a:ext uri="{FF2B5EF4-FFF2-40B4-BE49-F238E27FC236}">
                <a16:creationId xmlns:a16="http://schemas.microsoft.com/office/drawing/2014/main" id="{C84C751E-B657-407A-983C-F460CFE55391}"/>
              </a:ext>
            </a:extLst>
          </p:cNvPr>
          <p:cNvSpPr>
            <a:spLocks noGrp="1"/>
          </p:cNvSpPr>
          <p:nvPr/>
        </p:nvSpPr>
        <p:spPr>
          <a:xfrm>
            <a:off x="10218420" y="5429250"/>
            <a:ext cx="373380" cy="129540"/>
          </a:xfrm>
          <a:prstGeom prst="roundRect">
            <a:avLst>
              <a:gd name="adj" fmla="val 5882"/>
            </a:avLst>
          </a:prstGeom>
          <a:solidFill>
            <a:srgbClr val="E0E8ED"/>
          </a:solidFill>
          <a:ln w="6096">
            <a:solidFill>
              <a:srgbClr val="8EA4B3"/>
            </a:solidFill>
          </a:ln>
        </p:spPr>
        <p:txBody>
          <a:bodyPr/>
          <a:lstStyle/>
          <a:p>
            <a:endParaRPr lang="zh-CN" altLang="en-US" sz="2000"/>
          </a:p>
        </p:txBody>
      </p:sp>
      <p:sp>
        <p:nvSpPr>
          <p:cNvPr id="373" name="parameter-stack-a0">
            <a:extLst>
              <a:ext uri="{FF2B5EF4-FFF2-40B4-BE49-F238E27FC236}">
                <a16:creationId xmlns:a16="http://schemas.microsoft.com/office/drawing/2014/main" id="{A4BF5ABB-BED8-4A0C-A845-2DE10A963BF1}"/>
              </a:ext>
            </a:extLst>
          </p:cNvPr>
          <p:cNvSpPr>
            <a:spLocks noGrp="1"/>
          </p:cNvSpPr>
          <p:nvPr/>
        </p:nvSpPr>
        <p:spPr>
          <a:xfrm>
            <a:off x="10180320" y="5459730"/>
            <a:ext cx="373380" cy="129540"/>
          </a:xfrm>
          <a:prstGeom prst="roundRect">
            <a:avLst>
              <a:gd name="adj" fmla="val 5882"/>
            </a:avLst>
          </a:prstGeom>
          <a:solidFill>
            <a:srgbClr val="A9C2B6"/>
          </a:solidFill>
          <a:ln w="6096">
            <a:solidFill>
              <a:srgbClr val="8EA4B3"/>
            </a:solidFill>
          </a:ln>
        </p:spPr>
        <p:txBody>
          <a:bodyPr/>
          <a:lstStyle/>
          <a:p>
            <a:endParaRPr lang="zh-CN" altLang="en-US" sz="2000"/>
          </a:p>
        </p:txBody>
      </p:sp>
      <p:sp>
        <p:nvSpPr>
          <p:cNvPr id="374" name="readout-title">
            <a:extLst>
              <a:ext uri="{FF2B5EF4-FFF2-40B4-BE49-F238E27FC236}">
                <a16:creationId xmlns:a16="http://schemas.microsoft.com/office/drawing/2014/main" id="{95E3F216-B472-4781-87EA-5193581B66B5}"/>
              </a:ext>
            </a:extLst>
          </p:cNvPr>
          <p:cNvSpPr>
            <a:spLocks noGrp="1"/>
          </p:cNvSpPr>
          <p:nvPr/>
        </p:nvSpPr>
        <p:spPr>
          <a:xfrm>
            <a:off x="11353800" y="1310640"/>
            <a:ext cx="4358640" cy="274320"/>
          </a:xfrm>
          <a:prstGeom prst="rect">
            <a:avLst/>
          </a:prstGeom>
          <a:noFill/>
          <a:ln w="0">
            <a:noFill/>
          </a:ln>
        </p:spPr>
        <p:txBody>
          <a:bodyPr wrap="none" lIns="0" tIns="0" rIns="0" bIns="0" anchor="ctr">
            <a:noAutofit/>
          </a:bodyPr>
          <a:lstStyle/>
          <a:p>
            <a:pPr algn="ctr">
              <a:defRPr sz="1680" i="0">
                <a:solidFill>
                  <a:srgbClr val="202B33"/>
                </a:solidFill>
                <a:latin typeface="Toppan Bunkyu Mincho Regular"/>
                <a:ea typeface="Toppan Bunkyu Mincho Regular"/>
                <a:cs typeface="Toppan Bunkyu Mincho Regular"/>
              </a:defRPr>
            </a:pPr>
            <a:r>
              <a:rPr b="1" dirty="0">
                <a:solidFill>
                  <a:srgbClr val="202B33"/>
                </a:solidFill>
                <a:latin typeface="Toppan Bunkyu Gothic Regular" panose="020B0400000000000000" pitchFamily="34" charset="-128"/>
                <a:ea typeface="Toppan Bunkyu Gothic Regular" panose="020B0400000000000000" pitchFamily="34" charset="-128"/>
                <a:cs typeface="Toppan Bunkyu Mincho Regular"/>
              </a:rPr>
              <a:t>Velocity matching and joint sampling</a:t>
            </a:r>
          </a:p>
        </p:txBody>
      </p:sp>
      <p:pic>
        <p:nvPicPr>
          <p:cNvPr id="850" name="图形 849"/>
          <p:cNvPicPr>
            <a:picLocks noChangeAspect="1"/>
          </p:cNvPicPr>
          <p:nvPr/>
        </p:nvPicPr>
        <p:blipFill>
          <a:blip r:embed="rId65">
            <a:extLst>
              <a:ext uri="{96DAC541-7B7A-43D3-8B79-37D633B846F1}">
                <asvg:svgBlip xmlns:asvg="http://schemas.microsoft.com/office/drawing/2016/SVG/main" r:embed="rId66"/>
              </a:ext>
            </a:extLst>
          </a:blip>
          <a:stretch/>
        </p:blipFill>
        <p:spPr>
          <a:xfrm>
            <a:off x="11536280" y="1658222"/>
            <a:ext cx="4031780" cy="264955"/>
          </a:xfrm>
          <a:prstGeom prst="rect">
            <a:avLst/>
          </a:prstGeom>
        </p:spPr>
      </p:pic>
      <p:sp>
        <p:nvSpPr>
          <p:cNvPr id="376" name="loss-weighting">
            <a:extLst>
              <a:ext uri="{FF2B5EF4-FFF2-40B4-BE49-F238E27FC236}">
                <a16:creationId xmlns:a16="http://schemas.microsoft.com/office/drawing/2014/main" id="{8C28E770-74D8-4DAA-A8D4-9CFE7C87ACD8}"/>
              </a:ext>
            </a:extLst>
          </p:cNvPr>
          <p:cNvSpPr>
            <a:spLocks noGrp="1"/>
          </p:cNvSpPr>
          <p:nvPr/>
        </p:nvSpPr>
        <p:spPr>
          <a:xfrm>
            <a:off x="11338560" y="1973580"/>
            <a:ext cx="2362200" cy="205740"/>
          </a:xfrm>
          <a:prstGeom prst="rect">
            <a:avLst/>
          </a:prstGeom>
          <a:noFill/>
          <a:ln w="0">
            <a:noFill/>
          </a:ln>
        </p:spPr>
        <p:txBody>
          <a:bodyPr wrap="none" lIns="0" tIns="0" rIns="0" bIns="0" anchor="ctr">
            <a:noAutofit/>
          </a:bodyPr>
          <a:lstStyle/>
          <a:p>
            <a:pPr algn="ctr">
              <a:defRPr sz="1080" i="0">
                <a:solidFill>
                  <a:srgbClr val="657580"/>
                </a:solidFill>
                <a:latin typeface="Toppan Bunkyu Mincho Regular"/>
                <a:ea typeface="Toppan Bunkyu Mincho Regular"/>
                <a:cs typeface="Toppan Bunkyu Mincho Regular"/>
              </a:defRPr>
            </a:pPr>
            <a:r>
              <a:rPr sz="1200" b="1" i="0" dirty="0">
                <a:solidFill>
                  <a:srgbClr val="657580"/>
                </a:solidFill>
                <a:latin typeface="Toppan Bunkyu Mincho Regular"/>
                <a:ea typeface="Toppan Bunkyu Mincho Regular"/>
                <a:cs typeface="Toppan Bunkyu Mincho Regular"/>
              </a:rPr>
              <a:t>Filled cells: supervised targets</a:t>
            </a:r>
          </a:p>
        </p:txBody>
      </p:sp>
      <p:sp>
        <p:nvSpPr>
          <p:cNvPr id="377" name="world-velocity-top">
            <a:extLst>
              <a:ext uri="{FF2B5EF4-FFF2-40B4-BE49-F238E27FC236}">
                <a16:creationId xmlns:a16="http://schemas.microsoft.com/office/drawing/2014/main" id="{5171BEFC-8687-4B55-BEFB-610DAF71540A}"/>
              </a:ext>
            </a:extLst>
          </p:cNvPr>
          <p:cNvSpPr>
            <a:spLocks noGrp="1"/>
          </p:cNvSpPr>
          <p:nvPr/>
        </p:nvSpPr>
        <p:spPr>
          <a:xfrm>
            <a:off x="11241082" y="2857500"/>
            <a:ext cx="958538" cy="59378"/>
          </a:xfrm>
          <a:custGeom>
            <a:avLst/>
            <a:gdLst/>
            <a:ahLst/>
            <a:cxnLst/>
            <a:rect l="0" t="0" r="0" b="0"/>
            <a:pathLst>
              <a:path w="1076325" h="66675">
                <a:moveTo>
                  <a:pt x="0" y="66675"/>
                </a:moveTo>
                <a:lnTo>
                  <a:pt x="66675" y="0"/>
                </a:lnTo>
                <a:lnTo>
                  <a:pt x="1076325" y="0"/>
                </a:lnTo>
                <a:lnTo>
                  <a:pt x="1009650" y="66675"/>
                </a:lnTo>
                <a:close/>
              </a:path>
            </a:pathLst>
          </a:custGeom>
          <a:solidFill>
            <a:srgbClr val="F9FAFD"/>
          </a:solidFill>
          <a:ln w="11430">
            <a:solidFill>
              <a:srgbClr val="63788A"/>
            </a:solidFill>
          </a:ln>
        </p:spPr>
        <p:txBody>
          <a:bodyPr/>
          <a:lstStyle/>
          <a:p>
            <a:endParaRPr lang="zh-CN" altLang="en-US" sz="2000"/>
          </a:p>
        </p:txBody>
      </p:sp>
      <p:sp>
        <p:nvSpPr>
          <p:cNvPr id="378" name="world-velocity-side">
            <a:extLst>
              <a:ext uri="{FF2B5EF4-FFF2-40B4-BE49-F238E27FC236}">
                <a16:creationId xmlns:a16="http://schemas.microsoft.com/office/drawing/2014/main" id="{9D1BF356-7861-495C-89AC-13055300716A}"/>
              </a:ext>
            </a:extLst>
          </p:cNvPr>
          <p:cNvSpPr>
            <a:spLocks noGrp="1"/>
          </p:cNvSpPr>
          <p:nvPr/>
        </p:nvSpPr>
        <p:spPr>
          <a:xfrm>
            <a:off x="12140242" y="2857500"/>
            <a:ext cx="59378" cy="534402"/>
          </a:xfrm>
          <a:custGeom>
            <a:avLst/>
            <a:gdLst/>
            <a:ahLst/>
            <a:cxnLst/>
            <a:rect l="0" t="0" r="0" b="0"/>
            <a:pathLst>
              <a:path w="66675" h="600075">
                <a:moveTo>
                  <a:pt x="0" y="66675"/>
                </a:moveTo>
                <a:lnTo>
                  <a:pt x="66675" y="0"/>
                </a:lnTo>
                <a:lnTo>
                  <a:pt x="66675" y="533400"/>
                </a:lnTo>
                <a:lnTo>
                  <a:pt x="0" y="600075"/>
                </a:lnTo>
                <a:close/>
              </a:path>
            </a:pathLst>
          </a:custGeom>
          <a:solidFill>
            <a:srgbClr val="BECED8"/>
          </a:solidFill>
          <a:ln w="11430">
            <a:solidFill>
              <a:srgbClr val="63788A"/>
            </a:solidFill>
          </a:ln>
        </p:spPr>
        <p:txBody>
          <a:bodyPr/>
          <a:lstStyle/>
          <a:p>
            <a:endParaRPr lang="zh-CN" altLang="en-US" sz="2000"/>
          </a:p>
        </p:txBody>
      </p:sp>
      <p:sp>
        <p:nvSpPr>
          <p:cNvPr id="379" name="world-velocity-front">
            <a:extLst>
              <a:ext uri="{FF2B5EF4-FFF2-40B4-BE49-F238E27FC236}">
                <a16:creationId xmlns:a16="http://schemas.microsoft.com/office/drawing/2014/main" id="{D48F5CF3-BBE0-4AF2-95BA-CD333A6CA8E9}"/>
              </a:ext>
            </a:extLst>
          </p:cNvPr>
          <p:cNvSpPr>
            <a:spLocks noGrp="1"/>
          </p:cNvSpPr>
          <p:nvPr/>
        </p:nvSpPr>
        <p:spPr>
          <a:xfrm>
            <a:off x="11247120" y="2910840"/>
            <a:ext cx="899160" cy="475028"/>
          </a:xfrm>
          <a:prstGeom prst="rect">
            <a:avLst/>
          </a:prstGeom>
          <a:solidFill>
            <a:srgbClr val="EEF3F6"/>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pic>
        <p:nvPicPr>
          <p:cNvPr id="855" name="图形 854"/>
          <p:cNvPicPr>
            <a:picLocks noChangeAspect="1"/>
          </p:cNvPicPr>
          <p:nvPr/>
        </p:nvPicPr>
        <p:blipFill>
          <a:blip r:embed="rId67">
            <a:extLst>
              <a:ext uri="{96DAC541-7B7A-43D3-8B79-37D633B846F1}">
                <asvg:svgBlip xmlns:asvg="http://schemas.microsoft.com/office/drawing/2016/SVG/main" r:embed="rId68"/>
              </a:ext>
            </a:extLst>
          </a:blip>
          <a:stretch/>
        </p:blipFill>
        <p:spPr>
          <a:xfrm>
            <a:off x="11591237" y="3017737"/>
            <a:ext cx="274456" cy="253996"/>
          </a:xfrm>
          <a:prstGeom prst="rect">
            <a:avLst/>
          </a:prstGeom>
        </p:spPr>
      </p:pic>
      <p:pic>
        <p:nvPicPr>
          <p:cNvPr id="856" name="图形 855"/>
          <p:cNvPicPr>
            <a:picLocks noChangeAspect="1"/>
          </p:cNvPicPr>
          <p:nvPr/>
        </p:nvPicPr>
        <p:blipFill>
          <a:blip r:embed="rId69">
            <a:extLst>
              <a:ext uri="{96DAC541-7B7A-43D3-8B79-37D633B846F1}">
                <asvg:svgBlip xmlns:asvg="http://schemas.microsoft.com/office/drawing/2016/SVG/main" r:embed="rId70"/>
              </a:ext>
            </a:extLst>
          </a:blip>
          <a:stretch/>
        </p:blipFill>
        <p:spPr>
          <a:xfrm>
            <a:off x="11737658" y="2274570"/>
            <a:ext cx="1699597" cy="245725"/>
          </a:xfrm>
          <a:prstGeom prst="rect">
            <a:avLst/>
          </a:prstGeom>
        </p:spPr>
      </p:pic>
      <p:sp>
        <p:nvSpPr>
          <p:cNvPr id="382" name="valid-coordinate-w0">
            <a:extLst>
              <a:ext uri="{FF2B5EF4-FFF2-40B4-BE49-F238E27FC236}">
                <a16:creationId xmlns:a16="http://schemas.microsoft.com/office/drawing/2014/main" id="{5EA3099C-A21C-4D55-99D5-F406AB272F33}"/>
              </a:ext>
            </a:extLst>
          </p:cNvPr>
          <p:cNvSpPr>
            <a:spLocks noGrp="1"/>
          </p:cNvSpPr>
          <p:nvPr/>
        </p:nvSpPr>
        <p:spPr>
          <a:xfrm>
            <a:off x="12291060" y="2628900"/>
            <a:ext cx="129540" cy="106680"/>
          </a:xfrm>
          <a:prstGeom prst="roundRect">
            <a:avLst>
              <a:gd name="adj" fmla="val 7143"/>
            </a:avLst>
          </a:prstGeom>
          <a:solidFill>
            <a:srgbClr val="4E718D"/>
          </a:solidFill>
          <a:ln w="5334">
            <a:solidFill>
              <a:srgbClr val="4E718D"/>
            </a:solidFill>
          </a:ln>
        </p:spPr>
        <p:txBody>
          <a:bodyPr/>
          <a:lstStyle/>
          <a:p>
            <a:endParaRPr lang="zh-CN" altLang="en-US" sz="2000"/>
          </a:p>
        </p:txBody>
      </p:sp>
      <p:sp>
        <p:nvSpPr>
          <p:cNvPr id="383" name="valid-coordinate-w1">
            <a:extLst>
              <a:ext uri="{FF2B5EF4-FFF2-40B4-BE49-F238E27FC236}">
                <a16:creationId xmlns:a16="http://schemas.microsoft.com/office/drawing/2014/main" id="{C62AB075-BC0B-46A4-B46F-2024F0451393}"/>
              </a:ext>
            </a:extLst>
          </p:cNvPr>
          <p:cNvSpPr>
            <a:spLocks noGrp="1"/>
          </p:cNvSpPr>
          <p:nvPr/>
        </p:nvSpPr>
        <p:spPr>
          <a:xfrm>
            <a:off x="12458700" y="2628900"/>
            <a:ext cx="129540" cy="106680"/>
          </a:xfrm>
          <a:prstGeom prst="roundRect">
            <a:avLst>
              <a:gd name="adj" fmla="val 7143"/>
            </a:avLst>
          </a:prstGeom>
          <a:solidFill>
            <a:srgbClr val="4E718D"/>
          </a:solidFill>
          <a:ln w="5334">
            <a:solidFill>
              <a:srgbClr val="4E718D"/>
            </a:solidFill>
          </a:ln>
        </p:spPr>
        <p:txBody>
          <a:bodyPr/>
          <a:lstStyle/>
          <a:p>
            <a:endParaRPr lang="zh-CN" altLang="en-US" sz="2000"/>
          </a:p>
        </p:txBody>
      </p:sp>
      <p:sp>
        <p:nvSpPr>
          <p:cNvPr id="384" name="valid-coordinate-w2">
            <a:extLst>
              <a:ext uri="{FF2B5EF4-FFF2-40B4-BE49-F238E27FC236}">
                <a16:creationId xmlns:a16="http://schemas.microsoft.com/office/drawing/2014/main" id="{030CF344-3EE3-4B7F-91ED-F8CCE2A3DF87}"/>
              </a:ext>
            </a:extLst>
          </p:cNvPr>
          <p:cNvSpPr>
            <a:spLocks noGrp="1"/>
          </p:cNvSpPr>
          <p:nvPr/>
        </p:nvSpPr>
        <p:spPr>
          <a:xfrm>
            <a:off x="12626340" y="2628900"/>
            <a:ext cx="129540" cy="106680"/>
          </a:xfrm>
          <a:prstGeom prst="roundRect">
            <a:avLst>
              <a:gd name="adj" fmla="val 7143"/>
            </a:avLst>
          </a:prstGeom>
          <a:solidFill>
            <a:srgbClr val="4E718D"/>
          </a:solidFill>
          <a:ln w="5334">
            <a:solidFill>
              <a:srgbClr val="4E718D"/>
            </a:solidFill>
          </a:ln>
        </p:spPr>
        <p:txBody>
          <a:bodyPr/>
          <a:lstStyle/>
          <a:p>
            <a:endParaRPr lang="zh-CN" altLang="en-US" sz="2000"/>
          </a:p>
        </p:txBody>
      </p:sp>
      <p:sp>
        <p:nvSpPr>
          <p:cNvPr id="385" name="valid-coordinate-w3">
            <a:extLst>
              <a:ext uri="{FF2B5EF4-FFF2-40B4-BE49-F238E27FC236}">
                <a16:creationId xmlns:a16="http://schemas.microsoft.com/office/drawing/2014/main" id="{09EC1649-E571-4C67-B7B2-450CDC610992}"/>
              </a:ext>
            </a:extLst>
          </p:cNvPr>
          <p:cNvSpPr>
            <a:spLocks noGrp="1"/>
          </p:cNvSpPr>
          <p:nvPr/>
        </p:nvSpPr>
        <p:spPr>
          <a:xfrm>
            <a:off x="12793980" y="2628900"/>
            <a:ext cx="129540" cy="106680"/>
          </a:xfrm>
          <a:prstGeom prst="roundRect">
            <a:avLst>
              <a:gd name="adj" fmla="val 7143"/>
            </a:avLst>
          </a:prstGeom>
          <a:solidFill>
            <a:srgbClr val="F4F5F6"/>
          </a:solidFill>
          <a:ln w="5334">
            <a:solidFill>
              <a:srgbClr val="CBD1D5"/>
            </a:solidFill>
          </a:ln>
        </p:spPr>
        <p:txBody>
          <a:bodyPr/>
          <a:lstStyle/>
          <a:p>
            <a:endParaRPr lang="zh-CN" altLang="en-US" sz="2000"/>
          </a:p>
        </p:txBody>
      </p:sp>
      <p:sp>
        <p:nvSpPr>
          <p:cNvPr id="386" name="masked-coordinate-w">
            <a:extLst>
              <a:ext uri="{FF2B5EF4-FFF2-40B4-BE49-F238E27FC236}">
                <a16:creationId xmlns:a16="http://schemas.microsoft.com/office/drawing/2014/main" id="{5AB9C181-91B8-461E-8390-32018778A9E8}"/>
              </a:ext>
            </a:extLst>
          </p:cNvPr>
          <p:cNvSpPr>
            <a:spLocks noGrp="1"/>
          </p:cNvSpPr>
          <p:nvPr/>
        </p:nvSpPr>
        <p:spPr>
          <a:xfrm flipV="1">
            <a:off x="12816840" y="2651760"/>
            <a:ext cx="76200" cy="53340"/>
          </a:xfrm>
          <a:prstGeom prst="line">
            <a:avLst/>
          </a:prstGeom>
          <a:noFill/>
          <a:ln w="6096">
            <a:solidFill>
              <a:srgbClr val="BEC6CC"/>
            </a:solidFill>
          </a:ln>
        </p:spPr>
        <p:txBody>
          <a:bodyPr/>
          <a:lstStyle/>
          <a:p>
            <a:endParaRPr lang="zh-CN" altLang="en-US" sz="2000"/>
          </a:p>
        </p:txBody>
      </p:sp>
      <p:sp>
        <p:nvSpPr>
          <p:cNvPr id="387" name="valid-coordinate-w4">
            <a:extLst>
              <a:ext uri="{FF2B5EF4-FFF2-40B4-BE49-F238E27FC236}">
                <a16:creationId xmlns:a16="http://schemas.microsoft.com/office/drawing/2014/main" id="{163C346C-5F64-4629-81E3-BC19D9C1BBC5}"/>
              </a:ext>
            </a:extLst>
          </p:cNvPr>
          <p:cNvSpPr>
            <a:spLocks noGrp="1"/>
          </p:cNvSpPr>
          <p:nvPr/>
        </p:nvSpPr>
        <p:spPr>
          <a:xfrm>
            <a:off x="12961620" y="2628900"/>
            <a:ext cx="129540" cy="106680"/>
          </a:xfrm>
          <a:prstGeom prst="roundRect">
            <a:avLst>
              <a:gd name="adj" fmla="val 7143"/>
            </a:avLst>
          </a:prstGeom>
          <a:solidFill>
            <a:srgbClr val="4E718D"/>
          </a:solidFill>
          <a:ln w="5334">
            <a:solidFill>
              <a:srgbClr val="4E718D"/>
            </a:solidFill>
          </a:ln>
        </p:spPr>
        <p:txBody>
          <a:bodyPr/>
          <a:lstStyle/>
          <a:p>
            <a:endParaRPr lang="zh-CN" altLang="en-US" sz="2000"/>
          </a:p>
        </p:txBody>
      </p:sp>
      <p:pic>
        <p:nvPicPr>
          <p:cNvPr id="863" name="图形 862"/>
          <p:cNvPicPr>
            <a:picLocks noChangeAspect="1"/>
          </p:cNvPicPr>
          <p:nvPr/>
        </p:nvPicPr>
        <p:blipFill>
          <a:blip r:embed="rId71">
            <a:extLst>
              <a:ext uri="{96DAC541-7B7A-43D3-8B79-37D633B846F1}">
                <asvg:svgBlip xmlns:asvg="http://schemas.microsoft.com/office/drawing/2016/SVG/main" r:embed="rId72"/>
              </a:ext>
            </a:extLst>
          </a:blip>
          <a:stretch/>
        </p:blipFill>
        <p:spPr>
          <a:xfrm>
            <a:off x="13306916" y="2604391"/>
            <a:ext cx="335165" cy="225306"/>
          </a:xfrm>
          <a:prstGeom prst="rect">
            <a:avLst/>
          </a:prstGeom>
        </p:spPr>
      </p:pic>
      <p:sp>
        <p:nvSpPr>
          <p:cNvPr id="389" name="Local block arrow 21">
            <a:extLst>
              <a:ext uri="{FF2B5EF4-FFF2-40B4-BE49-F238E27FC236}">
                <a16:creationId xmlns:a16="http://schemas.microsoft.com/office/drawing/2014/main" id="{AD97990D-C8F6-430A-A86D-7BF078962CD6}"/>
              </a:ext>
            </a:extLst>
          </p:cNvPr>
          <p:cNvSpPr>
            <a:spLocks noGrp="1"/>
          </p:cNvSpPr>
          <p:nvPr/>
        </p:nvSpPr>
        <p:spPr>
          <a:xfrm>
            <a:off x="12268200" y="2834640"/>
            <a:ext cx="106680" cy="213360"/>
          </a:xfrm>
          <a:prstGeom prst="up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390" name="euler-w">
            <a:extLst>
              <a:ext uri="{FF2B5EF4-FFF2-40B4-BE49-F238E27FC236}">
                <a16:creationId xmlns:a16="http://schemas.microsoft.com/office/drawing/2014/main" id="{F54E81D4-9DB9-4FE7-BC2E-955CA8065EC3}"/>
              </a:ext>
            </a:extLst>
          </p:cNvPr>
          <p:cNvSpPr>
            <a:spLocks noGrp="1"/>
          </p:cNvSpPr>
          <p:nvPr/>
        </p:nvSpPr>
        <p:spPr>
          <a:xfrm>
            <a:off x="12496800" y="2941320"/>
            <a:ext cx="853440" cy="365760"/>
          </a:xfrm>
          <a:prstGeom prst="roundRect">
            <a:avLst>
              <a:gd name="adj" fmla="val 6250"/>
            </a:avLst>
          </a:prstGeom>
          <a:solidFill>
            <a:srgbClr val="F4F6F7"/>
          </a:solidFill>
          <a:ln w="6858">
            <a:solidFill>
              <a:srgbClr val="A6B5BF"/>
            </a:solidFill>
          </a:ln>
        </p:spPr>
        <p:txBody>
          <a:bodyPr/>
          <a:lstStyle/>
          <a:p>
            <a:endParaRPr lang="zh-CN" altLang="en-US" sz="2000"/>
          </a:p>
        </p:txBody>
      </p:sp>
      <p:sp>
        <p:nvSpPr>
          <p:cNvPr id="391" name="euler-w-label">
            <a:extLst>
              <a:ext uri="{FF2B5EF4-FFF2-40B4-BE49-F238E27FC236}">
                <a16:creationId xmlns:a16="http://schemas.microsoft.com/office/drawing/2014/main" id="{47EC444F-64FC-407D-AD6E-18DF5C54A504}"/>
              </a:ext>
            </a:extLst>
          </p:cNvPr>
          <p:cNvSpPr>
            <a:spLocks noGrp="1"/>
          </p:cNvSpPr>
          <p:nvPr/>
        </p:nvSpPr>
        <p:spPr>
          <a:xfrm>
            <a:off x="12527280" y="2987040"/>
            <a:ext cx="792480" cy="259080"/>
          </a:xfrm>
          <a:prstGeom prst="rect">
            <a:avLst/>
          </a:prstGeom>
          <a:noFill/>
          <a:ln w="0">
            <a:noFill/>
          </a:ln>
        </p:spPr>
        <p:txBody>
          <a:bodyPr wrap="none" lIns="0" tIns="0" rIns="0" bIns="0" anchor="ctr">
            <a:noAutofit/>
          </a:bodyPr>
          <a:lstStyle/>
          <a:p>
            <a:pPr algn="ctr">
              <a:defRPr sz="1200" i="0">
                <a:solidFill>
                  <a:srgbClr val="657580"/>
                </a:solidFill>
                <a:latin typeface="Toppan Bunkyu Mincho Regular"/>
                <a:ea typeface="Toppan Bunkyu Mincho Regular"/>
                <a:cs typeface="Toppan Bunkyu Mincho Regular"/>
              </a:defRPr>
            </a:pPr>
            <a:r>
              <a:rPr sz="1400" i="0">
                <a:solidFill>
                  <a:srgbClr val="657580"/>
                </a:solidFill>
                <a:latin typeface="Toppan Bunkyu Mincho Regular"/>
                <a:ea typeface="Toppan Bunkyu Mincho Regular"/>
                <a:cs typeface="Toppan Bunkyu Mincho Regular"/>
              </a:rPr>
              <a:t>Euler step</a:t>
            </a:r>
          </a:p>
        </p:txBody>
      </p:sp>
      <p:sp>
        <p:nvSpPr>
          <p:cNvPr id="392" name="Local block arrow 22">
            <a:extLst>
              <a:ext uri="{FF2B5EF4-FFF2-40B4-BE49-F238E27FC236}">
                <a16:creationId xmlns:a16="http://schemas.microsoft.com/office/drawing/2014/main" id="{584BDC6D-7E44-46DD-B892-CCC3DA4846BE}"/>
              </a:ext>
            </a:extLst>
          </p:cNvPr>
          <p:cNvSpPr>
            <a:spLocks noGrp="1"/>
          </p:cNvSpPr>
          <p:nvPr/>
        </p:nvSpPr>
        <p:spPr>
          <a:xfrm>
            <a:off x="12207240" y="3070860"/>
            <a:ext cx="25908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393" name="Local block arrow 23">
            <a:extLst>
              <a:ext uri="{FF2B5EF4-FFF2-40B4-BE49-F238E27FC236}">
                <a16:creationId xmlns:a16="http://schemas.microsoft.com/office/drawing/2014/main" id="{81BB7B9B-7367-4C96-B6F4-E2C16FA34D7C}"/>
              </a:ext>
            </a:extLst>
          </p:cNvPr>
          <p:cNvSpPr>
            <a:spLocks noGrp="1"/>
          </p:cNvSpPr>
          <p:nvPr/>
        </p:nvSpPr>
        <p:spPr>
          <a:xfrm>
            <a:off x="13426440" y="3070860"/>
            <a:ext cx="35814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394" name="future-video-label">
            <a:extLst>
              <a:ext uri="{FF2B5EF4-FFF2-40B4-BE49-F238E27FC236}">
                <a16:creationId xmlns:a16="http://schemas.microsoft.com/office/drawing/2014/main" id="{56532D92-BF9B-4BEC-ABDC-AB4A8180DDAC}"/>
              </a:ext>
            </a:extLst>
          </p:cNvPr>
          <p:cNvSpPr>
            <a:spLocks noGrp="1"/>
          </p:cNvSpPr>
          <p:nvPr/>
        </p:nvSpPr>
        <p:spPr>
          <a:xfrm>
            <a:off x="13830300" y="2034540"/>
            <a:ext cx="1866900" cy="205740"/>
          </a:xfrm>
          <a:prstGeom prst="rect">
            <a:avLst/>
          </a:prstGeom>
          <a:noFill/>
          <a:ln w="0">
            <a:noFill/>
          </a:ln>
        </p:spPr>
        <p:txBody>
          <a:bodyPr wrap="none" lIns="0" tIns="0" rIns="0" bIns="0" anchor="ctr">
            <a:noAutofit/>
          </a:bodyPr>
          <a:lstStyle/>
          <a:p>
            <a:pPr algn="ctr">
              <a:defRPr sz="1500" i="0">
                <a:solidFill>
                  <a:srgbClr val="202B33"/>
                </a:solidFill>
                <a:latin typeface="Toppan Bunkyu Mincho Regular"/>
                <a:ea typeface="Toppan Bunkyu Mincho Regular"/>
                <a:cs typeface="Toppan Bunkyu Mincho Regular"/>
              </a:defRPr>
            </a:pPr>
            <a:r>
              <a:rPr sz="1600" i="0">
                <a:solidFill>
                  <a:srgbClr val="202B33"/>
                </a:solidFill>
                <a:latin typeface="Toppan Bunkyu Mincho Regular"/>
                <a:ea typeface="Toppan Bunkyu Mincho Regular"/>
                <a:cs typeface="Toppan Bunkyu Mincho Regular"/>
              </a:rPr>
              <a:t>Future video</a:t>
            </a:r>
          </a:p>
        </p:txBody>
      </p:sp>
      <p:pic>
        <p:nvPicPr>
          <p:cNvPr id="870" name="图片 869"/>
          <p:cNvPicPr>
            <a:picLocks noChangeAspect="1"/>
          </p:cNvPicPr>
          <p:nvPr/>
        </p:nvPicPr>
        <p:blipFill>
          <a:blip r:embed="rId73"/>
          <a:stretch/>
        </p:blipFill>
        <p:spPr>
          <a:xfrm>
            <a:off x="13830300" y="2255533"/>
            <a:ext cx="1866900" cy="622300"/>
          </a:xfrm>
          <a:prstGeom prst="rect">
            <a:avLst/>
          </a:prstGeom>
        </p:spPr>
      </p:pic>
      <p:sp>
        <p:nvSpPr>
          <p:cNvPr id="396" name="future-video-frame">
            <a:extLst>
              <a:ext uri="{FF2B5EF4-FFF2-40B4-BE49-F238E27FC236}">
                <a16:creationId xmlns:a16="http://schemas.microsoft.com/office/drawing/2014/main" id="{979BBE61-6A47-49E5-9767-FA7E1C2E921D}"/>
              </a:ext>
            </a:extLst>
          </p:cNvPr>
          <p:cNvSpPr>
            <a:spLocks noGrp="1"/>
          </p:cNvSpPr>
          <p:nvPr/>
        </p:nvSpPr>
        <p:spPr>
          <a:xfrm>
            <a:off x="13830300" y="2255520"/>
            <a:ext cx="1866900" cy="622325"/>
          </a:xfrm>
          <a:prstGeom prst="rect">
            <a:avLst/>
          </a:prstGeom>
          <a:noFill/>
          <a:ln w="6096">
            <a:solidFill>
              <a:srgbClr val="788D9C"/>
            </a:solidFill>
          </a:ln>
        </p:spPr>
        <p:txBody>
          <a:bodyPr/>
          <a:lstStyle/>
          <a:p>
            <a:endParaRPr lang="zh-CN" altLang="en-US" sz="2000"/>
          </a:p>
        </p:txBody>
      </p:sp>
      <p:sp>
        <p:nvSpPr>
          <p:cNvPr id="397" name="Local block arrow 24">
            <a:extLst>
              <a:ext uri="{FF2B5EF4-FFF2-40B4-BE49-F238E27FC236}">
                <a16:creationId xmlns:a16="http://schemas.microsoft.com/office/drawing/2014/main" id="{B6E73198-8E78-4C37-A7BE-6986BA73698A}"/>
              </a:ext>
            </a:extLst>
          </p:cNvPr>
          <p:cNvSpPr>
            <a:spLocks noGrp="1"/>
          </p:cNvSpPr>
          <p:nvPr/>
        </p:nvSpPr>
        <p:spPr>
          <a:xfrm>
            <a:off x="14710410" y="2887980"/>
            <a:ext cx="106680" cy="45720"/>
          </a:xfrm>
          <a:prstGeom prst="up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398" name="video-decoding">
            <a:extLst>
              <a:ext uri="{FF2B5EF4-FFF2-40B4-BE49-F238E27FC236}">
                <a16:creationId xmlns:a16="http://schemas.microsoft.com/office/drawing/2014/main" id="{C7DA5305-8D5D-4220-8B14-2D2124A1E935}"/>
              </a:ext>
            </a:extLst>
          </p:cNvPr>
          <p:cNvSpPr>
            <a:spLocks noGrp="1"/>
          </p:cNvSpPr>
          <p:nvPr/>
        </p:nvSpPr>
        <p:spPr>
          <a:xfrm>
            <a:off x="13830300" y="2941320"/>
            <a:ext cx="1866900" cy="365760"/>
          </a:xfrm>
          <a:prstGeom prst="roundRect">
            <a:avLst>
              <a:gd name="adj" fmla="val 8333"/>
            </a:avLst>
          </a:prstGeom>
          <a:solidFill>
            <a:srgbClr val="DDE4E8"/>
          </a:solidFill>
          <a:ln w="8382">
            <a:solidFill>
              <a:srgbClr val="788D9C"/>
            </a:solidFill>
          </a:ln>
        </p:spPr>
        <p:txBody>
          <a:bodyPr/>
          <a:lstStyle/>
          <a:p>
            <a:endParaRPr lang="zh-CN" altLang="en-US" sz="2000"/>
          </a:p>
        </p:txBody>
      </p:sp>
      <p:sp>
        <p:nvSpPr>
          <p:cNvPr id="399" name="video-decoding-title">
            <a:extLst>
              <a:ext uri="{FF2B5EF4-FFF2-40B4-BE49-F238E27FC236}">
                <a16:creationId xmlns:a16="http://schemas.microsoft.com/office/drawing/2014/main" id="{E79711C6-073A-4233-A213-8F382FEE655F}"/>
              </a:ext>
            </a:extLst>
          </p:cNvPr>
          <p:cNvSpPr>
            <a:spLocks noGrp="1"/>
          </p:cNvSpPr>
          <p:nvPr/>
        </p:nvSpPr>
        <p:spPr>
          <a:xfrm>
            <a:off x="13856970" y="2994660"/>
            <a:ext cx="1813560" cy="259080"/>
          </a:xfrm>
          <a:prstGeom prst="rect">
            <a:avLst/>
          </a:prstGeom>
          <a:noFill/>
          <a:ln w="0">
            <a:noFill/>
          </a:ln>
        </p:spPr>
        <p:txBody>
          <a:bodyPr wrap="none" lIns="0" tIns="0" rIns="0" bIns="0" anchor="ctr">
            <a:noAutofit/>
          </a:bodyPr>
          <a:lstStyle/>
          <a:p>
            <a:pPr algn="ctr">
              <a:defRPr sz="1440" i="0">
                <a:solidFill>
                  <a:srgbClr val="202B33"/>
                </a:solidFill>
                <a:latin typeface="Toppan Bunkyu Mincho Regular"/>
                <a:ea typeface="Toppan Bunkyu Mincho Regular"/>
                <a:cs typeface="Toppan Bunkyu Mincho Regular"/>
              </a:defRPr>
            </a:pPr>
            <a:r>
              <a:rPr sz="1600" i="0">
                <a:solidFill>
                  <a:srgbClr val="202B33"/>
                </a:solidFill>
                <a:latin typeface="Toppan Bunkyu Mincho Regular"/>
                <a:ea typeface="Toppan Bunkyu Mincho Regular"/>
                <a:cs typeface="Toppan Bunkyu Mincho Regular"/>
              </a:rPr>
              <a:t>VAE Decoder</a:t>
            </a:r>
          </a:p>
        </p:txBody>
      </p:sp>
      <p:sp>
        <p:nvSpPr>
          <p:cNvPr id="400" name="decoder-frozen">
            <a:extLst>
              <a:ext uri="{FF2B5EF4-FFF2-40B4-BE49-F238E27FC236}">
                <a16:creationId xmlns:a16="http://schemas.microsoft.com/office/drawing/2014/main" id="{52059764-579F-47FB-ADEA-A248FC09FE4A}"/>
              </a:ext>
            </a:extLst>
          </p:cNvPr>
          <p:cNvSpPr>
            <a:spLocks noGrp="1"/>
          </p:cNvSpPr>
          <p:nvPr/>
        </p:nvSpPr>
        <p:spPr>
          <a:xfrm>
            <a:off x="13830300" y="3352800"/>
            <a:ext cx="1866900" cy="205740"/>
          </a:xfrm>
          <a:prstGeom prst="rect">
            <a:avLst/>
          </a:prstGeom>
          <a:noFill/>
          <a:ln w="0">
            <a:noFill/>
          </a:ln>
        </p:spPr>
        <p:txBody>
          <a:bodyPr wrap="none" lIns="0" tIns="0" rIns="0" bIns="0" anchor="ctr">
            <a:noAutofit/>
          </a:bodyPr>
          <a:lstStyle/>
          <a:p>
            <a:pPr algn="ctr">
              <a:defRPr sz="1080" i="0">
                <a:solidFill>
                  <a:srgbClr val="657580"/>
                </a:solidFill>
                <a:latin typeface="Toppan Bunkyu Mincho Regular"/>
                <a:ea typeface="Toppan Bunkyu Mincho Regular"/>
                <a:cs typeface="Toppan Bunkyu Mincho Regular"/>
              </a:defRPr>
            </a:pPr>
            <a:r>
              <a:rPr sz="1600" b="1" i="1" dirty="0">
                <a:solidFill>
                  <a:schemeClr val="accent4">
                    <a:lumMod val="50000"/>
                  </a:schemeClr>
                </a:solidFill>
                <a:latin typeface="Toppan Bunkyu Mincho Regular"/>
                <a:ea typeface="Toppan Bunkyu Mincho Regular"/>
              </a:rPr>
              <a:t>Frozen</a:t>
            </a:r>
          </a:p>
        </p:txBody>
      </p:sp>
      <p:pic>
        <p:nvPicPr>
          <p:cNvPr id="876" name="图形 875"/>
          <p:cNvPicPr>
            <a:picLocks noChangeAspect="1"/>
          </p:cNvPicPr>
          <p:nvPr/>
        </p:nvPicPr>
        <p:blipFill>
          <a:blip r:embed="rId74">
            <a:extLst>
              <a:ext uri="{96DAC541-7B7A-43D3-8B79-37D633B846F1}">
                <asvg:svgBlip xmlns:asvg="http://schemas.microsoft.com/office/drawing/2016/SVG/main" r:embed="rId75"/>
              </a:ext>
            </a:extLst>
          </a:blip>
          <a:stretch/>
        </p:blipFill>
        <p:spPr>
          <a:xfrm>
            <a:off x="13561485" y="2872104"/>
            <a:ext cx="95669" cy="168913"/>
          </a:xfrm>
          <a:prstGeom prst="rect">
            <a:avLst/>
          </a:prstGeom>
        </p:spPr>
      </p:pic>
      <p:sp>
        <p:nvSpPr>
          <p:cNvPr id="402" name="action-stream-readouts-top">
            <a:extLst>
              <a:ext uri="{FF2B5EF4-FFF2-40B4-BE49-F238E27FC236}">
                <a16:creationId xmlns:a16="http://schemas.microsoft.com/office/drawing/2014/main" id="{1C5D6654-0FBE-4499-8CEE-24C4C9730A75}"/>
              </a:ext>
            </a:extLst>
          </p:cNvPr>
          <p:cNvSpPr>
            <a:spLocks noGrp="1"/>
          </p:cNvSpPr>
          <p:nvPr/>
        </p:nvSpPr>
        <p:spPr>
          <a:xfrm>
            <a:off x="11241082" y="4038600"/>
            <a:ext cx="958538" cy="50915"/>
          </a:xfrm>
          <a:custGeom>
            <a:avLst/>
            <a:gdLst/>
            <a:ahLst/>
            <a:cxnLst/>
            <a:rect l="0" t="0" r="0" b="0"/>
            <a:pathLst>
              <a:path w="1076325" h="66675">
                <a:moveTo>
                  <a:pt x="0" y="66675"/>
                </a:moveTo>
                <a:lnTo>
                  <a:pt x="66675" y="0"/>
                </a:lnTo>
                <a:lnTo>
                  <a:pt x="1076325" y="0"/>
                </a:lnTo>
                <a:lnTo>
                  <a:pt x="1009650" y="66675"/>
                </a:lnTo>
                <a:close/>
              </a:path>
            </a:pathLst>
          </a:custGeom>
          <a:solidFill>
            <a:srgbClr val="F9FAFD"/>
          </a:solidFill>
          <a:ln w="11430">
            <a:solidFill>
              <a:srgbClr val="63788A"/>
            </a:solidFill>
          </a:ln>
        </p:spPr>
        <p:txBody>
          <a:bodyPr/>
          <a:lstStyle/>
          <a:p>
            <a:endParaRPr lang="zh-CN" altLang="en-US" sz="2000"/>
          </a:p>
        </p:txBody>
      </p:sp>
      <p:sp>
        <p:nvSpPr>
          <p:cNvPr id="403" name="action-stream-readouts-side">
            <a:extLst>
              <a:ext uri="{FF2B5EF4-FFF2-40B4-BE49-F238E27FC236}">
                <a16:creationId xmlns:a16="http://schemas.microsoft.com/office/drawing/2014/main" id="{AB472BB2-65ED-4150-AEA1-30E86C1A7C84}"/>
              </a:ext>
            </a:extLst>
          </p:cNvPr>
          <p:cNvSpPr>
            <a:spLocks noGrp="1"/>
          </p:cNvSpPr>
          <p:nvPr/>
        </p:nvSpPr>
        <p:spPr>
          <a:xfrm>
            <a:off x="12140242" y="4038600"/>
            <a:ext cx="59378" cy="1571105"/>
          </a:xfrm>
          <a:custGeom>
            <a:avLst/>
            <a:gdLst/>
            <a:ahLst/>
            <a:cxnLst/>
            <a:rect l="0" t="0" r="0" b="0"/>
            <a:pathLst>
              <a:path w="66675" h="2057400">
                <a:moveTo>
                  <a:pt x="0" y="66675"/>
                </a:moveTo>
                <a:lnTo>
                  <a:pt x="66675" y="0"/>
                </a:lnTo>
                <a:lnTo>
                  <a:pt x="66675" y="1990725"/>
                </a:lnTo>
                <a:lnTo>
                  <a:pt x="0" y="2057400"/>
                </a:lnTo>
                <a:close/>
              </a:path>
            </a:pathLst>
          </a:custGeom>
          <a:solidFill>
            <a:srgbClr val="C0D0C8"/>
          </a:solidFill>
          <a:ln w="11430">
            <a:solidFill>
              <a:srgbClr val="63788A"/>
            </a:solidFill>
          </a:ln>
        </p:spPr>
        <p:txBody>
          <a:bodyPr/>
          <a:lstStyle/>
          <a:p>
            <a:endParaRPr lang="zh-CN" altLang="en-US" sz="2000"/>
          </a:p>
        </p:txBody>
      </p:sp>
      <p:sp>
        <p:nvSpPr>
          <p:cNvPr id="404" name="action-stream-readouts-front">
            <a:extLst>
              <a:ext uri="{FF2B5EF4-FFF2-40B4-BE49-F238E27FC236}">
                <a16:creationId xmlns:a16="http://schemas.microsoft.com/office/drawing/2014/main" id="{9E71FF75-3A2A-4965-BDB7-21E301305F49}"/>
              </a:ext>
            </a:extLst>
          </p:cNvPr>
          <p:cNvSpPr>
            <a:spLocks noGrp="1"/>
          </p:cNvSpPr>
          <p:nvPr/>
        </p:nvSpPr>
        <p:spPr>
          <a:xfrm>
            <a:off x="11247120" y="4091940"/>
            <a:ext cx="899160" cy="1520190"/>
          </a:xfrm>
          <a:prstGeom prst="rect">
            <a:avLst/>
          </a:prstGeom>
          <a:solidFill>
            <a:srgbClr val="EFF4F1"/>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pic>
        <p:nvPicPr>
          <p:cNvPr id="880" name="图形 879"/>
          <p:cNvPicPr>
            <a:picLocks noChangeAspect="1"/>
          </p:cNvPicPr>
          <p:nvPr/>
        </p:nvPicPr>
        <p:blipFill>
          <a:blip r:embed="rId76">
            <a:extLst>
              <a:ext uri="{96DAC541-7B7A-43D3-8B79-37D633B846F1}">
                <asvg:svgBlip xmlns:asvg="http://schemas.microsoft.com/office/drawing/2016/SVG/main" r:embed="rId77"/>
              </a:ext>
            </a:extLst>
          </a:blip>
          <a:stretch/>
        </p:blipFill>
        <p:spPr>
          <a:xfrm>
            <a:off x="11587704" y="4166364"/>
            <a:ext cx="294191" cy="322441"/>
          </a:xfrm>
          <a:prstGeom prst="rect">
            <a:avLst/>
          </a:prstGeom>
        </p:spPr>
      </p:pic>
      <p:sp>
        <p:nvSpPr>
          <p:cNvPr id="406" name="typed-head-divider">
            <a:extLst>
              <a:ext uri="{FF2B5EF4-FFF2-40B4-BE49-F238E27FC236}">
                <a16:creationId xmlns:a16="http://schemas.microsoft.com/office/drawing/2014/main" id="{AE1FCDC7-8EAD-4819-BD75-4CB16BDE98F1}"/>
              </a:ext>
            </a:extLst>
          </p:cNvPr>
          <p:cNvSpPr>
            <a:spLocks noGrp="1"/>
          </p:cNvSpPr>
          <p:nvPr/>
        </p:nvSpPr>
        <p:spPr>
          <a:xfrm>
            <a:off x="11349055" y="4853940"/>
            <a:ext cx="721025" cy="0"/>
          </a:xfrm>
          <a:prstGeom prst="line">
            <a:avLst/>
          </a:prstGeom>
          <a:noFill/>
          <a:ln w="6096">
            <a:solidFill>
              <a:srgbClr val="BECAC5"/>
            </a:solidFill>
          </a:ln>
        </p:spPr>
        <p:txBody>
          <a:bodyPr/>
          <a:lstStyle/>
          <a:p>
            <a:endParaRPr lang="zh-CN" altLang="en-US" sz="2000"/>
          </a:p>
        </p:txBody>
      </p:sp>
      <p:pic>
        <p:nvPicPr>
          <p:cNvPr id="882" name="图形 881"/>
          <p:cNvPicPr>
            <a:picLocks noChangeAspect="1"/>
          </p:cNvPicPr>
          <p:nvPr/>
        </p:nvPicPr>
        <p:blipFill>
          <a:blip r:embed="rId78">
            <a:extLst>
              <a:ext uri="{96DAC541-7B7A-43D3-8B79-37D633B846F1}">
                <asvg:svgBlip xmlns:asvg="http://schemas.microsoft.com/office/drawing/2016/SVG/main" r:embed="rId79"/>
              </a:ext>
            </a:extLst>
          </a:blip>
          <a:stretch/>
        </p:blipFill>
        <p:spPr>
          <a:xfrm>
            <a:off x="11528854" y="5200351"/>
            <a:ext cx="316392" cy="355255"/>
          </a:xfrm>
          <a:prstGeom prst="rect">
            <a:avLst/>
          </a:prstGeom>
        </p:spPr>
      </p:pic>
      <p:sp>
        <p:nvSpPr>
          <p:cNvPr id="408" name="action-readout-type">
            <a:extLst>
              <a:ext uri="{FF2B5EF4-FFF2-40B4-BE49-F238E27FC236}">
                <a16:creationId xmlns:a16="http://schemas.microsoft.com/office/drawing/2014/main" id="{5183C0B9-0BCD-43F8-900B-FE19EDFB4F44}"/>
              </a:ext>
            </a:extLst>
          </p:cNvPr>
          <p:cNvSpPr>
            <a:spLocks noGrp="1"/>
          </p:cNvSpPr>
          <p:nvPr/>
        </p:nvSpPr>
        <p:spPr>
          <a:xfrm>
            <a:off x="11265811" y="4572000"/>
            <a:ext cx="865229" cy="196388"/>
          </a:xfrm>
          <a:prstGeom prst="rect">
            <a:avLst/>
          </a:prstGeom>
          <a:noFill/>
          <a:ln w="0">
            <a:noFill/>
          </a:ln>
        </p:spPr>
        <p:txBody>
          <a:bodyPr wrap="none" lIns="0" tIns="0" rIns="0" bIns="0" anchor="ctr">
            <a:noAutofit/>
          </a:bodyPr>
          <a:lstStyle/>
          <a:p>
            <a:pPr algn="ctr">
              <a:defRPr sz="1020" i="0">
                <a:solidFill>
                  <a:srgbClr val="657580"/>
                </a:solidFill>
                <a:latin typeface="Toppan Bunkyu Mincho Regular"/>
                <a:ea typeface="Toppan Bunkyu Mincho Regular"/>
                <a:cs typeface="Toppan Bunkyu Mincho Regular"/>
              </a:defRPr>
            </a:pPr>
            <a:r>
              <a:rPr sz="1600" b="1" i="0" dirty="0">
                <a:solidFill>
                  <a:srgbClr val="657580"/>
                </a:solidFill>
                <a:latin typeface="Toppan Bunkyu Mincho Regular"/>
                <a:ea typeface="Toppan Bunkyu Mincho Regular"/>
                <a:cs typeface="Toppan Bunkyu Mincho Regular"/>
              </a:rPr>
              <a:t>Action</a:t>
            </a:r>
          </a:p>
        </p:txBody>
      </p:sp>
      <p:sp>
        <p:nvSpPr>
          <p:cNvPr id="409" name="consequence-readout-type">
            <a:extLst>
              <a:ext uri="{FF2B5EF4-FFF2-40B4-BE49-F238E27FC236}">
                <a16:creationId xmlns:a16="http://schemas.microsoft.com/office/drawing/2014/main" id="{937F3676-F556-4437-BEC9-AD3950273935}"/>
              </a:ext>
            </a:extLst>
          </p:cNvPr>
          <p:cNvSpPr>
            <a:spLocks noGrp="1"/>
          </p:cNvSpPr>
          <p:nvPr/>
        </p:nvSpPr>
        <p:spPr>
          <a:xfrm>
            <a:off x="11258191" y="4948263"/>
            <a:ext cx="865229" cy="196388"/>
          </a:xfrm>
          <a:prstGeom prst="rect">
            <a:avLst/>
          </a:prstGeom>
          <a:noFill/>
          <a:ln w="0">
            <a:noFill/>
          </a:ln>
        </p:spPr>
        <p:txBody>
          <a:bodyPr wrap="none" lIns="0" tIns="0" rIns="0" bIns="0" anchor="ctr">
            <a:noAutofit/>
          </a:bodyPr>
          <a:lstStyle/>
          <a:p>
            <a:pPr algn="ctr">
              <a:defRPr sz="900" i="0">
                <a:solidFill>
                  <a:srgbClr val="657580"/>
                </a:solidFill>
                <a:latin typeface="Toppan Bunkyu Mincho Regular"/>
                <a:ea typeface="Toppan Bunkyu Mincho Regular"/>
                <a:cs typeface="Toppan Bunkyu Mincho Regular"/>
              </a:defRPr>
            </a:pPr>
            <a:r>
              <a:rPr sz="1100" i="0" dirty="0">
                <a:solidFill>
                  <a:srgbClr val="657580"/>
                </a:solidFill>
                <a:latin typeface="Toppan Bunkyu Mincho Regular"/>
                <a:ea typeface="Toppan Bunkyu Mincho Regular"/>
                <a:cs typeface="Toppan Bunkyu Mincho Regular"/>
              </a:rPr>
              <a:t>Consequence</a:t>
            </a:r>
          </a:p>
        </p:txBody>
      </p:sp>
      <p:pic>
        <p:nvPicPr>
          <p:cNvPr id="885" name="图形 884"/>
          <p:cNvPicPr>
            <a:picLocks noChangeAspect="1"/>
          </p:cNvPicPr>
          <p:nvPr/>
        </p:nvPicPr>
        <p:blipFill>
          <a:blip r:embed="rId80">
            <a:extLst>
              <a:ext uri="{96DAC541-7B7A-43D3-8B79-37D633B846F1}">
                <asvg:svgBlip xmlns:asvg="http://schemas.microsoft.com/office/drawing/2016/SVG/main" r:embed="rId81"/>
              </a:ext>
            </a:extLst>
          </a:blip>
          <a:stretch/>
        </p:blipFill>
        <p:spPr>
          <a:xfrm>
            <a:off x="12434550" y="3620236"/>
            <a:ext cx="977940" cy="150928"/>
          </a:xfrm>
          <a:prstGeom prst="rect">
            <a:avLst/>
          </a:prstGeom>
        </p:spPr>
      </p:pic>
      <p:sp>
        <p:nvSpPr>
          <p:cNvPr id="411" name="valid-coordinate-a0">
            <a:extLst>
              <a:ext uri="{FF2B5EF4-FFF2-40B4-BE49-F238E27FC236}">
                <a16:creationId xmlns:a16="http://schemas.microsoft.com/office/drawing/2014/main" id="{12F39A47-4681-4378-B2DD-1BFC8D7B863D}"/>
              </a:ext>
            </a:extLst>
          </p:cNvPr>
          <p:cNvSpPr>
            <a:spLocks noGrp="1"/>
          </p:cNvSpPr>
          <p:nvPr/>
        </p:nvSpPr>
        <p:spPr>
          <a:xfrm>
            <a:off x="12291060" y="3878580"/>
            <a:ext cx="129540" cy="106680"/>
          </a:xfrm>
          <a:prstGeom prst="roundRect">
            <a:avLst>
              <a:gd name="adj" fmla="val 7143"/>
            </a:avLst>
          </a:prstGeom>
          <a:solidFill>
            <a:srgbClr val="4E718D"/>
          </a:solidFill>
          <a:ln w="5334">
            <a:solidFill>
              <a:srgbClr val="4E718D"/>
            </a:solidFill>
          </a:ln>
        </p:spPr>
        <p:txBody>
          <a:bodyPr/>
          <a:lstStyle/>
          <a:p>
            <a:endParaRPr lang="zh-CN" altLang="en-US" sz="2000"/>
          </a:p>
        </p:txBody>
      </p:sp>
      <p:sp>
        <p:nvSpPr>
          <p:cNvPr id="412" name="valid-coordinate-a1">
            <a:extLst>
              <a:ext uri="{FF2B5EF4-FFF2-40B4-BE49-F238E27FC236}">
                <a16:creationId xmlns:a16="http://schemas.microsoft.com/office/drawing/2014/main" id="{9B958537-2C9A-43B7-BAA4-B4009C16A8B7}"/>
              </a:ext>
            </a:extLst>
          </p:cNvPr>
          <p:cNvSpPr>
            <a:spLocks noGrp="1"/>
          </p:cNvSpPr>
          <p:nvPr/>
        </p:nvSpPr>
        <p:spPr>
          <a:xfrm>
            <a:off x="12458700" y="3878580"/>
            <a:ext cx="129540" cy="106680"/>
          </a:xfrm>
          <a:prstGeom prst="roundRect">
            <a:avLst>
              <a:gd name="adj" fmla="val 7143"/>
            </a:avLst>
          </a:prstGeom>
          <a:solidFill>
            <a:srgbClr val="4E718D"/>
          </a:solidFill>
          <a:ln w="5334">
            <a:solidFill>
              <a:srgbClr val="4E718D"/>
            </a:solidFill>
          </a:ln>
        </p:spPr>
        <p:txBody>
          <a:bodyPr/>
          <a:lstStyle/>
          <a:p>
            <a:endParaRPr lang="zh-CN" altLang="en-US" sz="2000"/>
          </a:p>
        </p:txBody>
      </p:sp>
      <p:sp>
        <p:nvSpPr>
          <p:cNvPr id="413" name="valid-coordinate-a2">
            <a:extLst>
              <a:ext uri="{FF2B5EF4-FFF2-40B4-BE49-F238E27FC236}">
                <a16:creationId xmlns:a16="http://schemas.microsoft.com/office/drawing/2014/main" id="{7D7D6D63-194D-4125-873D-63BF1DF2E12E}"/>
              </a:ext>
            </a:extLst>
          </p:cNvPr>
          <p:cNvSpPr>
            <a:spLocks noGrp="1"/>
          </p:cNvSpPr>
          <p:nvPr/>
        </p:nvSpPr>
        <p:spPr>
          <a:xfrm>
            <a:off x="12626340" y="3878580"/>
            <a:ext cx="129540" cy="106680"/>
          </a:xfrm>
          <a:prstGeom prst="roundRect">
            <a:avLst>
              <a:gd name="adj" fmla="val 7143"/>
            </a:avLst>
          </a:prstGeom>
          <a:solidFill>
            <a:srgbClr val="4E718D"/>
          </a:solidFill>
          <a:ln w="5334">
            <a:solidFill>
              <a:srgbClr val="4E718D"/>
            </a:solidFill>
          </a:ln>
        </p:spPr>
        <p:txBody>
          <a:bodyPr/>
          <a:lstStyle/>
          <a:p>
            <a:endParaRPr lang="zh-CN" altLang="en-US" sz="2000"/>
          </a:p>
        </p:txBody>
      </p:sp>
      <p:sp>
        <p:nvSpPr>
          <p:cNvPr id="414" name="valid-coordinate-a3">
            <a:extLst>
              <a:ext uri="{FF2B5EF4-FFF2-40B4-BE49-F238E27FC236}">
                <a16:creationId xmlns:a16="http://schemas.microsoft.com/office/drawing/2014/main" id="{AC966054-6CEF-42FA-AFD9-0836FAFC440C}"/>
              </a:ext>
            </a:extLst>
          </p:cNvPr>
          <p:cNvSpPr>
            <a:spLocks noGrp="1"/>
          </p:cNvSpPr>
          <p:nvPr/>
        </p:nvSpPr>
        <p:spPr>
          <a:xfrm>
            <a:off x="12793980" y="3878580"/>
            <a:ext cx="129540" cy="106680"/>
          </a:xfrm>
          <a:prstGeom prst="roundRect">
            <a:avLst>
              <a:gd name="adj" fmla="val 7143"/>
            </a:avLst>
          </a:prstGeom>
          <a:solidFill>
            <a:srgbClr val="F4F5F6"/>
          </a:solidFill>
          <a:ln w="5334">
            <a:solidFill>
              <a:srgbClr val="CBD1D5"/>
            </a:solidFill>
          </a:ln>
        </p:spPr>
        <p:txBody>
          <a:bodyPr/>
          <a:lstStyle/>
          <a:p>
            <a:endParaRPr lang="zh-CN" altLang="en-US" sz="2000"/>
          </a:p>
        </p:txBody>
      </p:sp>
      <p:sp>
        <p:nvSpPr>
          <p:cNvPr id="415" name="masked-coordinate-a">
            <a:extLst>
              <a:ext uri="{FF2B5EF4-FFF2-40B4-BE49-F238E27FC236}">
                <a16:creationId xmlns:a16="http://schemas.microsoft.com/office/drawing/2014/main" id="{CE5DCCEE-0E26-4C24-9544-6741B35B8395}"/>
              </a:ext>
            </a:extLst>
          </p:cNvPr>
          <p:cNvSpPr>
            <a:spLocks noGrp="1"/>
          </p:cNvSpPr>
          <p:nvPr/>
        </p:nvSpPr>
        <p:spPr>
          <a:xfrm flipV="1">
            <a:off x="12816840" y="3901440"/>
            <a:ext cx="76200" cy="53340"/>
          </a:xfrm>
          <a:prstGeom prst="line">
            <a:avLst/>
          </a:prstGeom>
          <a:noFill/>
          <a:ln w="6096">
            <a:solidFill>
              <a:srgbClr val="BEC6CC"/>
            </a:solidFill>
          </a:ln>
        </p:spPr>
        <p:txBody>
          <a:bodyPr/>
          <a:lstStyle/>
          <a:p>
            <a:endParaRPr lang="zh-CN" altLang="en-US" sz="2000"/>
          </a:p>
        </p:txBody>
      </p:sp>
      <p:sp>
        <p:nvSpPr>
          <p:cNvPr id="416" name="valid-coordinate-a4">
            <a:extLst>
              <a:ext uri="{FF2B5EF4-FFF2-40B4-BE49-F238E27FC236}">
                <a16:creationId xmlns:a16="http://schemas.microsoft.com/office/drawing/2014/main" id="{BAD80C5A-E054-4B10-BAB3-09477688F355}"/>
              </a:ext>
            </a:extLst>
          </p:cNvPr>
          <p:cNvSpPr>
            <a:spLocks noGrp="1"/>
          </p:cNvSpPr>
          <p:nvPr/>
        </p:nvSpPr>
        <p:spPr>
          <a:xfrm>
            <a:off x="12961620" y="3878580"/>
            <a:ext cx="129540" cy="106680"/>
          </a:xfrm>
          <a:prstGeom prst="roundRect">
            <a:avLst>
              <a:gd name="adj" fmla="val 7143"/>
            </a:avLst>
          </a:prstGeom>
          <a:solidFill>
            <a:srgbClr val="4E718D"/>
          </a:solidFill>
          <a:ln w="5334">
            <a:solidFill>
              <a:srgbClr val="4E718D"/>
            </a:solidFill>
          </a:ln>
        </p:spPr>
        <p:txBody>
          <a:bodyPr/>
          <a:lstStyle/>
          <a:p>
            <a:endParaRPr lang="zh-CN" altLang="en-US" sz="2000"/>
          </a:p>
        </p:txBody>
      </p:sp>
      <p:pic>
        <p:nvPicPr>
          <p:cNvPr id="892" name="图形 891"/>
          <p:cNvPicPr>
            <a:picLocks noChangeAspect="1"/>
          </p:cNvPicPr>
          <p:nvPr/>
        </p:nvPicPr>
        <p:blipFill>
          <a:blip r:embed="rId82">
            <a:extLst>
              <a:ext uri="{96DAC541-7B7A-43D3-8B79-37D633B846F1}">
                <asvg:svgBlip xmlns:asvg="http://schemas.microsoft.com/office/drawing/2016/SVG/main" r:embed="rId83"/>
              </a:ext>
            </a:extLst>
          </a:blip>
          <a:stretch/>
        </p:blipFill>
        <p:spPr>
          <a:xfrm>
            <a:off x="13322459" y="3854071"/>
            <a:ext cx="223202" cy="170938"/>
          </a:xfrm>
          <a:prstGeom prst="rect">
            <a:avLst/>
          </a:prstGeom>
        </p:spPr>
      </p:pic>
      <p:sp>
        <p:nvSpPr>
          <p:cNvPr id="418" name="Local block arrow 25">
            <a:extLst>
              <a:ext uri="{FF2B5EF4-FFF2-40B4-BE49-F238E27FC236}">
                <a16:creationId xmlns:a16="http://schemas.microsoft.com/office/drawing/2014/main" id="{C621C927-1907-4A98-B64C-643E848FF875}"/>
              </a:ext>
            </a:extLst>
          </p:cNvPr>
          <p:cNvSpPr>
            <a:spLocks noGrp="1"/>
          </p:cNvSpPr>
          <p:nvPr/>
        </p:nvSpPr>
        <p:spPr>
          <a:xfrm>
            <a:off x="12268200" y="4084320"/>
            <a:ext cx="106680" cy="182880"/>
          </a:xfrm>
          <a:prstGeom prst="up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419" name="euler-a">
            <a:extLst>
              <a:ext uri="{FF2B5EF4-FFF2-40B4-BE49-F238E27FC236}">
                <a16:creationId xmlns:a16="http://schemas.microsoft.com/office/drawing/2014/main" id="{CD22A940-68EB-4B2A-99FC-F6A865FE2BA1}"/>
              </a:ext>
            </a:extLst>
          </p:cNvPr>
          <p:cNvSpPr>
            <a:spLocks noGrp="1"/>
          </p:cNvSpPr>
          <p:nvPr/>
        </p:nvSpPr>
        <p:spPr>
          <a:xfrm>
            <a:off x="12496800" y="4160520"/>
            <a:ext cx="853440" cy="365760"/>
          </a:xfrm>
          <a:prstGeom prst="roundRect">
            <a:avLst>
              <a:gd name="adj" fmla="val 6250"/>
            </a:avLst>
          </a:prstGeom>
          <a:solidFill>
            <a:srgbClr val="F4F6F7"/>
          </a:solidFill>
          <a:ln w="6858">
            <a:solidFill>
              <a:srgbClr val="A6B5BF"/>
            </a:solidFill>
          </a:ln>
        </p:spPr>
        <p:txBody>
          <a:bodyPr/>
          <a:lstStyle/>
          <a:p>
            <a:endParaRPr lang="zh-CN" altLang="en-US" sz="2000"/>
          </a:p>
        </p:txBody>
      </p:sp>
      <p:sp>
        <p:nvSpPr>
          <p:cNvPr id="420" name="euler-a-label">
            <a:extLst>
              <a:ext uri="{FF2B5EF4-FFF2-40B4-BE49-F238E27FC236}">
                <a16:creationId xmlns:a16="http://schemas.microsoft.com/office/drawing/2014/main" id="{93005D3F-282B-4E3D-B184-3F26BD95679E}"/>
              </a:ext>
            </a:extLst>
          </p:cNvPr>
          <p:cNvSpPr>
            <a:spLocks noGrp="1"/>
          </p:cNvSpPr>
          <p:nvPr/>
        </p:nvSpPr>
        <p:spPr>
          <a:xfrm>
            <a:off x="12527280" y="4206240"/>
            <a:ext cx="792480" cy="259080"/>
          </a:xfrm>
          <a:prstGeom prst="rect">
            <a:avLst/>
          </a:prstGeom>
          <a:noFill/>
          <a:ln w="0">
            <a:noFill/>
          </a:ln>
        </p:spPr>
        <p:txBody>
          <a:bodyPr wrap="none" lIns="0" tIns="0" rIns="0" bIns="0" anchor="ctr">
            <a:noAutofit/>
          </a:bodyPr>
          <a:lstStyle/>
          <a:p>
            <a:pPr algn="ctr">
              <a:defRPr sz="1200" i="0">
                <a:solidFill>
                  <a:srgbClr val="657580"/>
                </a:solidFill>
                <a:latin typeface="Toppan Bunkyu Mincho Regular"/>
                <a:ea typeface="Toppan Bunkyu Mincho Regular"/>
                <a:cs typeface="Toppan Bunkyu Mincho Regular"/>
              </a:defRPr>
            </a:pPr>
            <a:r>
              <a:rPr sz="1400" i="0">
                <a:solidFill>
                  <a:srgbClr val="657580"/>
                </a:solidFill>
                <a:latin typeface="Toppan Bunkyu Mincho Regular"/>
                <a:ea typeface="Toppan Bunkyu Mincho Regular"/>
                <a:cs typeface="Toppan Bunkyu Mincho Regular"/>
              </a:rPr>
              <a:t>Euler step</a:t>
            </a:r>
          </a:p>
        </p:txBody>
      </p:sp>
      <p:sp>
        <p:nvSpPr>
          <p:cNvPr id="421" name="Local block arrow 26">
            <a:extLst>
              <a:ext uri="{FF2B5EF4-FFF2-40B4-BE49-F238E27FC236}">
                <a16:creationId xmlns:a16="http://schemas.microsoft.com/office/drawing/2014/main" id="{B2CF3735-C177-4B91-A702-2F58EAA2E64E}"/>
              </a:ext>
            </a:extLst>
          </p:cNvPr>
          <p:cNvSpPr>
            <a:spLocks noGrp="1"/>
          </p:cNvSpPr>
          <p:nvPr/>
        </p:nvSpPr>
        <p:spPr>
          <a:xfrm>
            <a:off x="12207240" y="4290060"/>
            <a:ext cx="25908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422" name="Local block arrow 27">
            <a:extLst>
              <a:ext uri="{FF2B5EF4-FFF2-40B4-BE49-F238E27FC236}">
                <a16:creationId xmlns:a16="http://schemas.microsoft.com/office/drawing/2014/main" id="{3AC0B5A2-AEEA-46EA-B5B8-A5E5049A814A}"/>
              </a:ext>
            </a:extLst>
          </p:cNvPr>
          <p:cNvSpPr>
            <a:spLocks noGrp="1"/>
          </p:cNvSpPr>
          <p:nvPr/>
        </p:nvSpPr>
        <p:spPr>
          <a:xfrm>
            <a:off x="13426440" y="4290060"/>
            <a:ext cx="35814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pic>
        <p:nvPicPr>
          <p:cNvPr id="898" name="图形 897"/>
          <p:cNvPicPr>
            <a:picLocks noChangeAspect="1"/>
          </p:cNvPicPr>
          <p:nvPr/>
        </p:nvPicPr>
        <p:blipFill>
          <a:blip r:embed="rId84">
            <a:extLst>
              <a:ext uri="{96DAC541-7B7A-43D3-8B79-37D633B846F1}">
                <asvg:svgBlip xmlns:asvg="http://schemas.microsoft.com/office/drawing/2016/SVG/main" r:embed="rId85"/>
              </a:ext>
            </a:extLst>
          </a:blip>
          <a:stretch/>
        </p:blipFill>
        <p:spPr>
          <a:xfrm>
            <a:off x="12451905" y="4687036"/>
            <a:ext cx="943230" cy="150928"/>
          </a:xfrm>
          <a:prstGeom prst="rect">
            <a:avLst/>
          </a:prstGeom>
        </p:spPr>
      </p:pic>
      <p:sp>
        <p:nvSpPr>
          <p:cNvPr id="424" name="valid-coordinate-c0">
            <a:extLst>
              <a:ext uri="{FF2B5EF4-FFF2-40B4-BE49-F238E27FC236}">
                <a16:creationId xmlns:a16="http://schemas.microsoft.com/office/drawing/2014/main" id="{8FDEFD42-D26A-4C67-B503-C31C6F3F182B}"/>
              </a:ext>
            </a:extLst>
          </p:cNvPr>
          <p:cNvSpPr>
            <a:spLocks noGrp="1"/>
          </p:cNvSpPr>
          <p:nvPr/>
        </p:nvSpPr>
        <p:spPr>
          <a:xfrm>
            <a:off x="12291060" y="4945380"/>
            <a:ext cx="129540" cy="106680"/>
          </a:xfrm>
          <a:prstGeom prst="roundRect">
            <a:avLst>
              <a:gd name="adj" fmla="val 7143"/>
            </a:avLst>
          </a:prstGeom>
          <a:solidFill>
            <a:srgbClr val="668B80"/>
          </a:solidFill>
          <a:ln w="5334">
            <a:solidFill>
              <a:srgbClr val="668B80"/>
            </a:solidFill>
          </a:ln>
        </p:spPr>
        <p:txBody>
          <a:bodyPr/>
          <a:lstStyle/>
          <a:p>
            <a:endParaRPr lang="zh-CN" altLang="en-US" sz="2000"/>
          </a:p>
        </p:txBody>
      </p:sp>
      <p:sp>
        <p:nvSpPr>
          <p:cNvPr id="425" name="valid-coordinate-c1">
            <a:extLst>
              <a:ext uri="{FF2B5EF4-FFF2-40B4-BE49-F238E27FC236}">
                <a16:creationId xmlns:a16="http://schemas.microsoft.com/office/drawing/2014/main" id="{D3730D33-51CD-4295-8836-0B8FDA9826D5}"/>
              </a:ext>
            </a:extLst>
          </p:cNvPr>
          <p:cNvSpPr>
            <a:spLocks noGrp="1"/>
          </p:cNvSpPr>
          <p:nvPr/>
        </p:nvSpPr>
        <p:spPr>
          <a:xfrm>
            <a:off x="12458700" y="4945380"/>
            <a:ext cx="129540" cy="106680"/>
          </a:xfrm>
          <a:prstGeom prst="roundRect">
            <a:avLst>
              <a:gd name="adj" fmla="val 7143"/>
            </a:avLst>
          </a:prstGeom>
          <a:solidFill>
            <a:srgbClr val="668B80"/>
          </a:solidFill>
          <a:ln w="5334">
            <a:solidFill>
              <a:srgbClr val="668B80"/>
            </a:solidFill>
          </a:ln>
        </p:spPr>
        <p:txBody>
          <a:bodyPr/>
          <a:lstStyle/>
          <a:p>
            <a:endParaRPr lang="zh-CN" altLang="en-US" sz="2000"/>
          </a:p>
        </p:txBody>
      </p:sp>
      <p:sp>
        <p:nvSpPr>
          <p:cNvPr id="426" name="valid-coordinate-c2">
            <a:extLst>
              <a:ext uri="{FF2B5EF4-FFF2-40B4-BE49-F238E27FC236}">
                <a16:creationId xmlns:a16="http://schemas.microsoft.com/office/drawing/2014/main" id="{1783AE38-2B77-46C7-B638-D031D59BC842}"/>
              </a:ext>
            </a:extLst>
          </p:cNvPr>
          <p:cNvSpPr>
            <a:spLocks noGrp="1"/>
          </p:cNvSpPr>
          <p:nvPr/>
        </p:nvSpPr>
        <p:spPr>
          <a:xfrm>
            <a:off x="12626340" y="4945380"/>
            <a:ext cx="129540" cy="106680"/>
          </a:xfrm>
          <a:prstGeom prst="roundRect">
            <a:avLst>
              <a:gd name="adj" fmla="val 7143"/>
            </a:avLst>
          </a:prstGeom>
          <a:solidFill>
            <a:srgbClr val="668B80"/>
          </a:solidFill>
          <a:ln w="5334">
            <a:solidFill>
              <a:srgbClr val="668B80"/>
            </a:solidFill>
          </a:ln>
        </p:spPr>
        <p:txBody>
          <a:bodyPr/>
          <a:lstStyle/>
          <a:p>
            <a:endParaRPr lang="zh-CN" altLang="en-US" sz="2000"/>
          </a:p>
        </p:txBody>
      </p:sp>
      <p:sp>
        <p:nvSpPr>
          <p:cNvPr id="427" name="valid-coordinate-c3">
            <a:extLst>
              <a:ext uri="{FF2B5EF4-FFF2-40B4-BE49-F238E27FC236}">
                <a16:creationId xmlns:a16="http://schemas.microsoft.com/office/drawing/2014/main" id="{B310D53F-B2D2-432E-A468-533A3153666E}"/>
              </a:ext>
            </a:extLst>
          </p:cNvPr>
          <p:cNvSpPr>
            <a:spLocks noGrp="1"/>
          </p:cNvSpPr>
          <p:nvPr/>
        </p:nvSpPr>
        <p:spPr>
          <a:xfrm>
            <a:off x="12793980" y="4945380"/>
            <a:ext cx="129540" cy="106680"/>
          </a:xfrm>
          <a:prstGeom prst="roundRect">
            <a:avLst>
              <a:gd name="adj" fmla="val 7143"/>
            </a:avLst>
          </a:prstGeom>
          <a:solidFill>
            <a:srgbClr val="F4F5F6"/>
          </a:solidFill>
          <a:ln w="5334">
            <a:solidFill>
              <a:srgbClr val="CBD1D5"/>
            </a:solidFill>
          </a:ln>
        </p:spPr>
        <p:txBody>
          <a:bodyPr/>
          <a:lstStyle/>
          <a:p>
            <a:endParaRPr lang="zh-CN" altLang="en-US" sz="2000"/>
          </a:p>
        </p:txBody>
      </p:sp>
      <p:sp>
        <p:nvSpPr>
          <p:cNvPr id="428" name="masked-coordinate-c">
            <a:extLst>
              <a:ext uri="{FF2B5EF4-FFF2-40B4-BE49-F238E27FC236}">
                <a16:creationId xmlns:a16="http://schemas.microsoft.com/office/drawing/2014/main" id="{E2B9A916-64F7-4CAC-A6A4-3BD127734652}"/>
              </a:ext>
            </a:extLst>
          </p:cNvPr>
          <p:cNvSpPr>
            <a:spLocks noGrp="1"/>
          </p:cNvSpPr>
          <p:nvPr/>
        </p:nvSpPr>
        <p:spPr>
          <a:xfrm flipV="1">
            <a:off x="12816840" y="4968240"/>
            <a:ext cx="76200" cy="53340"/>
          </a:xfrm>
          <a:prstGeom prst="line">
            <a:avLst/>
          </a:prstGeom>
          <a:noFill/>
          <a:ln w="6096">
            <a:solidFill>
              <a:srgbClr val="BEC6CC"/>
            </a:solidFill>
          </a:ln>
        </p:spPr>
        <p:txBody>
          <a:bodyPr/>
          <a:lstStyle/>
          <a:p>
            <a:endParaRPr lang="zh-CN" altLang="en-US" sz="2000"/>
          </a:p>
        </p:txBody>
      </p:sp>
      <p:sp>
        <p:nvSpPr>
          <p:cNvPr id="429" name="valid-coordinate-c4">
            <a:extLst>
              <a:ext uri="{FF2B5EF4-FFF2-40B4-BE49-F238E27FC236}">
                <a16:creationId xmlns:a16="http://schemas.microsoft.com/office/drawing/2014/main" id="{CE46C3F0-3C9C-4036-8F9E-E48BDCAF8525}"/>
              </a:ext>
            </a:extLst>
          </p:cNvPr>
          <p:cNvSpPr>
            <a:spLocks noGrp="1"/>
          </p:cNvSpPr>
          <p:nvPr/>
        </p:nvSpPr>
        <p:spPr>
          <a:xfrm>
            <a:off x="12961620" y="4945380"/>
            <a:ext cx="129540" cy="106680"/>
          </a:xfrm>
          <a:prstGeom prst="roundRect">
            <a:avLst>
              <a:gd name="adj" fmla="val 7143"/>
            </a:avLst>
          </a:prstGeom>
          <a:solidFill>
            <a:srgbClr val="668B80"/>
          </a:solidFill>
          <a:ln w="5334">
            <a:solidFill>
              <a:srgbClr val="668B80"/>
            </a:solidFill>
          </a:ln>
        </p:spPr>
        <p:txBody>
          <a:bodyPr/>
          <a:lstStyle/>
          <a:p>
            <a:endParaRPr lang="zh-CN" altLang="en-US" sz="2000"/>
          </a:p>
        </p:txBody>
      </p:sp>
      <p:pic>
        <p:nvPicPr>
          <p:cNvPr id="905" name="图形 904"/>
          <p:cNvPicPr>
            <a:picLocks noChangeAspect="1"/>
          </p:cNvPicPr>
          <p:nvPr/>
        </p:nvPicPr>
        <p:blipFill>
          <a:blip r:embed="rId86">
            <a:extLst>
              <a:ext uri="{96DAC541-7B7A-43D3-8B79-37D633B846F1}">
                <asvg:svgBlip xmlns:asvg="http://schemas.microsoft.com/office/drawing/2016/SVG/main" r:embed="rId87"/>
              </a:ext>
            </a:extLst>
          </a:blip>
          <a:stretch/>
        </p:blipFill>
        <p:spPr>
          <a:xfrm>
            <a:off x="13326382" y="4920871"/>
            <a:ext cx="215356" cy="170938"/>
          </a:xfrm>
          <a:prstGeom prst="rect">
            <a:avLst/>
          </a:prstGeom>
        </p:spPr>
      </p:pic>
      <p:sp>
        <p:nvSpPr>
          <p:cNvPr id="431" name="Local block arrow 28">
            <a:extLst>
              <a:ext uri="{FF2B5EF4-FFF2-40B4-BE49-F238E27FC236}">
                <a16:creationId xmlns:a16="http://schemas.microsoft.com/office/drawing/2014/main" id="{8AB46FBF-46BD-4584-9EF3-507A3AC0911A}"/>
              </a:ext>
            </a:extLst>
          </p:cNvPr>
          <p:cNvSpPr>
            <a:spLocks noGrp="1"/>
          </p:cNvSpPr>
          <p:nvPr/>
        </p:nvSpPr>
        <p:spPr>
          <a:xfrm>
            <a:off x="12268200" y="5151120"/>
            <a:ext cx="106680" cy="182880"/>
          </a:xfrm>
          <a:prstGeom prst="up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432" name="euler-c">
            <a:extLst>
              <a:ext uri="{FF2B5EF4-FFF2-40B4-BE49-F238E27FC236}">
                <a16:creationId xmlns:a16="http://schemas.microsoft.com/office/drawing/2014/main" id="{D58BBD28-7126-40ED-84AD-EFA7E39B69AB}"/>
              </a:ext>
            </a:extLst>
          </p:cNvPr>
          <p:cNvSpPr>
            <a:spLocks noGrp="1"/>
          </p:cNvSpPr>
          <p:nvPr/>
        </p:nvSpPr>
        <p:spPr>
          <a:xfrm>
            <a:off x="12496800" y="5227320"/>
            <a:ext cx="853440" cy="365760"/>
          </a:xfrm>
          <a:prstGeom prst="roundRect">
            <a:avLst>
              <a:gd name="adj" fmla="val 6250"/>
            </a:avLst>
          </a:prstGeom>
          <a:solidFill>
            <a:srgbClr val="F4F6F7"/>
          </a:solidFill>
          <a:ln w="6858">
            <a:solidFill>
              <a:srgbClr val="A6B5BF"/>
            </a:solidFill>
          </a:ln>
        </p:spPr>
        <p:txBody>
          <a:bodyPr/>
          <a:lstStyle/>
          <a:p>
            <a:endParaRPr lang="zh-CN" altLang="en-US" sz="2000"/>
          </a:p>
        </p:txBody>
      </p:sp>
      <p:sp>
        <p:nvSpPr>
          <p:cNvPr id="433" name="euler-c-label">
            <a:extLst>
              <a:ext uri="{FF2B5EF4-FFF2-40B4-BE49-F238E27FC236}">
                <a16:creationId xmlns:a16="http://schemas.microsoft.com/office/drawing/2014/main" id="{1F6900A7-3D99-4389-80A5-AD6DD8C899F6}"/>
              </a:ext>
            </a:extLst>
          </p:cNvPr>
          <p:cNvSpPr>
            <a:spLocks noGrp="1"/>
          </p:cNvSpPr>
          <p:nvPr/>
        </p:nvSpPr>
        <p:spPr>
          <a:xfrm>
            <a:off x="12527280" y="5273040"/>
            <a:ext cx="792480" cy="259080"/>
          </a:xfrm>
          <a:prstGeom prst="rect">
            <a:avLst/>
          </a:prstGeom>
          <a:noFill/>
          <a:ln w="0">
            <a:noFill/>
          </a:ln>
        </p:spPr>
        <p:txBody>
          <a:bodyPr wrap="none" lIns="0" tIns="0" rIns="0" bIns="0" anchor="ctr">
            <a:noAutofit/>
          </a:bodyPr>
          <a:lstStyle/>
          <a:p>
            <a:pPr algn="ctr">
              <a:defRPr sz="1200" i="0">
                <a:solidFill>
                  <a:srgbClr val="657580"/>
                </a:solidFill>
                <a:latin typeface="Toppan Bunkyu Mincho Regular"/>
                <a:ea typeface="Toppan Bunkyu Mincho Regular"/>
                <a:cs typeface="Toppan Bunkyu Mincho Regular"/>
              </a:defRPr>
            </a:pPr>
            <a:r>
              <a:rPr sz="1400" i="0">
                <a:solidFill>
                  <a:srgbClr val="657580"/>
                </a:solidFill>
                <a:latin typeface="Toppan Bunkyu Mincho Regular"/>
                <a:ea typeface="Toppan Bunkyu Mincho Regular"/>
                <a:cs typeface="Toppan Bunkyu Mincho Regular"/>
              </a:rPr>
              <a:t>Euler step</a:t>
            </a:r>
          </a:p>
        </p:txBody>
      </p:sp>
      <p:sp>
        <p:nvSpPr>
          <p:cNvPr id="434" name="Local block arrow 29">
            <a:extLst>
              <a:ext uri="{FF2B5EF4-FFF2-40B4-BE49-F238E27FC236}">
                <a16:creationId xmlns:a16="http://schemas.microsoft.com/office/drawing/2014/main" id="{2CED90B8-C099-4CFF-8EC4-0DE54A663456}"/>
              </a:ext>
            </a:extLst>
          </p:cNvPr>
          <p:cNvSpPr>
            <a:spLocks noGrp="1"/>
          </p:cNvSpPr>
          <p:nvPr/>
        </p:nvSpPr>
        <p:spPr>
          <a:xfrm>
            <a:off x="12207240" y="5356860"/>
            <a:ext cx="25908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435" name="Local block arrow 30">
            <a:extLst>
              <a:ext uri="{FF2B5EF4-FFF2-40B4-BE49-F238E27FC236}">
                <a16:creationId xmlns:a16="http://schemas.microsoft.com/office/drawing/2014/main" id="{0FEBE921-9C98-4A55-9D46-3DB69B64287B}"/>
              </a:ext>
            </a:extLst>
          </p:cNvPr>
          <p:cNvSpPr>
            <a:spLocks noGrp="1"/>
          </p:cNvSpPr>
          <p:nvPr/>
        </p:nvSpPr>
        <p:spPr>
          <a:xfrm>
            <a:off x="13426440" y="5356860"/>
            <a:ext cx="358140" cy="106680"/>
          </a:xfrm>
          <a:prstGeom prst="right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436" name="output-separator-1">
            <a:extLst>
              <a:ext uri="{FF2B5EF4-FFF2-40B4-BE49-F238E27FC236}">
                <a16:creationId xmlns:a16="http://schemas.microsoft.com/office/drawing/2014/main" id="{DA39D660-FA05-459B-B54A-30B14C33C772}"/>
              </a:ext>
            </a:extLst>
          </p:cNvPr>
          <p:cNvSpPr>
            <a:spLocks noGrp="1"/>
          </p:cNvSpPr>
          <p:nvPr/>
        </p:nvSpPr>
        <p:spPr>
          <a:xfrm>
            <a:off x="13830300" y="3710940"/>
            <a:ext cx="1866900" cy="0"/>
          </a:xfrm>
          <a:prstGeom prst="line">
            <a:avLst/>
          </a:prstGeom>
          <a:noFill/>
          <a:ln w="6096">
            <a:solidFill>
              <a:srgbClr val="CCD5DB"/>
            </a:solidFill>
          </a:ln>
        </p:spPr>
        <p:txBody>
          <a:bodyPr/>
          <a:lstStyle/>
          <a:p>
            <a:endParaRPr lang="zh-CN" altLang="en-US" sz="2000"/>
          </a:p>
        </p:txBody>
      </p:sp>
      <p:sp>
        <p:nvSpPr>
          <p:cNvPr id="437" name="action-output-label">
            <a:extLst>
              <a:ext uri="{FF2B5EF4-FFF2-40B4-BE49-F238E27FC236}">
                <a16:creationId xmlns:a16="http://schemas.microsoft.com/office/drawing/2014/main" id="{8B6F7739-FB16-40C1-BF58-4A33FC65D97E}"/>
              </a:ext>
            </a:extLst>
          </p:cNvPr>
          <p:cNvSpPr>
            <a:spLocks noGrp="1"/>
          </p:cNvSpPr>
          <p:nvPr/>
        </p:nvSpPr>
        <p:spPr>
          <a:xfrm>
            <a:off x="13830300" y="3817620"/>
            <a:ext cx="1866900" cy="236220"/>
          </a:xfrm>
          <a:prstGeom prst="rect">
            <a:avLst/>
          </a:prstGeom>
          <a:noFill/>
          <a:ln w="0">
            <a:noFill/>
          </a:ln>
        </p:spPr>
        <p:txBody>
          <a:bodyPr wrap="none" lIns="0" tIns="0" rIns="0" bIns="0" anchor="ctr">
            <a:noAutofit/>
          </a:bodyPr>
          <a:lstStyle/>
          <a:p>
            <a:pPr algn="ctr">
              <a:defRPr sz="1500" i="0">
                <a:solidFill>
                  <a:srgbClr val="202B33"/>
                </a:solidFill>
                <a:latin typeface="Toppan Bunkyu Mincho Regular"/>
                <a:ea typeface="Toppan Bunkyu Mincho Regular"/>
                <a:cs typeface="Toppan Bunkyu Mincho Regular"/>
              </a:defRPr>
            </a:pPr>
            <a:r>
              <a:rPr sz="1600" i="0" dirty="0">
                <a:solidFill>
                  <a:srgbClr val="202B33"/>
                </a:solidFill>
                <a:latin typeface="Toppan Bunkyu Mincho Regular"/>
                <a:ea typeface="Toppan Bunkyu Mincho Regular"/>
                <a:cs typeface="Toppan Bunkyu Mincho Regular"/>
              </a:rPr>
              <a:t>Action chunk</a:t>
            </a:r>
          </a:p>
        </p:txBody>
      </p:sp>
      <p:sp>
        <p:nvSpPr>
          <p:cNvPr id="438" name="motor-command-sequence-top">
            <a:extLst>
              <a:ext uri="{FF2B5EF4-FFF2-40B4-BE49-F238E27FC236}">
                <a16:creationId xmlns:a16="http://schemas.microsoft.com/office/drawing/2014/main" id="{41E7006E-49D5-4F72-B5E1-FF6429F74CEF}"/>
              </a:ext>
            </a:extLst>
          </p:cNvPr>
          <p:cNvSpPr>
            <a:spLocks noGrp="1"/>
          </p:cNvSpPr>
          <p:nvPr/>
        </p:nvSpPr>
        <p:spPr>
          <a:xfrm>
            <a:off x="13830300" y="4099560"/>
            <a:ext cx="1851660" cy="45720"/>
          </a:xfrm>
          <a:custGeom>
            <a:avLst/>
            <a:gdLst/>
            <a:ahLst/>
            <a:cxnLst/>
            <a:rect l="0" t="0" r="0" b="0"/>
            <a:pathLst>
              <a:path w="2314575" h="57150">
                <a:moveTo>
                  <a:pt x="0" y="57150"/>
                </a:moveTo>
                <a:lnTo>
                  <a:pt x="57150" y="0"/>
                </a:lnTo>
                <a:lnTo>
                  <a:pt x="2314575" y="0"/>
                </a:lnTo>
                <a:lnTo>
                  <a:pt x="2257425" y="57150"/>
                </a:lnTo>
                <a:close/>
              </a:path>
            </a:pathLst>
          </a:custGeom>
          <a:solidFill>
            <a:srgbClr val="F9FAFD"/>
          </a:solidFill>
          <a:ln w="11430">
            <a:solidFill>
              <a:srgbClr val="63788A"/>
            </a:solidFill>
          </a:ln>
        </p:spPr>
        <p:txBody>
          <a:bodyPr/>
          <a:lstStyle/>
          <a:p>
            <a:endParaRPr lang="zh-CN" altLang="en-US" sz="2000"/>
          </a:p>
        </p:txBody>
      </p:sp>
      <p:sp>
        <p:nvSpPr>
          <p:cNvPr id="439" name="motor-command-sequence-side">
            <a:extLst>
              <a:ext uri="{FF2B5EF4-FFF2-40B4-BE49-F238E27FC236}">
                <a16:creationId xmlns:a16="http://schemas.microsoft.com/office/drawing/2014/main" id="{11C72291-4DFC-40EE-8C54-AE637B26E620}"/>
              </a:ext>
            </a:extLst>
          </p:cNvPr>
          <p:cNvSpPr>
            <a:spLocks noGrp="1"/>
          </p:cNvSpPr>
          <p:nvPr/>
        </p:nvSpPr>
        <p:spPr>
          <a:xfrm>
            <a:off x="15636240" y="4099560"/>
            <a:ext cx="45720" cy="434340"/>
          </a:xfrm>
          <a:custGeom>
            <a:avLst/>
            <a:gdLst/>
            <a:ahLst/>
            <a:cxnLst/>
            <a:rect l="0" t="0" r="0" b="0"/>
            <a:pathLst>
              <a:path w="57150" h="542925">
                <a:moveTo>
                  <a:pt x="0" y="57150"/>
                </a:moveTo>
                <a:lnTo>
                  <a:pt x="57150" y="0"/>
                </a:lnTo>
                <a:lnTo>
                  <a:pt x="57150" y="485775"/>
                </a:lnTo>
                <a:lnTo>
                  <a:pt x="0" y="542925"/>
                </a:lnTo>
                <a:close/>
              </a:path>
            </a:pathLst>
          </a:custGeom>
          <a:solidFill>
            <a:srgbClr val="BDCAD5"/>
          </a:solidFill>
          <a:ln w="11430">
            <a:solidFill>
              <a:srgbClr val="63788A"/>
            </a:solidFill>
          </a:ln>
        </p:spPr>
        <p:txBody>
          <a:bodyPr/>
          <a:lstStyle/>
          <a:p>
            <a:endParaRPr lang="zh-CN" altLang="en-US" sz="2000"/>
          </a:p>
        </p:txBody>
      </p:sp>
      <p:sp>
        <p:nvSpPr>
          <p:cNvPr id="440" name="motor-command-sequence-front">
            <a:extLst>
              <a:ext uri="{FF2B5EF4-FFF2-40B4-BE49-F238E27FC236}">
                <a16:creationId xmlns:a16="http://schemas.microsoft.com/office/drawing/2014/main" id="{C22BBC2C-B2DE-4AFB-AD90-BD468BE139BF}"/>
              </a:ext>
            </a:extLst>
          </p:cNvPr>
          <p:cNvSpPr>
            <a:spLocks noGrp="1"/>
          </p:cNvSpPr>
          <p:nvPr/>
        </p:nvSpPr>
        <p:spPr>
          <a:xfrm>
            <a:off x="13830300" y="4145280"/>
            <a:ext cx="1805940" cy="388620"/>
          </a:xfrm>
          <a:prstGeom prst="rect">
            <a:avLst/>
          </a:prstGeom>
          <a:solidFill>
            <a:srgbClr val="EEF2F5"/>
          </a:solidFill>
          <a:ln w="8382">
            <a:solidFill>
              <a:srgbClr val="63788A"/>
            </a:solidFill>
          </a:ln>
        </p:spPr>
        <p:style>
          <a:lnRef idx="0">
            <a:scrgbClr r="0" g="0" b="0"/>
          </a:lnRef>
          <a:fillRef idx="0">
            <a:scrgbClr r="0" g="0" b="0"/>
          </a:fillRef>
          <a:effectRef idx="11">
            <a:scrgbClr r="0" g="0" b="0"/>
          </a:effectRef>
          <a:fontRef idx="major"/>
        </p:style>
        <p:txBody>
          <a:bodyPr/>
          <a:lstStyle/>
          <a:p>
            <a:endParaRPr lang="zh-CN" altLang="en-US" sz="2000"/>
          </a:p>
        </p:txBody>
      </p:sp>
      <p:sp>
        <p:nvSpPr>
          <p:cNvPr id="441" name="action-coordinate-0-0">
            <a:extLst>
              <a:ext uri="{FF2B5EF4-FFF2-40B4-BE49-F238E27FC236}">
                <a16:creationId xmlns:a16="http://schemas.microsoft.com/office/drawing/2014/main" id="{812862E8-DA78-4B50-AAC2-7ACB28DD5A9A}"/>
              </a:ext>
            </a:extLst>
          </p:cNvPr>
          <p:cNvSpPr>
            <a:spLocks noGrp="1"/>
          </p:cNvSpPr>
          <p:nvPr/>
        </p:nvSpPr>
        <p:spPr>
          <a:xfrm>
            <a:off x="13891260" y="4198620"/>
            <a:ext cx="167640" cy="60960"/>
          </a:xfrm>
          <a:prstGeom prst="rect">
            <a:avLst/>
          </a:prstGeom>
          <a:solidFill>
            <a:srgbClr val="698CA8"/>
          </a:solidFill>
          <a:ln w="0">
            <a:noFill/>
          </a:ln>
        </p:spPr>
        <p:txBody>
          <a:bodyPr/>
          <a:lstStyle/>
          <a:p>
            <a:endParaRPr lang="zh-CN" altLang="en-US" sz="2000"/>
          </a:p>
        </p:txBody>
      </p:sp>
      <p:sp>
        <p:nvSpPr>
          <p:cNvPr id="442" name="action-coordinate-0-1">
            <a:extLst>
              <a:ext uri="{FF2B5EF4-FFF2-40B4-BE49-F238E27FC236}">
                <a16:creationId xmlns:a16="http://schemas.microsoft.com/office/drawing/2014/main" id="{DE0D1BD8-B0D7-4133-AA6F-F31C5250B469}"/>
              </a:ext>
            </a:extLst>
          </p:cNvPr>
          <p:cNvSpPr>
            <a:spLocks noGrp="1"/>
          </p:cNvSpPr>
          <p:nvPr/>
        </p:nvSpPr>
        <p:spPr>
          <a:xfrm>
            <a:off x="13891260" y="4290060"/>
            <a:ext cx="167640" cy="60960"/>
          </a:xfrm>
          <a:prstGeom prst="rect">
            <a:avLst/>
          </a:prstGeom>
          <a:solidFill>
            <a:srgbClr val="94AEC2"/>
          </a:solidFill>
          <a:ln w="0">
            <a:noFill/>
          </a:ln>
        </p:spPr>
        <p:txBody>
          <a:bodyPr/>
          <a:lstStyle/>
          <a:p>
            <a:endParaRPr lang="zh-CN" altLang="en-US" sz="2000"/>
          </a:p>
        </p:txBody>
      </p:sp>
      <p:sp>
        <p:nvSpPr>
          <p:cNvPr id="443" name="action-coordinate-0-2">
            <a:extLst>
              <a:ext uri="{FF2B5EF4-FFF2-40B4-BE49-F238E27FC236}">
                <a16:creationId xmlns:a16="http://schemas.microsoft.com/office/drawing/2014/main" id="{ACD22DE2-BD35-407E-BEA2-6945EC50BBC8}"/>
              </a:ext>
            </a:extLst>
          </p:cNvPr>
          <p:cNvSpPr>
            <a:spLocks noGrp="1"/>
          </p:cNvSpPr>
          <p:nvPr/>
        </p:nvSpPr>
        <p:spPr>
          <a:xfrm>
            <a:off x="13891260" y="4381500"/>
            <a:ext cx="167640" cy="60960"/>
          </a:xfrm>
          <a:prstGeom prst="rect">
            <a:avLst/>
          </a:prstGeom>
          <a:solidFill>
            <a:srgbClr val="BBCBD8"/>
          </a:solidFill>
          <a:ln w="0">
            <a:noFill/>
          </a:ln>
        </p:spPr>
        <p:txBody>
          <a:bodyPr/>
          <a:lstStyle/>
          <a:p>
            <a:endParaRPr lang="zh-CN" altLang="en-US" sz="2000"/>
          </a:p>
        </p:txBody>
      </p:sp>
      <p:sp>
        <p:nvSpPr>
          <p:cNvPr id="444" name="action-coordinate-1-0">
            <a:extLst>
              <a:ext uri="{FF2B5EF4-FFF2-40B4-BE49-F238E27FC236}">
                <a16:creationId xmlns:a16="http://schemas.microsoft.com/office/drawing/2014/main" id="{4EF8D356-5955-48D5-B7C2-B0C5EDB818A7}"/>
              </a:ext>
            </a:extLst>
          </p:cNvPr>
          <p:cNvSpPr>
            <a:spLocks noGrp="1"/>
          </p:cNvSpPr>
          <p:nvPr/>
        </p:nvSpPr>
        <p:spPr>
          <a:xfrm>
            <a:off x="14104620" y="4198620"/>
            <a:ext cx="167640" cy="60960"/>
          </a:xfrm>
          <a:prstGeom prst="rect">
            <a:avLst/>
          </a:prstGeom>
          <a:solidFill>
            <a:srgbClr val="698CA8"/>
          </a:solidFill>
          <a:ln w="0">
            <a:noFill/>
          </a:ln>
        </p:spPr>
        <p:txBody>
          <a:bodyPr/>
          <a:lstStyle/>
          <a:p>
            <a:endParaRPr lang="zh-CN" altLang="en-US" sz="2000"/>
          </a:p>
        </p:txBody>
      </p:sp>
      <p:sp>
        <p:nvSpPr>
          <p:cNvPr id="445" name="action-coordinate-1-1">
            <a:extLst>
              <a:ext uri="{FF2B5EF4-FFF2-40B4-BE49-F238E27FC236}">
                <a16:creationId xmlns:a16="http://schemas.microsoft.com/office/drawing/2014/main" id="{691F8C33-16E3-42DC-BED2-4ED36AB4B2B6}"/>
              </a:ext>
            </a:extLst>
          </p:cNvPr>
          <p:cNvSpPr>
            <a:spLocks noGrp="1"/>
          </p:cNvSpPr>
          <p:nvPr/>
        </p:nvSpPr>
        <p:spPr>
          <a:xfrm>
            <a:off x="14104620" y="4290060"/>
            <a:ext cx="167640" cy="60960"/>
          </a:xfrm>
          <a:prstGeom prst="rect">
            <a:avLst/>
          </a:prstGeom>
          <a:solidFill>
            <a:srgbClr val="94AEC2"/>
          </a:solidFill>
          <a:ln w="0">
            <a:noFill/>
          </a:ln>
        </p:spPr>
        <p:txBody>
          <a:bodyPr/>
          <a:lstStyle/>
          <a:p>
            <a:endParaRPr lang="zh-CN" altLang="en-US" sz="2000"/>
          </a:p>
        </p:txBody>
      </p:sp>
      <p:sp>
        <p:nvSpPr>
          <p:cNvPr id="446" name="action-coordinate-1-2">
            <a:extLst>
              <a:ext uri="{FF2B5EF4-FFF2-40B4-BE49-F238E27FC236}">
                <a16:creationId xmlns:a16="http://schemas.microsoft.com/office/drawing/2014/main" id="{3A4E7A08-3365-437A-8D89-84A3698A63D3}"/>
              </a:ext>
            </a:extLst>
          </p:cNvPr>
          <p:cNvSpPr>
            <a:spLocks noGrp="1"/>
          </p:cNvSpPr>
          <p:nvPr/>
        </p:nvSpPr>
        <p:spPr>
          <a:xfrm>
            <a:off x="14104620" y="4381500"/>
            <a:ext cx="167640" cy="60960"/>
          </a:xfrm>
          <a:prstGeom prst="rect">
            <a:avLst/>
          </a:prstGeom>
          <a:solidFill>
            <a:srgbClr val="BBCBD8"/>
          </a:solidFill>
          <a:ln w="0">
            <a:noFill/>
          </a:ln>
        </p:spPr>
        <p:txBody>
          <a:bodyPr/>
          <a:lstStyle/>
          <a:p>
            <a:endParaRPr lang="zh-CN" altLang="en-US" sz="2000"/>
          </a:p>
        </p:txBody>
      </p:sp>
      <p:sp>
        <p:nvSpPr>
          <p:cNvPr id="447" name="action-coordinate-2-0">
            <a:extLst>
              <a:ext uri="{FF2B5EF4-FFF2-40B4-BE49-F238E27FC236}">
                <a16:creationId xmlns:a16="http://schemas.microsoft.com/office/drawing/2014/main" id="{91104D03-FF9D-4780-AE50-F5B2172F738E}"/>
              </a:ext>
            </a:extLst>
          </p:cNvPr>
          <p:cNvSpPr>
            <a:spLocks noGrp="1"/>
          </p:cNvSpPr>
          <p:nvPr/>
        </p:nvSpPr>
        <p:spPr>
          <a:xfrm>
            <a:off x="14317980" y="4198620"/>
            <a:ext cx="167640" cy="60960"/>
          </a:xfrm>
          <a:prstGeom prst="rect">
            <a:avLst/>
          </a:prstGeom>
          <a:solidFill>
            <a:srgbClr val="698CA8"/>
          </a:solidFill>
          <a:ln w="0">
            <a:noFill/>
          </a:ln>
        </p:spPr>
        <p:txBody>
          <a:bodyPr/>
          <a:lstStyle/>
          <a:p>
            <a:endParaRPr lang="zh-CN" altLang="en-US" sz="2000"/>
          </a:p>
        </p:txBody>
      </p:sp>
      <p:sp>
        <p:nvSpPr>
          <p:cNvPr id="448" name="action-coordinate-2-1">
            <a:extLst>
              <a:ext uri="{FF2B5EF4-FFF2-40B4-BE49-F238E27FC236}">
                <a16:creationId xmlns:a16="http://schemas.microsoft.com/office/drawing/2014/main" id="{72CA1664-AE0C-488A-B28E-4AE95F1D84A7}"/>
              </a:ext>
            </a:extLst>
          </p:cNvPr>
          <p:cNvSpPr>
            <a:spLocks noGrp="1"/>
          </p:cNvSpPr>
          <p:nvPr/>
        </p:nvSpPr>
        <p:spPr>
          <a:xfrm>
            <a:off x="14317980" y="4290060"/>
            <a:ext cx="167640" cy="60960"/>
          </a:xfrm>
          <a:prstGeom prst="rect">
            <a:avLst/>
          </a:prstGeom>
          <a:solidFill>
            <a:srgbClr val="94AEC2"/>
          </a:solidFill>
          <a:ln w="0">
            <a:noFill/>
          </a:ln>
        </p:spPr>
        <p:txBody>
          <a:bodyPr/>
          <a:lstStyle/>
          <a:p>
            <a:endParaRPr lang="zh-CN" altLang="en-US" sz="2000"/>
          </a:p>
        </p:txBody>
      </p:sp>
      <p:sp>
        <p:nvSpPr>
          <p:cNvPr id="449" name="action-coordinate-2-2">
            <a:extLst>
              <a:ext uri="{FF2B5EF4-FFF2-40B4-BE49-F238E27FC236}">
                <a16:creationId xmlns:a16="http://schemas.microsoft.com/office/drawing/2014/main" id="{A7F3E6FA-B942-49AC-A24C-047A20B99BA9}"/>
              </a:ext>
            </a:extLst>
          </p:cNvPr>
          <p:cNvSpPr>
            <a:spLocks noGrp="1"/>
          </p:cNvSpPr>
          <p:nvPr/>
        </p:nvSpPr>
        <p:spPr>
          <a:xfrm>
            <a:off x="14317980" y="4381500"/>
            <a:ext cx="167640" cy="60960"/>
          </a:xfrm>
          <a:prstGeom prst="rect">
            <a:avLst/>
          </a:prstGeom>
          <a:solidFill>
            <a:srgbClr val="BBCBD8"/>
          </a:solidFill>
          <a:ln w="0">
            <a:noFill/>
          </a:ln>
        </p:spPr>
        <p:txBody>
          <a:bodyPr/>
          <a:lstStyle/>
          <a:p>
            <a:endParaRPr lang="zh-CN" altLang="en-US" sz="2000"/>
          </a:p>
        </p:txBody>
      </p:sp>
      <p:sp>
        <p:nvSpPr>
          <p:cNvPr id="450" name="action-coordinate-3-0">
            <a:extLst>
              <a:ext uri="{FF2B5EF4-FFF2-40B4-BE49-F238E27FC236}">
                <a16:creationId xmlns:a16="http://schemas.microsoft.com/office/drawing/2014/main" id="{FAA0A58B-82A4-4BD4-80DF-0E9DEAE510CF}"/>
              </a:ext>
            </a:extLst>
          </p:cNvPr>
          <p:cNvSpPr>
            <a:spLocks noGrp="1"/>
          </p:cNvSpPr>
          <p:nvPr/>
        </p:nvSpPr>
        <p:spPr>
          <a:xfrm>
            <a:off x="14531340" y="4198620"/>
            <a:ext cx="167640" cy="60960"/>
          </a:xfrm>
          <a:prstGeom prst="rect">
            <a:avLst/>
          </a:prstGeom>
          <a:solidFill>
            <a:srgbClr val="C3D0DA"/>
          </a:solidFill>
          <a:ln w="0">
            <a:noFill/>
          </a:ln>
        </p:spPr>
        <p:txBody>
          <a:bodyPr/>
          <a:lstStyle/>
          <a:p>
            <a:endParaRPr lang="zh-CN" altLang="en-US" sz="2000"/>
          </a:p>
        </p:txBody>
      </p:sp>
      <p:sp>
        <p:nvSpPr>
          <p:cNvPr id="451" name="action-coordinate-3-1">
            <a:extLst>
              <a:ext uri="{FF2B5EF4-FFF2-40B4-BE49-F238E27FC236}">
                <a16:creationId xmlns:a16="http://schemas.microsoft.com/office/drawing/2014/main" id="{AC977B6F-1DB5-4CDD-B259-6FBDECDD5E42}"/>
              </a:ext>
            </a:extLst>
          </p:cNvPr>
          <p:cNvSpPr>
            <a:spLocks noGrp="1"/>
          </p:cNvSpPr>
          <p:nvPr/>
        </p:nvSpPr>
        <p:spPr>
          <a:xfrm>
            <a:off x="14531340" y="4290060"/>
            <a:ext cx="167640" cy="60960"/>
          </a:xfrm>
          <a:prstGeom prst="rect">
            <a:avLst/>
          </a:prstGeom>
          <a:solidFill>
            <a:srgbClr val="DEE5EB"/>
          </a:solidFill>
          <a:ln w="0">
            <a:noFill/>
          </a:ln>
        </p:spPr>
        <p:txBody>
          <a:bodyPr/>
          <a:lstStyle/>
          <a:p>
            <a:endParaRPr lang="zh-CN" altLang="en-US" sz="2000"/>
          </a:p>
        </p:txBody>
      </p:sp>
      <p:sp>
        <p:nvSpPr>
          <p:cNvPr id="452" name="action-coordinate-3-2">
            <a:extLst>
              <a:ext uri="{FF2B5EF4-FFF2-40B4-BE49-F238E27FC236}">
                <a16:creationId xmlns:a16="http://schemas.microsoft.com/office/drawing/2014/main" id="{FA3C72B0-C07A-4FEA-9E58-6951A086FFB5}"/>
              </a:ext>
            </a:extLst>
          </p:cNvPr>
          <p:cNvSpPr>
            <a:spLocks noGrp="1"/>
          </p:cNvSpPr>
          <p:nvPr/>
        </p:nvSpPr>
        <p:spPr>
          <a:xfrm>
            <a:off x="14531340" y="4381500"/>
            <a:ext cx="167640" cy="60960"/>
          </a:xfrm>
          <a:prstGeom prst="rect">
            <a:avLst/>
          </a:prstGeom>
          <a:solidFill>
            <a:srgbClr val="B8C8D4"/>
          </a:solidFill>
          <a:ln w="0">
            <a:noFill/>
          </a:ln>
        </p:spPr>
        <p:txBody>
          <a:bodyPr/>
          <a:lstStyle/>
          <a:p>
            <a:endParaRPr lang="zh-CN" altLang="en-US" sz="2000"/>
          </a:p>
        </p:txBody>
      </p:sp>
      <p:sp>
        <p:nvSpPr>
          <p:cNvPr id="453" name="action-coordinate-4-0">
            <a:extLst>
              <a:ext uri="{FF2B5EF4-FFF2-40B4-BE49-F238E27FC236}">
                <a16:creationId xmlns:a16="http://schemas.microsoft.com/office/drawing/2014/main" id="{E943AA28-A9D3-45A0-A408-2CD1D1526F1B}"/>
              </a:ext>
            </a:extLst>
          </p:cNvPr>
          <p:cNvSpPr>
            <a:spLocks noGrp="1"/>
          </p:cNvSpPr>
          <p:nvPr/>
        </p:nvSpPr>
        <p:spPr>
          <a:xfrm>
            <a:off x="14744700" y="4198620"/>
            <a:ext cx="167640" cy="60960"/>
          </a:xfrm>
          <a:prstGeom prst="rect">
            <a:avLst/>
          </a:prstGeom>
          <a:solidFill>
            <a:srgbClr val="DEE5EB"/>
          </a:solidFill>
          <a:ln w="0">
            <a:noFill/>
          </a:ln>
        </p:spPr>
        <p:txBody>
          <a:bodyPr/>
          <a:lstStyle/>
          <a:p>
            <a:endParaRPr lang="zh-CN" altLang="en-US" sz="2000"/>
          </a:p>
        </p:txBody>
      </p:sp>
      <p:sp>
        <p:nvSpPr>
          <p:cNvPr id="454" name="action-coordinate-4-1">
            <a:extLst>
              <a:ext uri="{FF2B5EF4-FFF2-40B4-BE49-F238E27FC236}">
                <a16:creationId xmlns:a16="http://schemas.microsoft.com/office/drawing/2014/main" id="{BA1C16CD-E2B1-4759-B45A-E158D306EC7E}"/>
              </a:ext>
            </a:extLst>
          </p:cNvPr>
          <p:cNvSpPr>
            <a:spLocks noGrp="1"/>
          </p:cNvSpPr>
          <p:nvPr/>
        </p:nvSpPr>
        <p:spPr>
          <a:xfrm>
            <a:off x="14744700" y="4290060"/>
            <a:ext cx="167640" cy="60960"/>
          </a:xfrm>
          <a:prstGeom prst="rect">
            <a:avLst/>
          </a:prstGeom>
          <a:solidFill>
            <a:srgbClr val="B8C8D4"/>
          </a:solidFill>
          <a:ln w="0">
            <a:noFill/>
          </a:ln>
        </p:spPr>
        <p:txBody>
          <a:bodyPr/>
          <a:lstStyle/>
          <a:p>
            <a:endParaRPr lang="zh-CN" altLang="en-US" sz="2000"/>
          </a:p>
        </p:txBody>
      </p:sp>
      <p:sp>
        <p:nvSpPr>
          <p:cNvPr id="455" name="action-coordinate-4-2">
            <a:extLst>
              <a:ext uri="{FF2B5EF4-FFF2-40B4-BE49-F238E27FC236}">
                <a16:creationId xmlns:a16="http://schemas.microsoft.com/office/drawing/2014/main" id="{605A6ED3-4189-4EC3-B4A8-5621B0A19F07}"/>
              </a:ext>
            </a:extLst>
          </p:cNvPr>
          <p:cNvSpPr>
            <a:spLocks noGrp="1"/>
          </p:cNvSpPr>
          <p:nvPr/>
        </p:nvSpPr>
        <p:spPr>
          <a:xfrm>
            <a:off x="14744700" y="4381500"/>
            <a:ext cx="167640" cy="60960"/>
          </a:xfrm>
          <a:prstGeom prst="rect">
            <a:avLst/>
          </a:prstGeom>
          <a:solidFill>
            <a:srgbClr val="C3D0DA"/>
          </a:solidFill>
          <a:ln w="0">
            <a:noFill/>
          </a:ln>
        </p:spPr>
        <p:txBody>
          <a:bodyPr/>
          <a:lstStyle/>
          <a:p>
            <a:endParaRPr lang="zh-CN" altLang="en-US" sz="2000"/>
          </a:p>
        </p:txBody>
      </p:sp>
      <p:sp>
        <p:nvSpPr>
          <p:cNvPr id="456" name="action-coordinate-5-0">
            <a:extLst>
              <a:ext uri="{FF2B5EF4-FFF2-40B4-BE49-F238E27FC236}">
                <a16:creationId xmlns:a16="http://schemas.microsoft.com/office/drawing/2014/main" id="{52136939-EDF4-423A-BBF0-0FB4C1B760F7}"/>
              </a:ext>
            </a:extLst>
          </p:cNvPr>
          <p:cNvSpPr>
            <a:spLocks noGrp="1"/>
          </p:cNvSpPr>
          <p:nvPr/>
        </p:nvSpPr>
        <p:spPr>
          <a:xfrm>
            <a:off x="14958060" y="4198620"/>
            <a:ext cx="167640" cy="60960"/>
          </a:xfrm>
          <a:prstGeom prst="rect">
            <a:avLst/>
          </a:prstGeom>
          <a:solidFill>
            <a:srgbClr val="B8C8D4"/>
          </a:solidFill>
          <a:ln w="0">
            <a:noFill/>
          </a:ln>
        </p:spPr>
        <p:txBody>
          <a:bodyPr/>
          <a:lstStyle/>
          <a:p>
            <a:endParaRPr lang="zh-CN" altLang="en-US" sz="2000"/>
          </a:p>
        </p:txBody>
      </p:sp>
      <p:sp>
        <p:nvSpPr>
          <p:cNvPr id="457" name="action-coordinate-5-1">
            <a:extLst>
              <a:ext uri="{FF2B5EF4-FFF2-40B4-BE49-F238E27FC236}">
                <a16:creationId xmlns:a16="http://schemas.microsoft.com/office/drawing/2014/main" id="{95BA9852-80B5-474F-97F3-3502CD0B8298}"/>
              </a:ext>
            </a:extLst>
          </p:cNvPr>
          <p:cNvSpPr>
            <a:spLocks noGrp="1"/>
          </p:cNvSpPr>
          <p:nvPr/>
        </p:nvSpPr>
        <p:spPr>
          <a:xfrm>
            <a:off x="14958060" y="4290060"/>
            <a:ext cx="167640" cy="60960"/>
          </a:xfrm>
          <a:prstGeom prst="rect">
            <a:avLst/>
          </a:prstGeom>
          <a:solidFill>
            <a:srgbClr val="C3D0DA"/>
          </a:solidFill>
          <a:ln w="0">
            <a:noFill/>
          </a:ln>
        </p:spPr>
        <p:txBody>
          <a:bodyPr/>
          <a:lstStyle/>
          <a:p>
            <a:endParaRPr lang="zh-CN" altLang="en-US" sz="2000"/>
          </a:p>
        </p:txBody>
      </p:sp>
      <p:sp>
        <p:nvSpPr>
          <p:cNvPr id="458" name="action-coordinate-5-2">
            <a:extLst>
              <a:ext uri="{FF2B5EF4-FFF2-40B4-BE49-F238E27FC236}">
                <a16:creationId xmlns:a16="http://schemas.microsoft.com/office/drawing/2014/main" id="{DAC73DEA-198C-46F6-A765-7B91DEE6C670}"/>
              </a:ext>
            </a:extLst>
          </p:cNvPr>
          <p:cNvSpPr>
            <a:spLocks noGrp="1"/>
          </p:cNvSpPr>
          <p:nvPr/>
        </p:nvSpPr>
        <p:spPr>
          <a:xfrm>
            <a:off x="14958060" y="4381500"/>
            <a:ext cx="167640" cy="60960"/>
          </a:xfrm>
          <a:prstGeom prst="rect">
            <a:avLst/>
          </a:prstGeom>
          <a:solidFill>
            <a:srgbClr val="DEE5EB"/>
          </a:solidFill>
          <a:ln w="0">
            <a:noFill/>
          </a:ln>
        </p:spPr>
        <p:txBody>
          <a:bodyPr/>
          <a:lstStyle/>
          <a:p>
            <a:endParaRPr lang="zh-CN" altLang="en-US" sz="2000"/>
          </a:p>
        </p:txBody>
      </p:sp>
      <p:sp>
        <p:nvSpPr>
          <p:cNvPr id="459" name="action-coordinate-6-0">
            <a:extLst>
              <a:ext uri="{FF2B5EF4-FFF2-40B4-BE49-F238E27FC236}">
                <a16:creationId xmlns:a16="http://schemas.microsoft.com/office/drawing/2014/main" id="{DCE7A098-0DDB-42B2-8E57-69C8475BE382}"/>
              </a:ext>
            </a:extLst>
          </p:cNvPr>
          <p:cNvSpPr>
            <a:spLocks noGrp="1"/>
          </p:cNvSpPr>
          <p:nvPr/>
        </p:nvSpPr>
        <p:spPr>
          <a:xfrm>
            <a:off x="15171420" y="4198620"/>
            <a:ext cx="167640" cy="60960"/>
          </a:xfrm>
          <a:prstGeom prst="rect">
            <a:avLst/>
          </a:prstGeom>
          <a:solidFill>
            <a:srgbClr val="C3D0DA"/>
          </a:solidFill>
          <a:ln w="0">
            <a:noFill/>
          </a:ln>
        </p:spPr>
        <p:txBody>
          <a:bodyPr/>
          <a:lstStyle/>
          <a:p>
            <a:endParaRPr lang="zh-CN" altLang="en-US" sz="2000"/>
          </a:p>
        </p:txBody>
      </p:sp>
      <p:sp>
        <p:nvSpPr>
          <p:cNvPr id="460" name="action-coordinate-6-1">
            <a:extLst>
              <a:ext uri="{FF2B5EF4-FFF2-40B4-BE49-F238E27FC236}">
                <a16:creationId xmlns:a16="http://schemas.microsoft.com/office/drawing/2014/main" id="{6433293A-ADE8-4694-B84D-387250CB3BED}"/>
              </a:ext>
            </a:extLst>
          </p:cNvPr>
          <p:cNvSpPr>
            <a:spLocks noGrp="1"/>
          </p:cNvSpPr>
          <p:nvPr/>
        </p:nvSpPr>
        <p:spPr>
          <a:xfrm>
            <a:off x="15171420" y="4290060"/>
            <a:ext cx="167640" cy="60960"/>
          </a:xfrm>
          <a:prstGeom prst="rect">
            <a:avLst/>
          </a:prstGeom>
          <a:solidFill>
            <a:srgbClr val="DEE5EB"/>
          </a:solidFill>
          <a:ln w="0">
            <a:noFill/>
          </a:ln>
        </p:spPr>
        <p:txBody>
          <a:bodyPr/>
          <a:lstStyle/>
          <a:p>
            <a:endParaRPr lang="zh-CN" altLang="en-US" sz="2000"/>
          </a:p>
        </p:txBody>
      </p:sp>
      <p:sp>
        <p:nvSpPr>
          <p:cNvPr id="461" name="action-coordinate-6-2">
            <a:extLst>
              <a:ext uri="{FF2B5EF4-FFF2-40B4-BE49-F238E27FC236}">
                <a16:creationId xmlns:a16="http://schemas.microsoft.com/office/drawing/2014/main" id="{E284A733-E9A0-4481-BE5C-277F0EF390B7}"/>
              </a:ext>
            </a:extLst>
          </p:cNvPr>
          <p:cNvSpPr>
            <a:spLocks noGrp="1"/>
          </p:cNvSpPr>
          <p:nvPr/>
        </p:nvSpPr>
        <p:spPr>
          <a:xfrm>
            <a:off x="15171420" y="4381500"/>
            <a:ext cx="167640" cy="60960"/>
          </a:xfrm>
          <a:prstGeom prst="rect">
            <a:avLst/>
          </a:prstGeom>
          <a:solidFill>
            <a:srgbClr val="B8C8D4"/>
          </a:solidFill>
          <a:ln w="0">
            <a:noFill/>
          </a:ln>
        </p:spPr>
        <p:txBody>
          <a:bodyPr/>
          <a:lstStyle/>
          <a:p>
            <a:endParaRPr lang="zh-CN" altLang="en-US" sz="2000"/>
          </a:p>
        </p:txBody>
      </p:sp>
      <p:sp>
        <p:nvSpPr>
          <p:cNvPr id="462" name="action-coordinate-7-0">
            <a:extLst>
              <a:ext uri="{FF2B5EF4-FFF2-40B4-BE49-F238E27FC236}">
                <a16:creationId xmlns:a16="http://schemas.microsoft.com/office/drawing/2014/main" id="{00818BC1-E511-453F-89A1-4ED69C6A9527}"/>
              </a:ext>
            </a:extLst>
          </p:cNvPr>
          <p:cNvSpPr>
            <a:spLocks noGrp="1"/>
          </p:cNvSpPr>
          <p:nvPr/>
        </p:nvSpPr>
        <p:spPr>
          <a:xfrm>
            <a:off x="15384780" y="4198620"/>
            <a:ext cx="167640" cy="60960"/>
          </a:xfrm>
          <a:prstGeom prst="rect">
            <a:avLst/>
          </a:prstGeom>
          <a:solidFill>
            <a:srgbClr val="DEE5EB"/>
          </a:solidFill>
          <a:ln w="0">
            <a:noFill/>
          </a:ln>
        </p:spPr>
        <p:txBody>
          <a:bodyPr/>
          <a:lstStyle/>
          <a:p>
            <a:endParaRPr lang="zh-CN" altLang="en-US" sz="2000"/>
          </a:p>
        </p:txBody>
      </p:sp>
      <p:sp>
        <p:nvSpPr>
          <p:cNvPr id="463" name="action-coordinate-7-1">
            <a:extLst>
              <a:ext uri="{FF2B5EF4-FFF2-40B4-BE49-F238E27FC236}">
                <a16:creationId xmlns:a16="http://schemas.microsoft.com/office/drawing/2014/main" id="{A875D659-D191-4BA6-A32C-525E0D9F1957}"/>
              </a:ext>
            </a:extLst>
          </p:cNvPr>
          <p:cNvSpPr>
            <a:spLocks noGrp="1"/>
          </p:cNvSpPr>
          <p:nvPr/>
        </p:nvSpPr>
        <p:spPr>
          <a:xfrm>
            <a:off x="15384780" y="4290060"/>
            <a:ext cx="167640" cy="60960"/>
          </a:xfrm>
          <a:prstGeom prst="rect">
            <a:avLst/>
          </a:prstGeom>
          <a:solidFill>
            <a:srgbClr val="B8C8D4"/>
          </a:solidFill>
          <a:ln w="0">
            <a:noFill/>
          </a:ln>
        </p:spPr>
        <p:txBody>
          <a:bodyPr/>
          <a:lstStyle/>
          <a:p>
            <a:endParaRPr lang="zh-CN" altLang="en-US" sz="2000"/>
          </a:p>
        </p:txBody>
      </p:sp>
      <p:sp>
        <p:nvSpPr>
          <p:cNvPr id="464" name="action-coordinate-7-2">
            <a:extLst>
              <a:ext uri="{FF2B5EF4-FFF2-40B4-BE49-F238E27FC236}">
                <a16:creationId xmlns:a16="http://schemas.microsoft.com/office/drawing/2014/main" id="{DA9B37C2-042B-4EAA-9C3C-76688C36E7E4}"/>
              </a:ext>
            </a:extLst>
          </p:cNvPr>
          <p:cNvSpPr>
            <a:spLocks noGrp="1"/>
          </p:cNvSpPr>
          <p:nvPr/>
        </p:nvSpPr>
        <p:spPr>
          <a:xfrm>
            <a:off x="15384780" y="4381500"/>
            <a:ext cx="167640" cy="60960"/>
          </a:xfrm>
          <a:prstGeom prst="rect">
            <a:avLst/>
          </a:prstGeom>
          <a:solidFill>
            <a:srgbClr val="C3D0DA"/>
          </a:solidFill>
          <a:ln w="0">
            <a:noFill/>
          </a:ln>
        </p:spPr>
        <p:txBody>
          <a:bodyPr/>
          <a:lstStyle/>
          <a:p>
            <a:endParaRPr lang="zh-CN" altLang="en-US" sz="2000"/>
          </a:p>
        </p:txBody>
      </p:sp>
      <p:sp>
        <p:nvSpPr>
          <p:cNvPr id="465" name="executed-prefix-bracket">
            <a:extLst>
              <a:ext uri="{FF2B5EF4-FFF2-40B4-BE49-F238E27FC236}">
                <a16:creationId xmlns:a16="http://schemas.microsoft.com/office/drawing/2014/main" id="{ACF1E65B-6867-4738-BB12-5265D546489F}"/>
              </a:ext>
            </a:extLst>
          </p:cNvPr>
          <p:cNvSpPr>
            <a:spLocks noGrp="1"/>
          </p:cNvSpPr>
          <p:nvPr/>
        </p:nvSpPr>
        <p:spPr>
          <a:xfrm>
            <a:off x="13891260" y="4640580"/>
            <a:ext cx="594360" cy="0"/>
          </a:xfrm>
          <a:prstGeom prst="line">
            <a:avLst/>
          </a:prstGeom>
          <a:noFill/>
          <a:ln w="17526">
            <a:solidFill>
              <a:srgbClr val="862B36"/>
            </a:solidFill>
          </a:ln>
        </p:spPr>
        <p:txBody>
          <a:bodyPr/>
          <a:lstStyle/>
          <a:p>
            <a:endParaRPr lang="zh-CN" altLang="en-US" sz="2000"/>
          </a:p>
        </p:txBody>
      </p:sp>
      <p:sp>
        <p:nvSpPr>
          <p:cNvPr id="466" name="executed-prefix-left">
            <a:extLst>
              <a:ext uri="{FF2B5EF4-FFF2-40B4-BE49-F238E27FC236}">
                <a16:creationId xmlns:a16="http://schemas.microsoft.com/office/drawing/2014/main" id="{90601643-3113-4B73-82B2-6DE94B361E7A}"/>
              </a:ext>
            </a:extLst>
          </p:cNvPr>
          <p:cNvSpPr>
            <a:spLocks noGrp="1"/>
          </p:cNvSpPr>
          <p:nvPr/>
        </p:nvSpPr>
        <p:spPr>
          <a:xfrm>
            <a:off x="13891260" y="4579620"/>
            <a:ext cx="0" cy="60960"/>
          </a:xfrm>
          <a:prstGeom prst="line">
            <a:avLst/>
          </a:prstGeom>
          <a:noFill/>
          <a:ln w="17526">
            <a:solidFill>
              <a:srgbClr val="862B36"/>
            </a:solidFill>
          </a:ln>
        </p:spPr>
        <p:txBody>
          <a:bodyPr/>
          <a:lstStyle/>
          <a:p>
            <a:endParaRPr lang="zh-CN" altLang="en-US" sz="2000"/>
          </a:p>
        </p:txBody>
      </p:sp>
      <p:sp>
        <p:nvSpPr>
          <p:cNvPr id="467" name="executed-prefix-right">
            <a:extLst>
              <a:ext uri="{FF2B5EF4-FFF2-40B4-BE49-F238E27FC236}">
                <a16:creationId xmlns:a16="http://schemas.microsoft.com/office/drawing/2014/main" id="{D2B1C749-0AEA-45D6-B292-9BD331BF1688}"/>
              </a:ext>
            </a:extLst>
          </p:cNvPr>
          <p:cNvSpPr>
            <a:spLocks noGrp="1"/>
          </p:cNvSpPr>
          <p:nvPr/>
        </p:nvSpPr>
        <p:spPr>
          <a:xfrm>
            <a:off x="14485620" y="4579620"/>
            <a:ext cx="0" cy="60960"/>
          </a:xfrm>
          <a:prstGeom prst="line">
            <a:avLst/>
          </a:prstGeom>
          <a:noFill/>
          <a:ln w="17526">
            <a:solidFill>
              <a:srgbClr val="862B36"/>
            </a:solidFill>
          </a:ln>
        </p:spPr>
        <p:txBody>
          <a:bodyPr/>
          <a:lstStyle/>
          <a:p>
            <a:endParaRPr lang="zh-CN" altLang="en-US" sz="2000"/>
          </a:p>
        </p:txBody>
      </p:sp>
      <p:sp>
        <p:nvSpPr>
          <p:cNvPr id="468" name="action-execution">
            <a:extLst>
              <a:ext uri="{FF2B5EF4-FFF2-40B4-BE49-F238E27FC236}">
                <a16:creationId xmlns:a16="http://schemas.microsoft.com/office/drawing/2014/main" id="{E7B273EC-7302-4AA3-B645-57D3A386060F}"/>
              </a:ext>
            </a:extLst>
          </p:cNvPr>
          <p:cNvSpPr>
            <a:spLocks noGrp="1"/>
          </p:cNvSpPr>
          <p:nvPr/>
        </p:nvSpPr>
        <p:spPr>
          <a:xfrm>
            <a:off x="13849350" y="4641609"/>
            <a:ext cx="1150620" cy="205740"/>
          </a:xfrm>
          <a:prstGeom prst="rect">
            <a:avLst/>
          </a:prstGeom>
          <a:noFill/>
          <a:ln w="0">
            <a:noFill/>
          </a:ln>
        </p:spPr>
        <p:txBody>
          <a:bodyPr wrap="none" lIns="0" tIns="0" rIns="0" bIns="0" anchor="ctr">
            <a:noAutofit/>
          </a:bodyPr>
          <a:lstStyle/>
          <a:p>
            <a:pPr algn="ctr">
              <a:defRPr sz="1140" i="0">
                <a:solidFill>
                  <a:srgbClr val="657580"/>
                </a:solidFill>
                <a:latin typeface="Toppan Bunkyu Mincho Regular"/>
                <a:ea typeface="Toppan Bunkyu Mincho Regular"/>
                <a:cs typeface="Toppan Bunkyu Mincho Regular"/>
              </a:defRPr>
            </a:pPr>
            <a:r>
              <a:rPr sz="1400" i="0" dirty="0">
                <a:solidFill>
                  <a:srgbClr val="657580"/>
                </a:solidFill>
                <a:latin typeface="Toppan Bunkyu Mincho Regular"/>
                <a:ea typeface="Toppan Bunkyu Mincho Regular"/>
                <a:cs typeface="Toppan Bunkyu Mincho Regular"/>
              </a:rPr>
              <a:t>Execute prefix</a:t>
            </a:r>
          </a:p>
        </p:txBody>
      </p:sp>
      <p:pic>
        <p:nvPicPr>
          <p:cNvPr id="944" name="图形 943"/>
          <p:cNvPicPr>
            <a:picLocks noChangeAspect="1"/>
          </p:cNvPicPr>
          <p:nvPr/>
        </p:nvPicPr>
        <p:blipFill>
          <a:blip r:embed="rId88">
            <a:extLst>
              <a:ext uri="{96DAC541-7B7A-43D3-8B79-37D633B846F1}">
                <asvg:svgBlip xmlns:asvg="http://schemas.microsoft.com/office/drawing/2016/SVG/main" r:embed="rId89"/>
              </a:ext>
            </a:extLst>
          </a:blip>
          <a:stretch/>
        </p:blipFill>
        <p:spPr>
          <a:xfrm>
            <a:off x="15149490" y="4617872"/>
            <a:ext cx="444392" cy="238333"/>
          </a:xfrm>
          <a:prstGeom prst="rect">
            <a:avLst/>
          </a:prstGeom>
        </p:spPr>
      </p:pic>
      <p:sp>
        <p:nvSpPr>
          <p:cNvPr id="470" name="output-separator-2">
            <a:extLst>
              <a:ext uri="{FF2B5EF4-FFF2-40B4-BE49-F238E27FC236}">
                <a16:creationId xmlns:a16="http://schemas.microsoft.com/office/drawing/2014/main" id="{C4BEE1D3-1D20-4A72-B667-4E700D2112DD}"/>
              </a:ext>
            </a:extLst>
          </p:cNvPr>
          <p:cNvSpPr>
            <a:spLocks noGrp="1"/>
          </p:cNvSpPr>
          <p:nvPr/>
        </p:nvSpPr>
        <p:spPr>
          <a:xfrm>
            <a:off x="13830300" y="4930140"/>
            <a:ext cx="1866900" cy="0"/>
          </a:xfrm>
          <a:prstGeom prst="line">
            <a:avLst/>
          </a:prstGeom>
          <a:noFill/>
          <a:ln w="6096">
            <a:solidFill>
              <a:srgbClr val="CCD5DB"/>
            </a:solidFill>
          </a:ln>
        </p:spPr>
        <p:txBody>
          <a:bodyPr/>
          <a:lstStyle/>
          <a:p>
            <a:endParaRPr lang="zh-CN" altLang="en-US" sz="2000"/>
          </a:p>
        </p:txBody>
      </p:sp>
      <p:sp>
        <p:nvSpPr>
          <p:cNvPr id="471" name="consequence-label">
            <a:extLst>
              <a:ext uri="{FF2B5EF4-FFF2-40B4-BE49-F238E27FC236}">
                <a16:creationId xmlns:a16="http://schemas.microsoft.com/office/drawing/2014/main" id="{73A83E1D-031B-4E4E-8732-A3DA3F59C59E}"/>
              </a:ext>
            </a:extLst>
          </p:cNvPr>
          <p:cNvSpPr>
            <a:spLocks noGrp="1"/>
          </p:cNvSpPr>
          <p:nvPr/>
        </p:nvSpPr>
        <p:spPr>
          <a:xfrm>
            <a:off x="13830300" y="5006340"/>
            <a:ext cx="1866900" cy="236220"/>
          </a:xfrm>
          <a:prstGeom prst="rect">
            <a:avLst/>
          </a:prstGeom>
          <a:noFill/>
          <a:ln w="0">
            <a:noFill/>
          </a:ln>
        </p:spPr>
        <p:txBody>
          <a:bodyPr wrap="none" lIns="0" tIns="0" rIns="0" bIns="0" anchor="ctr">
            <a:noAutofit/>
          </a:bodyPr>
          <a:lstStyle/>
          <a:p>
            <a:pPr algn="ctr">
              <a:defRPr sz="1440" i="0">
                <a:solidFill>
                  <a:srgbClr val="202B33"/>
                </a:solidFill>
                <a:latin typeface="Toppan Bunkyu Mincho Regular"/>
                <a:ea typeface="Toppan Bunkyu Mincho Regular"/>
                <a:cs typeface="Toppan Bunkyu Mincho Regular"/>
              </a:defRPr>
            </a:pPr>
            <a:r>
              <a:rPr sz="1600" i="0">
                <a:solidFill>
                  <a:srgbClr val="202B33"/>
                </a:solidFill>
                <a:latin typeface="Toppan Bunkyu Mincho Regular"/>
                <a:ea typeface="Toppan Bunkyu Mincho Regular"/>
                <a:cs typeface="Toppan Bunkyu Mincho Regular"/>
              </a:rPr>
              <a:t>Visual consequence</a:t>
            </a:r>
          </a:p>
        </p:txBody>
      </p:sp>
      <p:pic>
        <p:nvPicPr>
          <p:cNvPr id="947" name="图片 946"/>
          <p:cNvPicPr>
            <a:picLocks noChangeAspect="1"/>
          </p:cNvPicPr>
          <p:nvPr/>
        </p:nvPicPr>
        <p:blipFill>
          <a:blip r:embed="rId90"/>
          <a:stretch/>
        </p:blipFill>
        <p:spPr>
          <a:xfrm>
            <a:off x="13862016" y="5280660"/>
            <a:ext cx="1587534" cy="1058356"/>
          </a:xfrm>
          <a:prstGeom prst="rect">
            <a:avLst/>
          </a:prstGeom>
        </p:spPr>
      </p:pic>
      <p:pic>
        <p:nvPicPr>
          <p:cNvPr id="949" name="图形 948"/>
          <p:cNvPicPr>
            <a:picLocks noChangeAspect="1"/>
          </p:cNvPicPr>
          <p:nvPr/>
        </p:nvPicPr>
        <p:blipFill>
          <a:blip r:embed="rId91">
            <a:extLst>
              <a:ext uri="{96DAC541-7B7A-43D3-8B79-37D633B846F1}">
                <asvg:svgBlip xmlns:asvg="http://schemas.microsoft.com/office/drawing/2016/SVG/main" r:embed="rId92"/>
              </a:ext>
            </a:extLst>
          </a:blip>
          <a:stretch/>
        </p:blipFill>
        <p:spPr>
          <a:xfrm>
            <a:off x="11734800" y="5695950"/>
            <a:ext cx="1732754" cy="247224"/>
          </a:xfrm>
          <a:prstGeom prst="rect">
            <a:avLst/>
          </a:prstGeom>
        </p:spPr>
      </p:pic>
      <p:sp>
        <p:nvSpPr>
          <p:cNvPr id="475" name="shared-sampling-schedule">
            <a:extLst>
              <a:ext uri="{FF2B5EF4-FFF2-40B4-BE49-F238E27FC236}">
                <a16:creationId xmlns:a16="http://schemas.microsoft.com/office/drawing/2014/main" id="{0106A730-31BD-4C83-A8BB-A69E275A2708}"/>
              </a:ext>
            </a:extLst>
          </p:cNvPr>
          <p:cNvSpPr>
            <a:spLocks noGrp="1"/>
          </p:cNvSpPr>
          <p:nvPr/>
        </p:nvSpPr>
        <p:spPr>
          <a:xfrm>
            <a:off x="12124656" y="6014240"/>
            <a:ext cx="1432560" cy="205740"/>
          </a:xfrm>
          <a:prstGeom prst="rect">
            <a:avLst/>
          </a:prstGeom>
          <a:noFill/>
          <a:ln w="0">
            <a:noFill/>
          </a:ln>
        </p:spPr>
        <p:txBody>
          <a:bodyPr wrap="none" lIns="0" tIns="0" rIns="0" bIns="0" anchor="ctr">
            <a:noAutofit/>
          </a:bodyPr>
          <a:lstStyle/>
          <a:p>
            <a:pPr algn="ctr">
              <a:defRPr sz="1080" i="0">
                <a:solidFill>
                  <a:srgbClr val="657580"/>
                </a:solidFill>
                <a:latin typeface="Toppan Bunkyu Mincho Regular"/>
                <a:ea typeface="Toppan Bunkyu Mincho Regular"/>
                <a:cs typeface="Toppan Bunkyu Mincho Regular"/>
              </a:defRPr>
            </a:pPr>
            <a:r>
              <a:rPr sz="1600" b="1" i="0" dirty="0">
                <a:solidFill>
                  <a:schemeClr val="tx1">
                    <a:lumMod val="75000"/>
                    <a:lumOff val="25000"/>
                  </a:schemeClr>
                </a:solidFill>
                <a:latin typeface="Toppan Bunkyu Mincho Regular"/>
                <a:ea typeface="Toppan Bunkyu Mincho Regular"/>
                <a:cs typeface="Toppan Bunkyu Mincho Regular"/>
              </a:rPr>
              <a:t>Shared schedule</a:t>
            </a:r>
          </a:p>
        </p:txBody>
      </p:sp>
      <p:sp>
        <p:nvSpPr>
          <p:cNvPr id="6" name="矩形 5">
            <a:extLst>
              <a:ext uri="{FF2B5EF4-FFF2-40B4-BE49-F238E27FC236}">
                <a16:creationId xmlns:a16="http://schemas.microsoft.com/office/drawing/2014/main" id="{D28A7023-F0CD-0C0C-3A2F-2C06F6971A68}"/>
              </a:ext>
            </a:extLst>
          </p:cNvPr>
          <p:cNvSpPr/>
          <p:nvPr/>
        </p:nvSpPr>
        <p:spPr>
          <a:xfrm>
            <a:off x="4846587" y="5781726"/>
            <a:ext cx="5394425" cy="461665"/>
          </a:xfrm>
          <a:prstGeom prst="rect">
            <a:avLst/>
          </a:prstGeom>
          <a:noFill/>
        </p:spPr>
        <p:txBody>
          <a:bodyPr wrap="none" lIns="91440" tIns="45720" rIns="91440" bIns="45720">
            <a:spAutoFit/>
          </a:bodyPr>
          <a:lstStyle/>
          <a:p>
            <a:pPr algn="ctr"/>
            <a:r>
              <a:rPr lang="en-US" altLang="zh-CN" sz="2400" b="1" dirty="0">
                <a:ln w="12700">
                  <a:solidFill>
                    <a:schemeClr val="tx2">
                      <a:lumMod val="75000"/>
                    </a:schemeClr>
                  </a:solidFill>
                  <a:prstDash val="solid"/>
                </a:ln>
                <a:pattFill prst="dkUpDiag">
                  <a:fgClr>
                    <a:schemeClr val="tx2"/>
                  </a:fgClr>
                  <a:bgClr>
                    <a:schemeClr val="tx2">
                      <a:lumMod val="20000"/>
                      <a:lumOff val="80000"/>
                    </a:schemeClr>
                  </a:bgClr>
                </a:pattFill>
                <a:effectLst>
                  <a:outerShdw dist="38100" dir="2640000" algn="bl" rotWithShape="0">
                    <a:schemeClr val="tx2">
                      <a:lumMod val="75000"/>
                    </a:schemeClr>
                  </a:outerShdw>
                </a:effectLst>
                <a:latin typeface="Toppan Bunkyu Mincho Regular"/>
                <a:ea typeface="Toppan Bunkyu Mincho Regular"/>
              </a:rPr>
              <a:t>JAM: Joint Action–World Modeling</a:t>
            </a:r>
          </a:p>
        </p:txBody>
      </p:sp>
      <p:pic>
        <p:nvPicPr>
          <p:cNvPr id="8" name="图片 7">
            <a:extLst>
              <a:ext uri="{FF2B5EF4-FFF2-40B4-BE49-F238E27FC236}">
                <a16:creationId xmlns:a16="http://schemas.microsoft.com/office/drawing/2014/main" id="{B2BBE9F5-3721-C5DA-3CB6-CF6516761225}"/>
              </a:ext>
            </a:extLst>
          </p:cNvPr>
          <p:cNvPicPr>
            <a:picLocks noChangeAspect="1"/>
          </p:cNvPicPr>
          <p:nvPr/>
        </p:nvPicPr>
        <p:blipFill>
          <a:blip r:embed="rId93">
            <a:extLst>
              <a:ext uri="{BEBA8EAE-BF5A-486C-A8C5-ECC9F3942E4B}">
                <a14:imgProps xmlns:a14="http://schemas.microsoft.com/office/drawing/2010/main">
                  <a14:imgLayer r:embed="rId94">
                    <a14:imgEffect>
                      <a14:backgroundRemoval t="10000" b="90000" l="10000" r="90000"/>
                    </a14:imgEffect>
                  </a14:imgLayer>
                </a14:imgProps>
              </a:ext>
            </a:extLst>
          </a:blip>
          <a:stretch>
            <a:fillRect/>
          </a:stretch>
        </p:blipFill>
        <p:spPr>
          <a:xfrm>
            <a:off x="10507270" y="1196340"/>
            <a:ext cx="366233" cy="382156"/>
          </a:xfrm>
          <a:prstGeom prst="rect">
            <a:avLst/>
          </a:prstGeom>
        </p:spPr>
      </p:pic>
      <p:sp>
        <p:nvSpPr>
          <p:cNvPr id="352" name="Overall straight block arrow video-output">
            <a:extLst>
              <a:ext uri="{FF2B5EF4-FFF2-40B4-BE49-F238E27FC236}">
                <a16:creationId xmlns:a16="http://schemas.microsoft.com/office/drawing/2014/main" id="{EFB05E54-75E9-4808-98CA-13301EA67453}"/>
              </a:ext>
            </a:extLst>
          </p:cNvPr>
          <p:cNvSpPr>
            <a:spLocks noGrp="1"/>
          </p:cNvSpPr>
          <p:nvPr/>
        </p:nvSpPr>
        <p:spPr>
          <a:xfrm>
            <a:off x="10896600" y="2907029"/>
            <a:ext cx="419100" cy="243943"/>
          </a:xfrm>
          <a:prstGeom prst="rightArrow">
            <a:avLst>
              <a:gd name="adj1" fmla="val 40000"/>
              <a:gd name="adj2" fmla="val 42000"/>
            </a:avLst>
          </a:prstGeom>
          <a:solidFill>
            <a:srgbClr val="862B36"/>
          </a:solidFill>
          <a:ln w="4953">
            <a:solidFill>
              <a:srgbClr val="6D2530"/>
            </a:solidFill>
          </a:ln>
        </p:spPr>
        <p:txBody>
          <a:bodyPr/>
          <a:lstStyle/>
          <a:p>
            <a:endParaRPr lang="zh-CN" altLang="en-US" sz="2000"/>
          </a:p>
        </p:txBody>
      </p:sp>
      <p:sp>
        <p:nvSpPr>
          <p:cNvPr id="131" name="Local block arrow 3">
            <a:extLst>
              <a:ext uri="{FF2B5EF4-FFF2-40B4-BE49-F238E27FC236}">
                <a16:creationId xmlns:a16="http://schemas.microsoft.com/office/drawing/2014/main" id="{DDDB3BBE-3298-4D88-8AF1-B20EA67793C7}"/>
              </a:ext>
            </a:extLst>
          </p:cNvPr>
          <p:cNvSpPr>
            <a:spLocks noGrp="1"/>
          </p:cNvSpPr>
          <p:nvPr/>
        </p:nvSpPr>
        <p:spPr>
          <a:xfrm>
            <a:off x="2509039" y="2823313"/>
            <a:ext cx="283588" cy="204092"/>
          </a:xfrm>
          <a:prstGeom prst="downArrow">
            <a:avLst>
              <a:gd name="adj1" fmla="val 30000"/>
              <a:gd name="adj2" fmla="val 48000"/>
            </a:avLst>
          </a:prstGeom>
          <a:solidFill>
            <a:srgbClr val="838B93"/>
          </a:solidFill>
          <a:ln w="4953">
            <a:solidFill>
              <a:srgbClr val="747D86"/>
            </a:solidFill>
          </a:ln>
        </p:spPr>
        <p:txBody>
          <a:bodyPr/>
          <a:lstStyle/>
          <a:p>
            <a:endParaRPr lang="zh-CN" altLang="en-US" sz="2000"/>
          </a:p>
        </p:txBody>
      </p:sp>
      <p:sp>
        <p:nvSpPr>
          <p:cNvPr id="46" name="矩形 45">
            <a:extLst>
              <a:ext uri="{FF2B5EF4-FFF2-40B4-BE49-F238E27FC236}">
                <a16:creationId xmlns:a16="http://schemas.microsoft.com/office/drawing/2014/main" id="{5A515DC8-990E-5258-0426-0A712675DDFA}"/>
              </a:ext>
            </a:extLst>
          </p:cNvPr>
          <p:cNvSpPr/>
          <p:nvPr/>
        </p:nvSpPr>
        <p:spPr>
          <a:xfrm>
            <a:off x="7212784" y="4630348"/>
            <a:ext cx="2363146" cy="338554"/>
          </a:xfrm>
          <a:prstGeom prst="rect">
            <a:avLst/>
          </a:prstGeom>
          <a:noFill/>
        </p:spPr>
        <p:txBody>
          <a:bodyPr wrap="none" lIns="91440" tIns="45720" rIns="91440" bIns="45720">
            <a:spAutoFit/>
          </a:bodyPr>
          <a:lstStyle/>
          <a:p>
            <a:pPr algn="ctr"/>
            <a:r>
              <a:rPr sz="1600" b="1" i="0" cap="none" spc="0" dirty="0">
                <a:ln/>
                <a:solidFill>
                  <a:schemeClr val="bg2">
                    <a:lumMod val="25000"/>
                  </a:schemeClr>
                </a:solidFill>
                <a:effectLst>
                  <a:outerShdw blurRad="38100" dist="19050" dir="2700000" algn="tl" rotWithShape="0">
                    <a:schemeClr val="dk1">
                      <a:lumMod val="50000"/>
                      <a:alpha val="40000"/>
                    </a:schemeClr>
                  </a:outerShdw>
                </a:effectLst>
                <a:latin typeface="Toppan Bunkyu Mincho Regular"/>
                <a:ea typeface="Toppan Bunkyu Mincho Regular"/>
                <a:cs typeface="Toppan Bunkyu Mincho Regular"/>
              </a:rPr>
              <a:t>Shared head geometry</a:t>
            </a:r>
            <a:endParaRPr lang="zh-CN" altLang="en-US" sz="1600" b="1" cap="none" spc="0" dirty="0">
              <a:ln/>
              <a:solidFill>
                <a:schemeClr val="bg2">
                  <a:lumMod val="25000"/>
                </a:schemeClr>
              </a:solidFill>
              <a:effectLst>
                <a:outerShdw blurRad="38100" dist="19050" dir="2700000" algn="tl" rotWithShape="0">
                  <a:schemeClr val="dk1">
                    <a:lumMod val="50000"/>
                    <a:alpha val="40000"/>
                  </a:schemeClr>
                </a:outerShdw>
              </a:effectLst>
            </a:endParaRPr>
          </a:p>
        </p:txBody>
      </p:sp>
    </p:spTree>
    <p:extLst>
      <p:ext uri="{BB962C8B-B14F-4D97-AF65-F5344CB8AC3E}">
        <p14:creationId xmlns:p14="http://schemas.microsoft.com/office/powerpoint/2010/main" val="1303065786"/>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66675" dist="42597" dir="3806097">
              <a:srgbClr val="293E65">
                <a:alpha val="10000"/>
              </a:srgbClr>
            </a:outerShdw>
          </a:effectLst>
        </a:effectStyle>
        <a:effectStyle>
          <a:effectLst>
            <a:outerShdw blurRad="38100" dist="21299" dir="3806097">
              <a:srgbClr val="293E65">
                <a:alpha val="9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66675" dist="42597" dir="3806097">
              <a:srgbClr val="293E65">
                <a:alpha val="10000"/>
              </a:srgbClr>
            </a:outerShdw>
          </a:effectLst>
        </a:effectStyle>
        <a:effectStyle>
          <a:effectLst>
            <a:outerShdw blurRad="38100" dist="21299" dir="3806097">
              <a:srgbClr val="293E65">
                <a:alpha val="9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TotalTime>
  <Words>762</Words>
  <Application>Microsoft Macintosh PowerPoint</Application>
  <DocSecurity>0</DocSecurity>
  <PresentationFormat>自定义</PresentationFormat>
  <Paragraphs>60</Paragraphs>
  <Slides>1</Slides>
  <Notes>1</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vt:i4>
      </vt:variant>
    </vt:vector>
  </HeadingPairs>
  <TitlesOfParts>
    <vt:vector size="5" baseType="lpstr">
      <vt:lpstr>Toppan Bunkyu Gothic Regular</vt:lpstr>
      <vt:lpstr>Toppan Bunkyu Mincho Regular</vt:lpstr>
      <vt:lpstr>Calibri</vt:lpstr>
      <vt:lpstr>ChatGPT</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HeLixuan</cp:lastModifiedBy>
  <cp:revision>28</cp:revision>
  <dcterms:created xsi:type="dcterms:W3CDTF">2026-09-08T04:56:26Z</dcterms:created>
  <dcterms:modified xsi:type="dcterms:W3CDTF">2026-09-08T06:36:06Z</dcterms:modified>
</cp:coreProperties>
</file>