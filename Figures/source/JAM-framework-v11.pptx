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68fe7074b1426b" /><Relationship Type="http://schemas.openxmlformats.org/officeDocument/2006/relationships/extended-properties" Target="/docProps/app.xml" Id="R73261a8fd9904fcd" /><Relationship Type="http://schemas.openxmlformats.org/officeDocument/2006/relationships/officeDocument" Target="/ppt/presentation.xml" Id="R0d4266494de54291" /></Relationships>
</file>

<file path=ppt/presentation.xml><?xml version="1.0" encoding="utf-8"?>
<p:presentation xmlns:p="http://schemas.openxmlformats.org/presentationml/2006/main">
  <p:sldMasterIdLst>
    <p:sldMasterId xmlns:r="http://schemas.openxmlformats.org/officeDocument/2006/relationships" id="2147483648" r:id="R8527c86521d84328"/>
  </p:sldMasterIdLst>
  <p:notesMasterIdLst>
    <p:notesMasterId xmlns:r="http://schemas.openxmlformats.org/officeDocument/2006/relationships" r:id="R4cc4c5988a154020"/>
  </p:notesMasterIdLst>
  <p:sldIdLst>
    <p:sldId xmlns:r="http://schemas.openxmlformats.org/officeDocument/2006/relationships" id="256" r:id="Rb754b052de534d3a"/>
  </p:sldIdLst>
  <p:sldSz cx="15849600" cy="647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3c0b9167f2e4903" /><Relationship Type="http://schemas.openxmlformats.org/officeDocument/2006/relationships/slideMaster" Target="/ppt/slideMasters/slideMaster1.xml" Id="R8527c86521d84328" /><Relationship Type="http://schemas.openxmlformats.org/officeDocument/2006/relationships/notesMaster" Target="/ppt/notesMasters/notesMaster1.xml" Id="R4cc4c5988a154020" /><Relationship Type="http://schemas.openxmlformats.org/officeDocument/2006/relationships/presProps" Target="/ppt/presProps.xml" Id="R6af99b76e60e46f8" /><Relationship Type="http://schemas.openxmlformats.org/officeDocument/2006/relationships/tableStyles" Target="/ppt/tableStyles.xml" Id="Rb4a03e16fc244557" /><Relationship Type="http://schemas.openxmlformats.org/officeDocument/2006/relationships/slide" Target="/ppt/slides/slide1.xml" Id="Rb754b052de534d3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4780d86d8ac46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66675" dist="42597" dir="3806097">
              <a:srgbClr val="293E65">
                <a:alpha val="10000"/>
              </a:srgbClr>
            </a:outerShdw>
          </a:effectLst>
        </a:effectStyle>
        <a:effectStyle>
          <a:effectLst>
            <a:outerShdw blurRad="38100" dist="21299" dir="3806097">
              <a:srgbClr val="293E65">
                <a:alpha val="9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910b3f61aa4626" /><Relationship Type="http://schemas.openxmlformats.org/officeDocument/2006/relationships/notesMaster" Target="/ppt/notesMasters/notesMaster1.xml" Id="R2c7dad5dc66149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JAM framework. Input-side revision: camera views occupy fixed slots in a spatial canvas before the frozen VAE. Robot and human sources share a training stage while each microbatch uses one source. The availability table shows illustrative label patterns, not a claim that every robot dataset contains consequence labels. The human motor-action slot is absent. The human consequence route in the active adapter projects supplied hand poses through camera calibration, while trackers are another label source. The motor diagram groups pose, gripper and joint coordinates, followed by source-specific normalization and separate learned projections. Missing coordinate slots remain masked. Consequences use observation-anchor displacements in normalized image coordinates plus visibility, and enter their own projection. The view-slot and coordinate diagrams are schematic and do not specify the exact number of cameras or action dimensions. Sources: local paper Sections/3_JointModeling.tex and Sections/4_Pretraining.tex, remote JAM model/jam.py, action_stream.py, objective.py and infer/sampler.py at commit 27a9703. Distinct AdaLN and QKV projections operate sequentially in each stream. Queries attend to concatenated video and action-stream keys and values. The clean observation prefix attends only to itself. A clean state token is excluded from the generation objective. Cream language-token motifs beside ell enter both text-attention modules. Action and consequence tokens share the Action stream and have separate output projections, shown as two readouts in a common slab. Training predicts u=epsilon-x separately for world latents, motor commands and visual consequences. Each loss is a mean over valid coordinates and supervised examples, with noise weighting omega and modality weighting lambda. Filled mask cells contribute; struck pale cells represent missing targets and contribute zero. Their illustrated pattern is schematic. The two gradient lanes show weighted action loss reaching video keys and values and then video parameters, and weighted world loss reaching action-stream keys and values and then action parameters. Both memories remain attached to autograd. The separate K and V rails are a visual concatenation of existing tokens, not new learned memory modules. Gray-green tokens represent clean observation or state, blue tokens represent video or action, and sage tokens represent consequences according to each source rail. The prefix visibility inset shows that clean observation queries read observation keys only. The main matrix depicts generated-query connectivity. Raised off-diagonal cells depict cross-stream token reads followed by mixed updates; their colors are schematic modality identities, not measured attention strengths. Gamma, beta and g summarize AdaLN scale, shift and residual gates. Distinct projections share attention head geometry but not projection weights. Training loss acts on predicted velocities before Euler integration; short upward branches from the head output paths indicate this. During policy sampling all heads use the same decreasing integration schedule, and the world VAE decoder is frozen. The Euler boxes show one parallel update, repeated along the shared schedule. Execution applies a prefix of the action chunk. Consequence targets contain scaled image-normalized displacement and visibility. The figure writes the fixed displacement gain g and the normalized visibility component explicitly. Missing target validity and low visibility are distinct. Conceptual images in assets/robot-human-demonstrations.png, future-video-v8.png, point-tracks-v5.png and visual-consequence-v5.png were generated with image_gen as explanatory illustrations. They are neither dataset examples nor measured JAM outputs. The action coordinate grid and attention grid are schematic. LaTeX symbols are vector SVG images with source in assets/latex-v11/symbols.tex.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71403870db24e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6c0cbf6118499d" /><Relationship Type="http://schemas.openxmlformats.org/officeDocument/2006/relationships/slideLayout" Target="/ppt/slideLayouts/slideLayout1.xml" Id="Ra59fb194177f4fa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9fb194177f4f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66675" dist="42597" dir="3806097">
              <a:srgbClr val="293E65">
                <a:alpha val="10000"/>
              </a:srgbClr>
            </a:outerShdw>
          </a:effectLst>
        </a:effectStyle>
        <a:effectStyle>
          <a:effectLst>
            <a:outerShdw blurRad="38100" dist="21299" dir="3806097">
              <a:srgbClr val="293E65">
                <a:alpha val="9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e6cde12e46447df" /><Relationship Type="http://schemas.openxmlformats.org/officeDocument/2006/relationships/image" Target="/ppt/media/image.png" Id="Rc1f19cea62a64ecb" /><Relationship Type="http://schemas.openxmlformats.org/officeDocument/2006/relationships/image" Target="/ppt/media/image.svg" Id="Rcfd02f72ec3a42fc" /><Relationship Type="http://schemas.openxmlformats.org/officeDocument/2006/relationships/image" Target="/ppt/media/image2.png" Id="Rc0b6713cb20c4e0c" /><Relationship Type="http://schemas.openxmlformats.org/officeDocument/2006/relationships/image" Target="/ppt/media/image2.svg" Id="R98ad79a3ecbb4da0" /><Relationship Type="http://schemas.openxmlformats.org/officeDocument/2006/relationships/image" Target="/ppt/media/image3.png" Id="R875df2741b2f4fa5" /><Relationship Type="http://schemas.openxmlformats.org/officeDocument/2006/relationships/image" Target="/ppt/media/image3.svg" Id="R0495c778a7224235" /><Relationship Type="http://schemas.openxmlformats.org/officeDocument/2006/relationships/image" Target="/ppt/media/image4.png" Id="R52b5cb8ef1d64cb5" /><Relationship Type="http://schemas.openxmlformats.org/officeDocument/2006/relationships/image" Target="/ppt/media/image4.svg" Id="Rf02757f5b37e484a" /><Relationship Type="http://schemas.openxmlformats.org/officeDocument/2006/relationships/image" Target="/ppt/media/image5.png" Id="R742757baa53b41aa" /><Relationship Type="http://schemas.openxmlformats.org/officeDocument/2006/relationships/image" Target="/ppt/media/image6.png" Id="R02368ff22c6a423e" /><Relationship Type="http://schemas.openxmlformats.org/officeDocument/2006/relationships/image" Target="/ppt/media/image5.svg" Id="R75a201aed6c04fc3" /><Relationship Type="http://schemas.openxmlformats.org/officeDocument/2006/relationships/image" Target="/ppt/media/image7.png" Id="Rbce5333648a646f6" /><Relationship Type="http://schemas.openxmlformats.org/officeDocument/2006/relationships/image" Target="/ppt/media/image6.svg" Id="R26c29fa7c7b9410b" /><Relationship Type="http://schemas.openxmlformats.org/officeDocument/2006/relationships/image" Target="/ppt/media/image8.png" Id="R7297713a1d684d06" /><Relationship Type="http://schemas.openxmlformats.org/officeDocument/2006/relationships/image" Target="/ppt/media/image7.svg" Id="Rfba5c9e8574148d3" /><Relationship Type="http://schemas.openxmlformats.org/officeDocument/2006/relationships/image" Target="/ppt/media/image9.png" Id="R7a0a582d39f44863" /><Relationship Type="http://schemas.openxmlformats.org/officeDocument/2006/relationships/image" Target="/ppt/media/image8.svg" Id="R11cbda3c1a1f42cf" /><Relationship Type="http://schemas.openxmlformats.org/officeDocument/2006/relationships/image" Target="/ppt/media/image10.png" Id="R8e6c0163b07a4b33" /><Relationship Type="http://schemas.openxmlformats.org/officeDocument/2006/relationships/image" Target="/ppt/media/image9.svg" Id="R77b9148357674336" /><Relationship Type="http://schemas.openxmlformats.org/officeDocument/2006/relationships/image" Target="/ppt/media/image11.png" Id="Rc3074aa5b4d54a3d" /><Relationship Type="http://schemas.openxmlformats.org/officeDocument/2006/relationships/image" Target="/ppt/media/image12.png" Id="R440311208072435a" /><Relationship Type="http://schemas.openxmlformats.org/officeDocument/2006/relationships/image" Target="/ppt/media/image10.svg" Id="Rb7d7147243ce4257" /><Relationship Type="http://schemas.openxmlformats.org/officeDocument/2006/relationships/image" Target="/ppt/media/image13.png" Id="R6049fc28b5da4800" /><Relationship Type="http://schemas.openxmlformats.org/officeDocument/2006/relationships/image" Target="/ppt/media/image11.svg" Id="Rcd3fae664e3542d0" /><Relationship Type="http://schemas.openxmlformats.org/officeDocument/2006/relationships/image" Target="/ppt/media/image14.png" Id="R26aea3b0331a4dc2" /><Relationship Type="http://schemas.openxmlformats.org/officeDocument/2006/relationships/image" Target="/ppt/media/image12.svg" Id="R2778ef9bca524f6b" /><Relationship Type="http://schemas.openxmlformats.org/officeDocument/2006/relationships/image" Target="/ppt/media/image15.png" Id="R297d3bd9ccf94bdb" /><Relationship Type="http://schemas.openxmlformats.org/officeDocument/2006/relationships/image" Target="/ppt/media/image13.svg" Id="R4068a823f0ec4638" /><Relationship Type="http://schemas.openxmlformats.org/officeDocument/2006/relationships/image" Target="/ppt/media/image16.png" Id="R292d1a0caf3d451e" /><Relationship Type="http://schemas.openxmlformats.org/officeDocument/2006/relationships/image" Target="/ppt/media/image14.svg" Id="R14fb033a62e44083" /><Relationship Type="http://schemas.openxmlformats.org/officeDocument/2006/relationships/image" Target="/ppt/media/image17.png" Id="R7174f977ab3c4a18" /><Relationship Type="http://schemas.openxmlformats.org/officeDocument/2006/relationships/image" Target="/ppt/media/image15.svg" Id="R2984bb4cf2b54ade" /><Relationship Type="http://schemas.openxmlformats.org/officeDocument/2006/relationships/image" Target="/ppt/media/image18.png" Id="Rbe7be14bace34218" /><Relationship Type="http://schemas.openxmlformats.org/officeDocument/2006/relationships/image" Target="/ppt/media/image16.svg" Id="R28bfc7151e1a4bb1" /><Relationship Type="http://schemas.openxmlformats.org/officeDocument/2006/relationships/image" Target="/ppt/media/image19.png" Id="Raccdae0a7c0e45c4" /><Relationship Type="http://schemas.openxmlformats.org/officeDocument/2006/relationships/image" Target="/ppt/media/image17.svg" Id="Rc147c20176d2472c" /><Relationship Type="http://schemas.openxmlformats.org/officeDocument/2006/relationships/image" Target="/ppt/media/image20.png" Id="R55e25c7392f34fa6" /><Relationship Type="http://schemas.openxmlformats.org/officeDocument/2006/relationships/image" Target="/ppt/media/image18.svg" Id="R0cd45ae863474f5d" /><Relationship Type="http://schemas.openxmlformats.org/officeDocument/2006/relationships/image" Target="/ppt/media/image21.png" Id="Rf04c0101cd3c43e4" /><Relationship Type="http://schemas.openxmlformats.org/officeDocument/2006/relationships/image" Target="/ppt/media/image19.svg" Id="R67c3c694f5f247fd" /><Relationship Type="http://schemas.openxmlformats.org/officeDocument/2006/relationships/image" Target="/ppt/media/image22.png" Id="Rba4539c798314eb8" /><Relationship Type="http://schemas.openxmlformats.org/officeDocument/2006/relationships/image" Target="/ppt/media/image20.svg" Id="R16f758dc72c240c9" /><Relationship Type="http://schemas.openxmlformats.org/officeDocument/2006/relationships/image" Target="/ppt/media/image23.png" Id="R9b6aaafa17794de2" /><Relationship Type="http://schemas.openxmlformats.org/officeDocument/2006/relationships/image" Target="/ppt/media/image21.svg" Id="R979ad00eb1234295" /><Relationship Type="http://schemas.openxmlformats.org/officeDocument/2006/relationships/image" Target="/ppt/media/image24.png" Id="R46cd0ed570b645c4" /><Relationship Type="http://schemas.openxmlformats.org/officeDocument/2006/relationships/image" Target="/ppt/media/image22.svg" Id="R23f02c6dfac941c2" /><Relationship Type="http://schemas.openxmlformats.org/officeDocument/2006/relationships/image" Target="/ppt/media/image25.png" Id="Ra2712548e3c64916" /><Relationship Type="http://schemas.openxmlformats.org/officeDocument/2006/relationships/image" Target="/ppt/media/image23.svg" Id="R2ef615a673d742c4" /><Relationship Type="http://schemas.openxmlformats.org/officeDocument/2006/relationships/image" Target="/ppt/media/image26.png" Id="R630fda54e21447bc" /><Relationship Type="http://schemas.openxmlformats.org/officeDocument/2006/relationships/image" Target="/ppt/media/image24.svg" Id="R2ea78598fb904bb8" /><Relationship Type="http://schemas.openxmlformats.org/officeDocument/2006/relationships/image" Target="/ppt/media/image27.png" Id="R359f533769084acd" /><Relationship Type="http://schemas.openxmlformats.org/officeDocument/2006/relationships/image" Target="/ppt/media/image25.svg" Id="R04326d57f3a047ac" /><Relationship Type="http://schemas.openxmlformats.org/officeDocument/2006/relationships/image" Target="/ppt/media/image28.png" Id="R21f82fbfca714e84" /><Relationship Type="http://schemas.openxmlformats.org/officeDocument/2006/relationships/image" Target="/ppt/media/image26.svg" Id="R67506fe34d57400b" /><Relationship Type="http://schemas.openxmlformats.org/officeDocument/2006/relationships/image" Target="/ppt/media/image29.png" Id="R25300afe7d9f4036" /><Relationship Type="http://schemas.openxmlformats.org/officeDocument/2006/relationships/image" Target="/ppt/media/image27.svg" Id="R7a750f5446494896" /><Relationship Type="http://schemas.openxmlformats.org/officeDocument/2006/relationships/image" Target="/ppt/media/image30.png" Id="Re8857fa6471d4302" /><Relationship Type="http://schemas.openxmlformats.org/officeDocument/2006/relationships/image" Target="/ppt/media/image28.svg" Id="R70e3fa308afe4f20" /><Relationship Type="http://schemas.openxmlformats.org/officeDocument/2006/relationships/image" Target="/ppt/media/image31.png" Id="Re33d22199f7d4062" /><Relationship Type="http://schemas.openxmlformats.org/officeDocument/2006/relationships/image" Target="/ppt/media/image29.svg" Id="R64f1c8da9a5c4c43" /><Relationship Type="http://schemas.openxmlformats.org/officeDocument/2006/relationships/image" Target="/ppt/media/image32.png" Id="R232df701bba44fb2" /><Relationship Type="http://schemas.openxmlformats.org/officeDocument/2006/relationships/image" Target="/ppt/media/image30.svg" Id="Rc793dc3dd0ff4bfd" /><Relationship Type="http://schemas.openxmlformats.org/officeDocument/2006/relationships/image" Target="/ppt/media/image33.png" Id="R638ae4ff9f164809" /><Relationship Type="http://schemas.openxmlformats.org/officeDocument/2006/relationships/image" Target="/ppt/media/image31.svg" Id="Rc87e664029a2469d" /><Relationship Type="http://schemas.openxmlformats.org/officeDocument/2006/relationships/image" Target="/ppt/media/image34.png" Id="R14bd1fae3f114845" /><Relationship Type="http://schemas.openxmlformats.org/officeDocument/2006/relationships/image" Target="/ppt/media/image32.svg" Id="R370cfaa7fe7646b4" /><Relationship Type="http://schemas.openxmlformats.org/officeDocument/2006/relationships/image" Target="/ppt/media/image35.png" Id="R89e177917e364466" /><Relationship Type="http://schemas.openxmlformats.org/officeDocument/2006/relationships/image" Target="/ppt/media/image33.svg" Id="Re65f668c7a1d426b" /><Relationship Type="http://schemas.openxmlformats.org/officeDocument/2006/relationships/image" Target="/ppt/media/image36.png" Id="R8ecfbeb6e77c4e44" /><Relationship Type="http://schemas.openxmlformats.org/officeDocument/2006/relationships/image" Target="/ppt/media/image34.svg" Id="R18b1c49866dc46f9" /><Relationship Type="http://schemas.openxmlformats.org/officeDocument/2006/relationships/image" Target="/ppt/media/image37.png" Id="Re75a493aadea44ba" /><Relationship Type="http://schemas.openxmlformats.org/officeDocument/2006/relationships/image" Target="/ppt/media/image35.svg" Id="R6063db9881b7473e" /><Relationship Type="http://schemas.openxmlformats.org/officeDocument/2006/relationships/image" Target="/ppt/media/image38.png" Id="Rddec2fc1499c4c42" /><Relationship Type="http://schemas.openxmlformats.org/officeDocument/2006/relationships/image" Target="/ppt/media/image36.svg" Id="R6ead83525eca421c" /><Relationship Type="http://schemas.openxmlformats.org/officeDocument/2006/relationships/image" Target="/ppt/media/image39.png" Id="R9ae94358aaa74485" /><Relationship Type="http://schemas.openxmlformats.org/officeDocument/2006/relationships/image" Target="/ppt/media/image37.svg" Id="Rb18764aac2024a2a" /><Relationship Type="http://schemas.openxmlformats.org/officeDocument/2006/relationships/image" Target="/ppt/media/image40.png" Id="R0a399c5f3745464d" /><Relationship Type="http://schemas.openxmlformats.org/officeDocument/2006/relationships/image" Target="/ppt/media/image41.png" Id="R38cd5bd272064921" /><Relationship Type="http://schemas.openxmlformats.org/officeDocument/2006/relationships/image" Target="/ppt/media/image38.svg" Id="R745d4f80a9334b6f" /><Relationship Type="http://schemas.openxmlformats.org/officeDocument/2006/relationships/image" Target="/ppt/media/image42.png" Id="R3ac2d14e0b86433c" /><Relationship Type="http://schemas.openxmlformats.org/officeDocument/2006/relationships/image" Target="/ppt/media/image39.svg" Id="Rbc3638df59584b13" /><Relationship Type="http://schemas.openxmlformats.org/officeDocument/2006/relationships/image" Target="/ppt/media/image43.png" Id="R5acf12e11bbd4668" /><Relationship Type="http://schemas.openxmlformats.org/officeDocument/2006/relationships/image" Target="/ppt/media/image40.svg" Id="R84d2425867b548ee" /><Relationship Type="http://schemas.openxmlformats.org/officeDocument/2006/relationships/image" Target="/ppt/media/image44.png" Id="R6ed759673a4f4f0f" /><Relationship Type="http://schemas.openxmlformats.org/officeDocument/2006/relationships/image" Target="/ppt/media/image41.svg" Id="Rdb97ba735bae4ddf" /><Relationship Type="http://schemas.openxmlformats.org/officeDocument/2006/relationships/image" Target="/ppt/media/image45.png" Id="Rce5019a4cf8346f0" /><Relationship Type="http://schemas.openxmlformats.org/officeDocument/2006/relationships/image" Target="/ppt/media/image42.svg" Id="R5e0555c35f404efd" /><Relationship Type="http://schemas.openxmlformats.org/officeDocument/2006/relationships/image" Target="/ppt/media/image46.png" Id="Rc1fe15578ff84309" /><Relationship Type="http://schemas.openxmlformats.org/officeDocument/2006/relationships/image" Target="/ppt/media/image43.svg" Id="Rc96de7ee10e643d3" /><Relationship Type="http://schemas.openxmlformats.org/officeDocument/2006/relationships/image" Target="/ppt/media/image47.png" Id="Rf220430ebe0f4d4e" /><Relationship Type="http://schemas.openxmlformats.org/officeDocument/2006/relationships/image" Target="/ppt/media/image44.svg" Id="R7e5716c65b244362" /><Relationship Type="http://schemas.openxmlformats.org/officeDocument/2006/relationships/image" Target="/ppt/media/image48.png" Id="R30d562d8963846d3" /><Relationship Type="http://schemas.openxmlformats.org/officeDocument/2006/relationships/image" Target="/ppt/media/image45.svg" Id="R7c4f2142a8a24fb2" /><Relationship Type="http://schemas.openxmlformats.org/officeDocument/2006/relationships/image" Target="/ppt/media/image49.png" Id="R0e21779638fa45df" /><Relationship Type="http://schemas.openxmlformats.org/officeDocument/2006/relationships/image" Target="/ppt/media/image50.png" Id="R3d907bf0e0664ba4" /><Relationship Type="http://schemas.openxmlformats.org/officeDocument/2006/relationships/image" Target="/ppt/media/image46.svg" Id="R7289909b5f5a45dd" /><Relationship Type="http://schemas.openxmlformats.org/officeDocument/2006/relationships/image" Target="/ppt/media/image51.png" Id="R4f8b7ff6fa0a42b5" /><Relationship Type="http://schemas.openxmlformats.org/officeDocument/2006/relationships/image" Target="/ppt/media/image47.svg" Id="Re38908ef4f61445d" /><Relationship Type="http://schemas.openxmlformats.org/officeDocument/2006/relationships/notesSlide" Target="/ppt/notesSlides/notesSlide1.xml" Id="Rd3839ea2fdd0456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6" name="title">
            <a:extLst xmlns:a="http://schemas.openxmlformats.org/drawingml/2006/main">
              <a:ext uri="{FF2B5EF4-FFF2-40B4-BE49-F238E27FC236}">
                <a16:creationId xmlns:a16="http://schemas.microsoft.com/office/drawing/2014/main" id="{A86076E8-9D3F-4A66-A72B-26BFBD74C969}"/>
              </a:ext>
            </a:extLst>
          </p:cNvPr>
          <p:cNvSpPr>
            <a:spLocks xmlns:a="http://schemas.openxmlformats.org/drawingml/2006/main" noGrp="1"/>
          </p:cNvSpPr>
          <p:nvPr/>
        </p:nvSpPr>
        <p:spPr>
          <a:xfrm xmlns:a="http://schemas.openxmlformats.org/drawingml/2006/main">
            <a:off x="228600" y="213360"/>
            <a:ext cx="11506200" cy="441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40" i="0">
                <a:solidFill>
                  <a:srgbClr val="202B33"/>
                </a:solidFill>
                <a:latin typeface="Toppan Bunkyu Mincho"/>
                <a:ea typeface="Toppan Bunkyu Mincho"/>
                <a:cs typeface="Toppan Bunkyu Mincho"/>
              </a:defRPr>
            </a:pPr>
            <a:r>
              <a:rPr sz="2340" i="0">
                <a:solidFill>
                  <a:srgbClr val="202B33"/>
                </a:solidFill>
                <a:latin typeface="Toppan Bunkyu Mincho"/>
                <a:ea typeface="Toppan Bunkyu Mincho"/>
                <a:cs typeface="Toppan Bunkyu Mincho"/>
              </a:rPr>
              <a:t>JAM: Joint Action–World Modeling</a:t>
            </a:r>
          </a:p>
        </p:txBody>
      </p:sp>
      <p:sp>
        <p:nvSpPr>
          <p:cNvPr id="2" name="repeat-layer-2">
            <a:extLst xmlns:a="http://schemas.openxmlformats.org/drawingml/2006/main">
              <a:ext uri="{FF2B5EF4-FFF2-40B4-BE49-F238E27FC236}">
                <a16:creationId xmlns:a16="http://schemas.microsoft.com/office/drawing/2014/main" id="{FEDAD35D-4EAE-4B9D-831A-3F266571794C}"/>
              </a:ext>
            </a:extLst>
          </p:cNvPr>
          <p:cNvSpPr>
            <a:spLocks xmlns:a="http://schemas.openxmlformats.org/drawingml/2006/main" noGrp="1"/>
          </p:cNvSpPr>
          <p:nvPr/>
        </p:nvSpPr>
        <p:spPr>
          <a:xfrm xmlns:a="http://schemas.openxmlformats.org/drawingml/2006/main">
            <a:off x="4069080" y="1082040"/>
            <a:ext cx="7101840" cy="4648200"/>
          </a:xfrm>
          <a:prstGeom xmlns:a="http://schemas.openxmlformats.org/drawingml/2006/main" prst="roundRect">
            <a:avLst>
              <a:gd name="adj" fmla="val 1475"/>
            </a:avLst>
          </a:prstGeom>
          <a:solidFill xmlns:a="http://schemas.openxmlformats.org/drawingml/2006/main">
            <a:srgbClr val="E8EEF2"/>
          </a:solidFill>
          <a:ln xmlns:a="http://schemas.openxmlformats.org/drawingml/2006/main" w="7620">
            <a:solidFill>
              <a:srgbClr val="CCD6DE"/>
            </a:solidFill>
          </a:ln>
        </p:spPr>
      </p:sp>
      <p:sp>
        <p:nvSpPr>
          <p:cNvPr id="3" name="repeat-layer-1">
            <a:extLst xmlns:a="http://schemas.openxmlformats.org/drawingml/2006/main">
              <a:ext uri="{FF2B5EF4-FFF2-40B4-BE49-F238E27FC236}">
                <a16:creationId xmlns:a16="http://schemas.microsoft.com/office/drawing/2014/main" id="{1A3A4BFC-9EB6-42EE-B238-45E320A99247}"/>
              </a:ext>
            </a:extLst>
          </p:cNvPr>
          <p:cNvSpPr>
            <a:spLocks xmlns:a="http://schemas.openxmlformats.org/drawingml/2006/main" noGrp="1"/>
          </p:cNvSpPr>
          <p:nvPr/>
        </p:nvSpPr>
        <p:spPr>
          <a:xfrm xmlns:a="http://schemas.openxmlformats.org/drawingml/2006/main">
            <a:off x="3992880" y="1165860"/>
            <a:ext cx="7101840" cy="4648200"/>
          </a:xfrm>
          <a:prstGeom xmlns:a="http://schemas.openxmlformats.org/drawingml/2006/main" prst="roundRect">
            <a:avLst>
              <a:gd name="adj" fmla="val 1475"/>
            </a:avLst>
          </a:prstGeom>
          <a:solidFill xmlns:a="http://schemas.openxmlformats.org/drawingml/2006/main">
            <a:srgbClr val="EDF2F5"/>
          </a:solidFill>
          <a:ln xmlns:a="http://schemas.openxmlformats.org/drawingml/2006/main" w="7620">
            <a:solidFill>
              <a:srgbClr val="BBC9D3"/>
            </a:solidFill>
          </a:ln>
        </p:spPr>
      </p:sp>
      <p:sp>
        <p:nvSpPr>
          <p:cNvPr id="4" name="paired-layer">
            <a:extLst xmlns:a="http://schemas.openxmlformats.org/drawingml/2006/main">
              <a:ext uri="{FF2B5EF4-FFF2-40B4-BE49-F238E27FC236}">
                <a16:creationId xmlns:a16="http://schemas.microsoft.com/office/drawing/2014/main" id="{33E3A6B6-8B86-4920-9820-6C79F78C07EA}"/>
              </a:ext>
            </a:extLst>
          </p:cNvPr>
          <p:cNvSpPr>
            <a:spLocks xmlns:a="http://schemas.openxmlformats.org/drawingml/2006/main" noGrp="1"/>
          </p:cNvSpPr>
          <p:nvPr/>
        </p:nvSpPr>
        <p:spPr>
          <a:xfrm xmlns:a="http://schemas.openxmlformats.org/drawingml/2006/main">
            <a:off x="3916680" y="1249680"/>
            <a:ext cx="7101840" cy="4648200"/>
          </a:xfrm>
          <a:prstGeom xmlns:a="http://schemas.openxmlformats.org/drawingml/2006/main" prst="roundRect">
            <a:avLst>
              <a:gd name="adj" fmla="val 1475"/>
            </a:avLst>
          </a:prstGeom>
          <a:solidFill xmlns:a="http://schemas.openxmlformats.org/drawingml/2006/main">
            <a:srgbClr val="F5F7F9"/>
          </a:solidFill>
          <a:ln xmlns:a="http://schemas.openxmlformats.org/drawingml/2006/main" w="10287">
            <a:solidFill>
              <a:srgbClr val="6C8192"/>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5" name="paired-layer-title">
            <a:extLst xmlns:a="http://schemas.openxmlformats.org/drawingml/2006/main">
              <a:ext uri="{FF2B5EF4-FFF2-40B4-BE49-F238E27FC236}">
                <a16:creationId xmlns:a16="http://schemas.microsoft.com/office/drawing/2014/main" id="{29A3C975-045B-4D0C-ABDC-F9DED0E59568}"/>
              </a:ext>
            </a:extLst>
          </p:cNvPr>
          <p:cNvSpPr>
            <a:spLocks xmlns:a="http://schemas.openxmlformats.org/drawingml/2006/main" noGrp="1"/>
          </p:cNvSpPr>
          <p:nvPr/>
        </p:nvSpPr>
        <p:spPr>
          <a:xfrm xmlns:a="http://schemas.openxmlformats.org/drawingml/2006/main">
            <a:off x="5433060" y="1325880"/>
            <a:ext cx="352044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40" i="0">
                <a:solidFill>
                  <a:srgbClr val="202B33"/>
                </a:solidFill>
                <a:latin typeface="Toppan Bunkyu Mincho"/>
                <a:ea typeface="Toppan Bunkyu Mincho"/>
                <a:cs typeface="Toppan Bunkyu Mincho"/>
              </a:defRPr>
            </a:pPr>
            <a:r>
              <a:rPr sz="1740" i="0">
                <a:solidFill>
                  <a:srgbClr val="202B33"/>
                </a:solidFill>
                <a:latin typeface="Toppan Bunkyu Mincho"/>
                <a:ea typeface="Toppan Bunkyu Mincho"/>
                <a:cs typeface="Toppan Bunkyu Mincho"/>
              </a:rPr>
              <a:t>Coupled transformer layers</a:t>
            </a:r>
          </a:p>
        </p:txBody>
      </p:sp>
      <p:pic>
        <p:nvPicPr>
          <p:cNvPr id="481" name=""/>
          <p:cNvPicPr>
            <a:picLocks xmlns:a="http://schemas.openxmlformats.org/drawingml/2006/main" noChangeAspect="1"/>
          </p:cNvPicPr>
          <p:nvPr/>
        </p:nvPicPr>
        <p:blipFill>
          <a:blip xmlns:r="http://schemas.openxmlformats.org/officeDocument/2006/relationships" xmlns:a="http://schemas.openxmlformats.org/drawingml/2006/main" r:embed="Rc1f19cea62a64ecb">
            <a:extLst>
              <a:ext uri="{96DAC541-7B7A-43D3-8B79-37D633B846F1}">
                <asvg:svgBlip xmlns:asvg="http://schemas.microsoft.com/office/drawing/2016/SVG/main" r:embed="Rcfd02f72ec3a42fc"/>
              </a:ext>
            </a:extLst>
          </a:blip>
          <a:stretch xmlns:a="http://schemas.openxmlformats.org/drawingml/2006/main"/>
        </p:blipFill>
        <p:spPr>
          <a:xfrm xmlns:a="http://schemas.openxmlformats.org/drawingml/2006/main">
            <a:off x="8700855" y="1406625"/>
            <a:ext cx="322410" cy="150929"/>
          </a:xfrm>
          <a:prstGeom xmlns:a="http://schemas.openxmlformats.org/drawingml/2006/main" prst="rect">
            <a:avLst/>
          </a:prstGeom>
        </p:spPr>
      </p:pic>
      <p:sp>
        <p:nvSpPr>
          <p:cNvPr id="7" name="prefix-visibility-title">
            <a:extLst xmlns:a="http://schemas.openxmlformats.org/drawingml/2006/main">
              <a:ext uri="{FF2B5EF4-FFF2-40B4-BE49-F238E27FC236}">
                <a16:creationId xmlns:a16="http://schemas.microsoft.com/office/drawing/2014/main" id="{97649284-DA4C-483E-BD28-5E1D519BDDE2}"/>
              </a:ext>
            </a:extLst>
          </p:cNvPr>
          <p:cNvSpPr>
            <a:spLocks xmlns:a="http://schemas.openxmlformats.org/drawingml/2006/main" noGrp="1"/>
          </p:cNvSpPr>
          <p:nvPr/>
        </p:nvSpPr>
        <p:spPr>
          <a:xfrm xmlns:a="http://schemas.openxmlformats.org/drawingml/2006/main">
            <a:off x="4084320" y="1722120"/>
            <a:ext cx="193548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60" i="0">
                <a:solidFill>
                  <a:srgbClr val="202B33"/>
                </a:solidFill>
                <a:latin typeface="Toppan Bunkyu Mincho"/>
                <a:ea typeface="Toppan Bunkyu Mincho"/>
                <a:cs typeface="Toppan Bunkyu Mincho"/>
              </a:defRPr>
            </a:pPr>
            <a:r>
              <a:rPr sz="1260" i="0">
                <a:solidFill>
                  <a:srgbClr val="202B33"/>
                </a:solidFill>
                <a:latin typeface="Toppan Bunkyu Mincho"/>
                <a:ea typeface="Toppan Bunkyu Mincho"/>
                <a:cs typeface="Toppan Bunkyu Mincho"/>
              </a:rPr>
              <a:t>Preserved observation</a:t>
            </a:r>
          </a:p>
        </p:txBody>
      </p:sp>
      <p:pic>
        <p:nvPicPr>
          <p:cNvPr id="483" name=""/>
          <p:cNvPicPr>
            <a:picLocks xmlns:a="http://schemas.openxmlformats.org/drawingml/2006/main" noChangeAspect="1"/>
          </p:cNvPicPr>
          <p:nvPr/>
        </p:nvPicPr>
        <p:blipFill>
          <a:blip xmlns:r="http://schemas.openxmlformats.org/officeDocument/2006/relationships" xmlns:a="http://schemas.openxmlformats.org/drawingml/2006/main" r:embed="Rc0b6713cb20c4e0c">
            <a:extLst>
              <a:ext uri="{96DAC541-7B7A-43D3-8B79-37D633B846F1}">
                <asvg:svgBlip xmlns:asvg="http://schemas.microsoft.com/office/drawing/2016/SVG/main" r:embed="R98ad79a3ecbb4da0"/>
              </a:ext>
            </a:extLst>
          </a:blip>
          <a:stretch xmlns:a="http://schemas.openxmlformats.org/drawingml/2006/main"/>
        </p:blipFill>
        <p:spPr>
          <a:xfrm xmlns:a="http://schemas.openxmlformats.org/drawingml/2006/main">
            <a:off x="4142280" y="2010623"/>
            <a:ext cx="287941" cy="184995"/>
          </a:xfrm>
          <a:prstGeom xmlns:a="http://schemas.openxmlformats.org/drawingml/2006/main" prst="rect">
            <a:avLst/>
          </a:prstGeom>
        </p:spPr>
      </p:pic>
      <p:sp>
        <p:nvSpPr>
          <p:cNvPr id="9" name="Local block arrow 1">
            <a:extLst xmlns:a="http://schemas.openxmlformats.org/drawingml/2006/main">
              <a:ext uri="{FF2B5EF4-FFF2-40B4-BE49-F238E27FC236}">
                <a16:creationId xmlns:a16="http://schemas.microsoft.com/office/drawing/2014/main" id="{DCD03DF7-E7AE-431C-9DD8-C0D479052715}"/>
              </a:ext>
            </a:extLst>
          </p:cNvPr>
          <p:cNvSpPr>
            <a:spLocks xmlns:a="http://schemas.openxmlformats.org/drawingml/2006/main" noGrp="1"/>
          </p:cNvSpPr>
          <p:nvPr/>
        </p:nvSpPr>
        <p:spPr>
          <a:xfrm xmlns:a="http://schemas.openxmlformats.org/drawingml/2006/main">
            <a:off x="4488180" y="2049780"/>
            <a:ext cx="167640" cy="106680"/>
          </a:xfrm>
          <a:prstGeom xmlns:a="http://schemas.openxmlformats.org/drawingml/2006/main" prst="right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sp>
        <p:nvSpPr>
          <p:cNvPr id="10" name="prefix-visibility-cell-0">
            <a:extLst xmlns:a="http://schemas.openxmlformats.org/drawingml/2006/main">
              <a:ext uri="{FF2B5EF4-FFF2-40B4-BE49-F238E27FC236}">
                <a16:creationId xmlns:a16="http://schemas.microsoft.com/office/drawing/2014/main" id="{0DEC2549-0423-4A86-A4D3-E574D8A61B99}"/>
              </a:ext>
            </a:extLst>
          </p:cNvPr>
          <p:cNvSpPr>
            <a:spLocks xmlns:a="http://schemas.openxmlformats.org/drawingml/2006/main" noGrp="1"/>
          </p:cNvSpPr>
          <p:nvPr/>
        </p:nvSpPr>
        <p:spPr>
          <a:xfrm xmlns:a="http://schemas.openxmlformats.org/drawingml/2006/main">
            <a:off x="4716780" y="2026920"/>
            <a:ext cx="137160" cy="144780"/>
          </a:xfrm>
          <a:prstGeom xmlns:a="http://schemas.openxmlformats.org/drawingml/2006/main" prst="roundRect">
            <a:avLst>
              <a:gd name="adj" fmla="val 11111"/>
            </a:avLst>
          </a:prstGeom>
          <a:solidFill xmlns:a="http://schemas.openxmlformats.org/drawingml/2006/main">
            <a:srgbClr val="BDCCC6"/>
          </a:solidFill>
          <a:ln xmlns:a="http://schemas.openxmlformats.org/drawingml/2006/main" w="6096">
            <a:solidFill>
              <a:srgbClr val="7F9990"/>
            </a:solidFill>
          </a:ln>
        </p:spPr>
      </p:sp>
      <p:sp>
        <p:nvSpPr>
          <p:cNvPr id="11" name="prefix-visibility-cell-1">
            <a:extLst xmlns:a="http://schemas.openxmlformats.org/drawingml/2006/main">
              <a:ext uri="{FF2B5EF4-FFF2-40B4-BE49-F238E27FC236}">
                <a16:creationId xmlns:a16="http://schemas.microsoft.com/office/drawing/2014/main" id="{D2B1135A-2C67-4536-8B88-169EFDFF3F53}"/>
              </a:ext>
            </a:extLst>
          </p:cNvPr>
          <p:cNvSpPr>
            <a:spLocks xmlns:a="http://schemas.openxmlformats.org/drawingml/2006/main" noGrp="1"/>
          </p:cNvSpPr>
          <p:nvPr/>
        </p:nvSpPr>
        <p:spPr>
          <a:xfrm xmlns:a="http://schemas.openxmlformats.org/drawingml/2006/main">
            <a:off x="4899660" y="2026920"/>
            <a:ext cx="137160" cy="144780"/>
          </a:xfrm>
          <a:prstGeom xmlns:a="http://schemas.openxmlformats.org/drawingml/2006/main" prst="roundRect">
            <a:avLst>
              <a:gd name="adj" fmla="val 11111"/>
            </a:avLst>
          </a:prstGeom>
          <a:solidFill xmlns:a="http://schemas.openxmlformats.org/drawingml/2006/main">
            <a:srgbClr val="F8FAFB"/>
          </a:solidFill>
          <a:ln xmlns:a="http://schemas.openxmlformats.org/drawingml/2006/main" w="6096">
            <a:solidFill>
              <a:srgbClr val="C5CFD6"/>
            </a:solidFill>
          </a:ln>
        </p:spPr>
      </p:sp>
      <p:sp>
        <p:nvSpPr>
          <p:cNvPr id="12" name="prefix-invisible-1">
            <a:extLst xmlns:a="http://schemas.openxmlformats.org/drawingml/2006/main">
              <a:ext uri="{FF2B5EF4-FFF2-40B4-BE49-F238E27FC236}">
                <a16:creationId xmlns:a16="http://schemas.microsoft.com/office/drawing/2014/main" id="{F6C6FE2E-9BF4-4D3C-A348-99692A1E1342}"/>
              </a:ext>
            </a:extLst>
          </p:cNvPr>
          <p:cNvSpPr>
            <a:spLocks xmlns:a="http://schemas.openxmlformats.org/drawingml/2006/main" noGrp="1"/>
          </p:cNvSpPr>
          <p:nvPr/>
        </p:nvSpPr>
        <p:spPr>
          <a:xfrm xmlns:a="http://schemas.openxmlformats.org/drawingml/2006/main" flipH="0" flipV="1">
            <a:off x="4930140" y="2057400"/>
            <a:ext cx="76200" cy="76200"/>
          </a:xfrm>
          <a:prstGeom xmlns:a="http://schemas.openxmlformats.org/drawingml/2006/main" prst="line">
            <a:avLst/>
          </a:prstGeom>
          <a:noFill xmlns:a="http://schemas.openxmlformats.org/drawingml/2006/main"/>
          <a:ln xmlns:a="http://schemas.openxmlformats.org/drawingml/2006/main" w="7620">
            <a:solidFill>
              <a:srgbClr val="B5C2CB"/>
            </a:solidFill>
          </a:ln>
        </p:spPr>
      </p:sp>
      <p:sp>
        <p:nvSpPr>
          <p:cNvPr id="13" name="prefix-visibility-cell-2">
            <a:extLst xmlns:a="http://schemas.openxmlformats.org/drawingml/2006/main">
              <a:ext uri="{FF2B5EF4-FFF2-40B4-BE49-F238E27FC236}">
                <a16:creationId xmlns:a16="http://schemas.microsoft.com/office/drawing/2014/main" id="{E6A57A68-CEEE-4BD1-BC34-F0242AD1CADF}"/>
              </a:ext>
            </a:extLst>
          </p:cNvPr>
          <p:cNvSpPr>
            <a:spLocks xmlns:a="http://schemas.openxmlformats.org/drawingml/2006/main" noGrp="1"/>
          </p:cNvSpPr>
          <p:nvPr/>
        </p:nvSpPr>
        <p:spPr>
          <a:xfrm xmlns:a="http://schemas.openxmlformats.org/drawingml/2006/main">
            <a:off x="5082540" y="2026920"/>
            <a:ext cx="137160" cy="144780"/>
          </a:xfrm>
          <a:prstGeom xmlns:a="http://schemas.openxmlformats.org/drawingml/2006/main" prst="roundRect">
            <a:avLst>
              <a:gd name="adj" fmla="val 11111"/>
            </a:avLst>
          </a:prstGeom>
          <a:solidFill xmlns:a="http://schemas.openxmlformats.org/drawingml/2006/main">
            <a:srgbClr val="F8FAFB"/>
          </a:solidFill>
          <a:ln xmlns:a="http://schemas.openxmlformats.org/drawingml/2006/main" w="6096">
            <a:solidFill>
              <a:srgbClr val="C5CFD6"/>
            </a:solidFill>
          </a:ln>
        </p:spPr>
      </p:sp>
      <p:sp>
        <p:nvSpPr>
          <p:cNvPr id="14" name="prefix-invisible-2">
            <a:extLst xmlns:a="http://schemas.openxmlformats.org/drawingml/2006/main">
              <a:ext uri="{FF2B5EF4-FFF2-40B4-BE49-F238E27FC236}">
                <a16:creationId xmlns:a16="http://schemas.microsoft.com/office/drawing/2014/main" id="{80B469E7-2BEE-4446-95F8-232819A58C4B}"/>
              </a:ext>
            </a:extLst>
          </p:cNvPr>
          <p:cNvSpPr>
            <a:spLocks xmlns:a="http://schemas.openxmlformats.org/drawingml/2006/main" noGrp="1"/>
          </p:cNvSpPr>
          <p:nvPr/>
        </p:nvSpPr>
        <p:spPr>
          <a:xfrm xmlns:a="http://schemas.openxmlformats.org/drawingml/2006/main" flipH="0" flipV="1">
            <a:off x="5113020" y="2057400"/>
            <a:ext cx="76200" cy="76200"/>
          </a:xfrm>
          <a:prstGeom xmlns:a="http://schemas.openxmlformats.org/drawingml/2006/main" prst="line">
            <a:avLst/>
          </a:prstGeom>
          <a:noFill xmlns:a="http://schemas.openxmlformats.org/drawingml/2006/main"/>
          <a:ln xmlns:a="http://schemas.openxmlformats.org/drawingml/2006/main" w="7620">
            <a:solidFill>
              <a:srgbClr val="B5C2CB"/>
            </a:solidFill>
          </a:ln>
        </p:spPr>
      </p:sp>
      <p:sp>
        <p:nvSpPr>
          <p:cNvPr id="15" name="prefix-visibility-cell-3">
            <a:extLst xmlns:a="http://schemas.openxmlformats.org/drawingml/2006/main">
              <a:ext uri="{FF2B5EF4-FFF2-40B4-BE49-F238E27FC236}">
                <a16:creationId xmlns:a16="http://schemas.microsoft.com/office/drawing/2014/main" id="{4686A4C0-9675-4A59-B6CC-01D658CE0601}"/>
              </a:ext>
            </a:extLst>
          </p:cNvPr>
          <p:cNvSpPr>
            <a:spLocks xmlns:a="http://schemas.openxmlformats.org/drawingml/2006/main" noGrp="1"/>
          </p:cNvSpPr>
          <p:nvPr/>
        </p:nvSpPr>
        <p:spPr>
          <a:xfrm xmlns:a="http://schemas.openxmlformats.org/drawingml/2006/main">
            <a:off x="5265420" y="2026920"/>
            <a:ext cx="137160" cy="144780"/>
          </a:xfrm>
          <a:prstGeom xmlns:a="http://schemas.openxmlformats.org/drawingml/2006/main" prst="roundRect">
            <a:avLst>
              <a:gd name="adj" fmla="val 11111"/>
            </a:avLst>
          </a:prstGeom>
          <a:solidFill xmlns:a="http://schemas.openxmlformats.org/drawingml/2006/main">
            <a:srgbClr val="F8FAFB"/>
          </a:solidFill>
          <a:ln xmlns:a="http://schemas.openxmlformats.org/drawingml/2006/main" w="6096">
            <a:solidFill>
              <a:srgbClr val="C5CFD6"/>
            </a:solidFill>
          </a:ln>
        </p:spPr>
      </p:sp>
      <p:sp>
        <p:nvSpPr>
          <p:cNvPr id="16" name="prefix-invisible-3">
            <a:extLst xmlns:a="http://schemas.openxmlformats.org/drawingml/2006/main">
              <a:ext uri="{FF2B5EF4-FFF2-40B4-BE49-F238E27FC236}">
                <a16:creationId xmlns:a16="http://schemas.microsoft.com/office/drawing/2014/main" id="{A1ECD137-0F85-40D1-8037-C9C5D4DB69C3}"/>
              </a:ext>
            </a:extLst>
          </p:cNvPr>
          <p:cNvSpPr>
            <a:spLocks xmlns:a="http://schemas.openxmlformats.org/drawingml/2006/main" noGrp="1"/>
          </p:cNvSpPr>
          <p:nvPr/>
        </p:nvSpPr>
        <p:spPr>
          <a:xfrm xmlns:a="http://schemas.openxmlformats.org/drawingml/2006/main" flipH="0" flipV="1">
            <a:off x="5295900" y="2057400"/>
            <a:ext cx="76200" cy="76200"/>
          </a:xfrm>
          <a:prstGeom xmlns:a="http://schemas.openxmlformats.org/drawingml/2006/main" prst="line">
            <a:avLst/>
          </a:prstGeom>
          <a:noFill xmlns:a="http://schemas.openxmlformats.org/drawingml/2006/main"/>
          <a:ln xmlns:a="http://schemas.openxmlformats.org/drawingml/2006/main" w="7620">
            <a:solidFill>
              <a:srgbClr val="B5C2CB"/>
            </a:solidFill>
          </a:ln>
        </p:spPr>
      </p:sp>
      <p:sp>
        <p:nvSpPr>
          <p:cNvPr id="17" name="prefix-visibility-cell-4">
            <a:extLst xmlns:a="http://schemas.openxmlformats.org/drawingml/2006/main">
              <a:ext uri="{FF2B5EF4-FFF2-40B4-BE49-F238E27FC236}">
                <a16:creationId xmlns:a16="http://schemas.microsoft.com/office/drawing/2014/main" id="{42B5CB1F-F034-4C0C-8F9C-7FD7855C5351}"/>
              </a:ext>
            </a:extLst>
          </p:cNvPr>
          <p:cNvSpPr>
            <a:spLocks xmlns:a="http://schemas.openxmlformats.org/drawingml/2006/main" noGrp="1"/>
          </p:cNvSpPr>
          <p:nvPr/>
        </p:nvSpPr>
        <p:spPr>
          <a:xfrm xmlns:a="http://schemas.openxmlformats.org/drawingml/2006/main">
            <a:off x="5448300" y="2026920"/>
            <a:ext cx="137160" cy="144780"/>
          </a:xfrm>
          <a:prstGeom xmlns:a="http://schemas.openxmlformats.org/drawingml/2006/main" prst="roundRect">
            <a:avLst>
              <a:gd name="adj" fmla="val 11111"/>
            </a:avLst>
          </a:prstGeom>
          <a:solidFill xmlns:a="http://schemas.openxmlformats.org/drawingml/2006/main">
            <a:srgbClr val="F8FAFB"/>
          </a:solidFill>
          <a:ln xmlns:a="http://schemas.openxmlformats.org/drawingml/2006/main" w="6096">
            <a:solidFill>
              <a:srgbClr val="C5CFD6"/>
            </a:solidFill>
          </a:ln>
        </p:spPr>
      </p:sp>
      <p:sp>
        <p:nvSpPr>
          <p:cNvPr id="18" name="prefix-invisible-4">
            <a:extLst xmlns:a="http://schemas.openxmlformats.org/drawingml/2006/main">
              <a:ext uri="{FF2B5EF4-FFF2-40B4-BE49-F238E27FC236}">
                <a16:creationId xmlns:a16="http://schemas.microsoft.com/office/drawing/2014/main" id="{4E681EE4-D388-448F-BCBF-FFF9B8F35757}"/>
              </a:ext>
            </a:extLst>
          </p:cNvPr>
          <p:cNvSpPr>
            <a:spLocks xmlns:a="http://schemas.openxmlformats.org/drawingml/2006/main" noGrp="1"/>
          </p:cNvSpPr>
          <p:nvPr/>
        </p:nvSpPr>
        <p:spPr>
          <a:xfrm xmlns:a="http://schemas.openxmlformats.org/drawingml/2006/main" flipH="0" flipV="1">
            <a:off x="5478780" y="2057400"/>
            <a:ext cx="76200" cy="76200"/>
          </a:xfrm>
          <a:prstGeom xmlns:a="http://schemas.openxmlformats.org/drawingml/2006/main" prst="line">
            <a:avLst/>
          </a:prstGeom>
          <a:noFill xmlns:a="http://schemas.openxmlformats.org/drawingml/2006/main"/>
          <a:ln xmlns:a="http://schemas.openxmlformats.org/drawingml/2006/main" w="7620">
            <a:solidFill>
              <a:srgbClr val="B5C2CB"/>
            </a:solidFill>
          </a:ln>
        </p:spPr>
      </p:sp>
      <p:sp>
        <p:nvSpPr>
          <p:cNvPr id="19" name="prefix-visibility-cell-5">
            <a:extLst xmlns:a="http://schemas.openxmlformats.org/drawingml/2006/main">
              <a:ext uri="{FF2B5EF4-FFF2-40B4-BE49-F238E27FC236}">
                <a16:creationId xmlns:a16="http://schemas.microsoft.com/office/drawing/2014/main" id="{1D9B3906-4D5A-4ED5-ADF4-0168B3458DDB}"/>
              </a:ext>
            </a:extLst>
          </p:cNvPr>
          <p:cNvSpPr>
            <a:spLocks xmlns:a="http://schemas.openxmlformats.org/drawingml/2006/main" noGrp="1"/>
          </p:cNvSpPr>
          <p:nvPr/>
        </p:nvSpPr>
        <p:spPr>
          <a:xfrm xmlns:a="http://schemas.openxmlformats.org/drawingml/2006/main">
            <a:off x="5631180" y="2026920"/>
            <a:ext cx="137160" cy="144780"/>
          </a:xfrm>
          <a:prstGeom xmlns:a="http://schemas.openxmlformats.org/drawingml/2006/main" prst="roundRect">
            <a:avLst>
              <a:gd name="adj" fmla="val 11111"/>
            </a:avLst>
          </a:prstGeom>
          <a:solidFill xmlns:a="http://schemas.openxmlformats.org/drawingml/2006/main">
            <a:srgbClr val="F8FAFB"/>
          </a:solidFill>
          <a:ln xmlns:a="http://schemas.openxmlformats.org/drawingml/2006/main" w="6096">
            <a:solidFill>
              <a:srgbClr val="C5CFD6"/>
            </a:solidFill>
          </a:ln>
        </p:spPr>
      </p:sp>
      <p:sp>
        <p:nvSpPr>
          <p:cNvPr id="20" name="prefix-invisible-5">
            <a:extLst xmlns:a="http://schemas.openxmlformats.org/drawingml/2006/main">
              <a:ext uri="{FF2B5EF4-FFF2-40B4-BE49-F238E27FC236}">
                <a16:creationId xmlns:a16="http://schemas.microsoft.com/office/drawing/2014/main" id="{769AB533-434B-4EE0-BDBB-AF0D6B05BD62}"/>
              </a:ext>
            </a:extLst>
          </p:cNvPr>
          <p:cNvSpPr>
            <a:spLocks xmlns:a="http://schemas.openxmlformats.org/drawingml/2006/main" noGrp="1"/>
          </p:cNvSpPr>
          <p:nvPr/>
        </p:nvSpPr>
        <p:spPr>
          <a:xfrm xmlns:a="http://schemas.openxmlformats.org/drawingml/2006/main" flipH="0" flipV="1">
            <a:off x="5661660" y="2057400"/>
            <a:ext cx="76200" cy="76200"/>
          </a:xfrm>
          <a:prstGeom xmlns:a="http://schemas.openxmlformats.org/drawingml/2006/main" prst="line">
            <a:avLst/>
          </a:prstGeom>
          <a:noFill xmlns:a="http://schemas.openxmlformats.org/drawingml/2006/main"/>
          <a:ln xmlns:a="http://schemas.openxmlformats.org/drawingml/2006/main" w="7620">
            <a:solidFill>
              <a:srgbClr val="B5C2CB"/>
            </a:solidFill>
          </a:ln>
        </p:spPr>
      </p:sp>
      <p:sp>
        <p:nvSpPr>
          <p:cNvPr id="21" name="joint-memory-title">
            <a:extLst xmlns:a="http://schemas.openxmlformats.org/drawingml/2006/main">
              <a:ext uri="{FF2B5EF4-FFF2-40B4-BE49-F238E27FC236}">
                <a16:creationId xmlns:a16="http://schemas.microsoft.com/office/drawing/2014/main" id="{B4AD35DC-AB67-4ADE-ADC2-BCEEDE5DB823}"/>
              </a:ext>
            </a:extLst>
          </p:cNvPr>
          <p:cNvSpPr>
            <a:spLocks xmlns:a="http://schemas.openxmlformats.org/drawingml/2006/main" noGrp="1"/>
          </p:cNvSpPr>
          <p:nvPr/>
        </p:nvSpPr>
        <p:spPr>
          <a:xfrm xmlns:a="http://schemas.openxmlformats.org/drawingml/2006/main">
            <a:off x="7086600" y="1699260"/>
            <a:ext cx="24841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i="0">
                <a:solidFill>
                  <a:srgbClr val="202B33"/>
                </a:solidFill>
                <a:latin typeface="Toppan Bunkyu Mincho"/>
                <a:ea typeface="Toppan Bunkyu Mincho"/>
                <a:cs typeface="Toppan Bunkyu Mincho"/>
              </a:defRPr>
            </a:pPr>
            <a:r>
              <a:rPr sz="1500" i="0">
                <a:solidFill>
                  <a:srgbClr val="202B33"/>
                </a:solidFill>
                <a:latin typeface="Toppan Bunkyu Mincho"/>
                <a:ea typeface="Toppan Bunkyu Mincho"/>
                <a:cs typeface="Toppan Bunkyu Mincho"/>
              </a:rPr>
              <a:t>Joint attention</a:t>
            </a:r>
          </a:p>
        </p:txBody>
      </p:sp>
      <p:sp>
        <p:nvSpPr>
          <p:cNvPr id="22" name="world-memory-source">
            <a:extLst xmlns:a="http://schemas.openxmlformats.org/drawingml/2006/main">
              <a:ext uri="{FF2B5EF4-FFF2-40B4-BE49-F238E27FC236}">
                <a16:creationId xmlns:a16="http://schemas.microsoft.com/office/drawing/2014/main" id="{EB30B6A7-2F7A-494F-83C4-49F624E395E9}"/>
              </a:ext>
            </a:extLst>
          </p:cNvPr>
          <p:cNvSpPr>
            <a:spLocks xmlns:a="http://schemas.openxmlformats.org/drawingml/2006/main" noGrp="1"/>
          </p:cNvSpPr>
          <p:nvPr/>
        </p:nvSpPr>
        <p:spPr>
          <a:xfrm xmlns:a="http://schemas.openxmlformats.org/drawingml/2006/main">
            <a:off x="6606540" y="1943100"/>
            <a:ext cx="12954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80" i="0">
                <a:solidFill>
                  <a:srgbClr val="657580"/>
                </a:solidFill>
                <a:latin typeface="Toppan Bunkyu Mincho"/>
                <a:ea typeface="Toppan Bunkyu Mincho"/>
                <a:cs typeface="Toppan Bunkyu Mincho"/>
              </a:defRPr>
            </a:pPr>
            <a:r>
              <a:rPr sz="1080" i="0">
                <a:solidFill>
                  <a:srgbClr val="657580"/>
                </a:solidFill>
                <a:latin typeface="Toppan Bunkyu Mincho"/>
                <a:ea typeface="Toppan Bunkyu Mincho"/>
                <a:cs typeface="Toppan Bunkyu Mincho"/>
              </a:rPr>
              <a:t>Video</a:t>
            </a:r>
          </a:p>
        </p:txBody>
      </p:sp>
      <p:sp>
        <p:nvSpPr>
          <p:cNvPr id="23" name="action-memory-source">
            <a:extLst xmlns:a="http://schemas.openxmlformats.org/drawingml/2006/main">
              <a:ext uri="{FF2B5EF4-FFF2-40B4-BE49-F238E27FC236}">
                <a16:creationId xmlns:a16="http://schemas.microsoft.com/office/drawing/2014/main" id="{E73D223B-F44C-415E-91FF-BC1356B5DC96}"/>
              </a:ext>
            </a:extLst>
          </p:cNvPr>
          <p:cNvSpPr>
            <a:spLocks xmlns:a="http://schemas.openxmlformats.org/drawingml/2006/main" noGrp="1"/>
          </p:cNvSpPr>
          <p:nvPr/>
        </p:nvSpPr>
        <p:spPr>
          <a:xfrm xmlns:a="http://schemas.openxmlformats.org/drawingml/2006/main">
            <a:off x="7955280" y="1943100"/>
            <a:ext cx="16230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80" i="0">
                <a:solidFill>
                  <a:srgbClr val="657580"/>
                </a:solidFill>
                <a:latin typeface="Toppan Bunkyu Mincho"/>
                <a:ea typeface="Toppan Bunkyu Mincho"/>
                <a:cs typeface="Toppan Bunkyu Mincho"/>
              </a:defRPr>
            </a:pPr>
            <a:r>
              <a:rPr sz="1080" i="0">
                <a:solidFill>
                  <a:srgbClr val="657580"/>
                </a:solidFill>
                <a:latin typeface="Toppan Bunkyu Mincho"/>
                <a:ea typeface="Toppan Bunkyu Mincho"/>
                <a:cs typeface="Toppan Bunkyu Mincho"/>
              </a:rPr>
              <a:t>Action / consequence</a:t>
            </a:r>
          </a:p>
        </p:txBody>
      </p:sp>
      <p:pic>
        <p:nvPicPr>
          <p:cNvPr id="499" name=""/>
          <p:cNvPicPr>
            <a:picLocks xmlns:a="http://schemas.openxmlformats.org/drawingml/2006/main" noChangeAspect="1"/>
          </p:cNvPicPr>
          <p:nvPr/>
        </p:nvPicPr>
        <p:blipFill>
          <a:blip xmlns:r="http://schemas.openxmlformats.org/officeDocument/2006/relationships" xmlns:a="http://schemas.openxmlformats.org/drawingml/2006/main" r:embed="R875df2741b2f4fa5">
            <a:extLst>
              <a:ext uri="{96DAC541-7B7A-43D3-8B79-37D633B846F1}">
                <asvg:svgBlip xmlns:asvg="http://schemas.microsoft.com/office/drawing/2016/SVG/main" r:embed="R0495c778a7224235"/>
              </a:ext>
            </a:extLst>
          </a:blip>
          <a:stretch xmlns:a="http://schemas.openxmlformats.org/drawingml/2006/main"/>
        </p:blipFill>
        <p:spPr>
          <a:xfrm xmlns:a="http://schemas.openxmlformats.org/drawingml/2006/main">
            <a:off x="6380893" y="2182844"/>
            <a:ext cx="169355" cy="130112"/>
          </a:xfrm>
          <a:prstGeom xmlns:a="http://schemas.openxmlformats.org/drawingml/2006/main" prst="rect">
            <a:avLst/>
          </a:prstGeom>
        </p:spPr>
      </p:pic>
      <p:sp>
        <p:nvSpPr>
          <p:cNvPr id="25" name="key-memory-world-top">
            <a:extLst xmlns:a="http://schemas.openxmlformats.org/drawingml/2006/main">
              <a:ext uri="{FF2B5EF4-FFF2-40B4-BE49-F238E27FC236}">
                <a16:creationId xmlns:a16="http://schemas.microsoft.com/office/drawing/2014/main" id="{FFF80D57-41C4-4329-A303-96B9427F9B17}"/>
              </a:ext>
            </a:extLst>
          </p:cNvPr>
          <p:cNvSpPr>
            <a:spLocks xmlns:a="http://schemas.openxmlformats.org/drawingml/2006/main" noGrp="1"/>
          </p:cNvSpPr>
          <p:nvPr/>
        </p:nvSpPr>
        <p:spPr>
          <a:xfrm xmlns:a="http://schemas.openxmlformats.org/drawingml/2006/main">
            <a:off x="6644640" y="2148840"/>
            <a:ext cx="1318260" cy="30480"/>
          </a:xfrm>
          <a:custGeom xmlns:a="http://schemas.openxmlformats.org/drawingml/2006/main">
            <a:pathLst>
              <a:path w="1647825" h="38100">
                <a:moveTo>
                  <a:pt x="0" y="38100"/>
                </a:moveTo>
                <a:lnTo>
                  <a:pt x="38100" y="0"/>
                </a:lnTo>
                <a:lnTo>
                  <a:pt x="1647825" y="0"/>
                </a:lnTo>
                <a:lnTo>
                  <a:pt x="1609725" y="38100"/>
                </a:lnTo>
                <a:close/>
              </a:path>
            </a:pathLst>
          </a:custGeom>
          <a:solidFill xmlns:a="http://schemas.openxmlformats.org/drawingml/2006/main">
            <a:srgbClr val="F9FAFD"/>
          </a:solidFill>
          <a:ln xmlns:a="http://schemas.openxmlformats.org/drawingml/2006/main" w="11430">
            <a:solidFill>
              <a:srgbClr val="63788A"/>
            </a:solidFill>
          </a:ln>
        </p:spPr>
      </p:sp>
      <p:sp>
        <p:nvSpPr>
          <p:cNvPr id="26" name="key-memory-world-side">
            <a:extLst xmlns:a="http://schemas.openxmlformats.org/drawingml/2006/main">
              <a:ext uri="{FF2B5EF4-FFF2-40B4-BE49-F238E27FC236}">
                <a16:creationId xmlns:a16="http://schemas.microsoft.com/office/drawing/2014/main" id="{BF57254A-4D1C-4169-90CE-3F3FBBDACBD6}"/>
              </a:ext>
            </a:extLst>
          </p:cNvPr>
          <p:cNvSpPr>
            <a:spLocks xmlns:a="http://schemas.openxmlformats.org/drawingml/2006/main" noGrp="1"/>
          </p:cNvSpPr>
          <p:nvPr/>
        </p:nvSpPr>
        <p:spPr>
          <a:xfrm xmlns:a="http://schemas.openxmlformats.org/drawingml/2006/main">
            <a:off x="7932420" y="2148840"/>
            <a:ext cx="30480" cy="167640"/>
          </a:xfrm>
          <a:custGeom xmlns:a="http://schemas.openxmlformats.org/drawingml/2006/main">
            <a:pathLst>
              <a:path w="38100" h="209550">
                <a:moveTo>
                  <a:pt x="0" y="38100"/>
                </a:moveTo>
                <a:lnTo>
                  <a:pt x="38100" y="0"/>
                </a:lnTo>
                <a:lnTo>
                  <a:pt x="38100" y="171450"/>
                </a:lnTo>
                <a:lnTo>
                  <a:pt x="0" y="209550"/>
                </a:lnTo>
                <a:close/>
              </a:path>
            </a:pathLst>
          </a:custGeom>
          <a:solidFill xmlns:a="http://schemas.openxmlformats.org/drawingml/2006/main">
            <a:srgbClr val="C5D1DD"/>
          </a:solidFill>
          <a:ln xmlns:a="http://schemas.openxmlformats.org/drawingml/2006/main" w="11430">
            <a:solidFill>
              <a:srgbClr val="63788A"/>
            </a:solidFill>
          </a:ln>
        </p:spPr>
      </p:sp>
      <p:sp>
        <p:nvSpPr>
          <p:cNvPr id="27" name="key-memory-world-front">
            <a:extLst xmlns:a="http://schemas.openxmlformats.org/drawingml/2006/main">
              <a:ext uri="{FF2B5EF4-FFF2-40B4-BE49-F238E27FC236}">
                <a16:creationId xmlns:a16="http://schemas.microsoft.com/office/drawing/2014/main" id="{358EF497-A0C0-4C4B-9455-E94E7264145F}"/>
              </a:ext>
            </a:extLst>
          </p:cNvPr>
          <p:cNvSpPr>
            <a:spLocks xmlns:a="http://schemas.openxmlformats.org/drawingml/2006/main" noGrp="1"/>
          </p:cNvSpPr>
          <p:nvPr/>
        </p:nvSpPr>
        <p:spPr>
          <a:xfrm xmlns:a="http://schemas.openxmlformats.org/drawingml/2006/main">
            <a:off x="6644640" y="2179320"/>
            <a:ext cx="1287780" cy="137160"/>
          </a:xfrm>
          <a:prstGeom xmlns:a="http://schemas.openxmlformats.org/drawingml/2006/main" prst="rect">
            <a:avLst/>
          </a:prstGeom>
          <a:solidFill xmlns:a="http://schemas.openxmlformats.org/drawingml/2006/main">
            <a:srgbClr val="E4EBF2"/>
          </a:solidFill>
          <a:ln xmlns:a="http://schemas.openxmlformats.org/drawingml/2006/main" w="8382">
            <a:solidFill>
              <a:srgbClr val="63788A"/>
            </a:solidFill>
          </a:ln>
        </p:spPr>
        <p:style>
          <a:lnRef xmlns:a="http://schemas.openxmlformats.org/drawingml/2006/main" idx="0"/>
          <a:fillRef xmlns:a="http://schemas.openxmlformats.org/drawingml/2006/main" idx="0"/>
          <a:effectRef xmlns:a="http://schemas.openxmlformats.org/drawingml/2006/main" idx="11"/>
          <a:fontRef xmlns:a="http://schemas.openxmlformats.org/drawingml/2006/main" idx="major"/>
        </p:style>
      </p:sp>
      <p:sp>
        <p:nvSpPr>
          <p:cNvPr id="28" name="key-memory-action-top">
            <a:extLst xmlns:a="http://schemas.openxmlformats.org/drawingml/2006/main">
              <a:ext uri="{FF2B5EF4-FFF2-40B4-BE49-F238E27FC236}">
                <a16:creationId xmlns:a16="http://schemas.microsoft.com/office/drawing/2014/main" id="{A7846DCD-EA6C-472C-93D2-AD433A1A7144}"/>
              </a:ext>
            </a:extLst>
          </p:cNvPr>
          <p:cNvSpPr>
            <a:spLocks xmlns:a="http://schemas.openxmlformats.org/drawingml/2006/main" noGrp="1"/>
          </p:cNvSpPr>
          <p:nvPr/>
        </p:nvSpPr>
        <p:spPr>
          <a:xfrm xmlns:a="http://schemas.openxmlformats.org/drawingml/2006/main">
            <a:off x="8016240" y="2148840"/>
            <a:ext cx="1493520" cy="30480"/>
          </a:xfrm>
          <a:custGeom xmlns:a="http://schemas.openxmlformats.org/drawingml/2006/main">
            <a:pathLst>
              <a:path w="1866900" h="38100">
                <a:moveTo>
                  <a:pt x="0" y="38100"/>
                </a:moveTo>
                <a:lnTo>
                  <a:pt x="38100" y="0"/>
                </a:lnTo>
                <a:lnTo>
                  <a:pt x="1866900" y="0"/>
                </a:lnTo>
                <a:lnTo>
                  <a:pt x="1828800" y="38100"/>
                </a:lnTo>
                <a:close/>
              </a:path>
            </a:pathLst>
          </a:custGeom>
          <a:solidFill xmlns:a="http://schemas.openxmlformats.org/drawingml/2006/main">
            <a:srgbClr val="F9FAFD"/>
          </a:solidFill>
          <a:ln xmlns:a="http://schemas.openxmlformats.org/drawingml/2006/main" w="11430">
            <a:solidFill>
              <a:srgbClr val="63788A"/>
            </a:solidFill>
          </a:ln>
        </p:spPr>
      </p:sp>
      <p:sp>
        <p:nvSpPr>
          <p:cNvPr id="29" name="key-memory-action-side">
            <a:extLst xmlns:a="http://schemas.openxmlformats.org/drawingml/2006/main">
              <a:ext uri="{FF2B5EF4-FFF2-40B4-BE49-F238E27FC236}">
                <a16:creationId xmlns:a16="http://schemas.microsoft.com/office/drawing/2014/main" id="{AF235666-0B9C-48CB-A5BF-14EE991360E9}"/>
              </a:ext>
            </a:extLst>
          </p:cNvPr>
          <p:cNvSpPr>
            <a:spLocks xmlns:a="http://schemas.openxmlformats.org/drawingml/2006/main" noGrp="1"/>
          </p:cNvSpPr>
          <p:nvPr/>
        </p:nvSpPr>
        <p:spPr>
          <a:xfrm xmlns:a="http://schemas.openxmlformats.org/drawingml/2006/main">
            <a:off x="9479280" y="2148840"/>
            <a:ext cx="30480" cy="167640"/>
          </a:xfrm>
          <a:custGeom xmlns:a="http://schemas.openxmlformats.org/drawingml/2006/main">
            <a:pathLst>
              <a:path w="38100" h="209550">
                <a:moveTo>
                  <a:pt x="0" y="38100"/>
                </a:moveTo>
                <a:lnTo>
                  <a:pt x="38100" y="0"/>
                </a:lnTo>
                <a:lnTo>
                  <a:pt x="38100" y="171450"/>
                </a:lnTo>
                <a:lnTo>
                  <a:pt x="0" y="209550"/>
                </a:lnTo>
                <a:close/>
              </a:path>
            </a:pathLst>
          </a:custGeom>
          <a:solidFill xmlns:a="http://schemas.openxmlformats.org/drawingml/2006/main">
            <a:srgbClr val="C2D2C9"/>
          </a:solidFill>
          <a:ln xmlns:a="http://schemas.openxmlformats.org/drawingml/2006/main" w="11430">
            <a:solidFill>
              <a:srgbClr val="63788A"/>
            </a:solidFill>
          </a:ln>
        </p:spPr>
      </p:sp>
      <p:sp>
        <p:nvSpPr>
          <p:cNvPr id="30" name="key-memory-action-front">
            <a:extLst xmlns:a="http://schemas.openxmlformats.org/drawingml/2006/main">
              <a:ext uri="{FF2B5EF4-FFF2-40B4-BE49-F238E27FC236}">
                <a16:creationId xmlns:a16="http://schemas.microsoft.com/office/drawing/2014/main" id="{B9063A51-88E8-429C-9357-ECF82B88D4F2}"/>
              </a:ext>
            </a:extLst>
          </p:cNvPr>
          <p:cNvSpPr>
            <a:spLocks xmlns:a="http://schemas.openxmlformats.org/drawingml/2006/main" noGrp="1"/>
          </p:cNvSpPr>
          <p:nvPr/>
        </p:nvSpPr>
        <p:spPr>
          <a:xfrm xmlns:a="http://schemas.openxmlformats.org/drawingml/2006/main">
            <a:off x="8016240" y="2179320"/>
            <a:ext cx="1463040" cy="137160"/>
          </a:xfrm>
          <a:prstGeom xmlns:a="http://schemas.openxmlformats.org/drawingml/2006/main" prst="rect">
            <a:avLst/>
          </a:prstGeom>
          <a:solidFill xmlns:a="http://schemas.openxmlformats.org/drawingml/2006/main">
            <a:srgbClr val="E2EBE6"/>
          </a:solidFill>
          <a:ln xmlns:a="http://schemas.openxmlformats.org/drawingml/2006/main" w="8382">
            <a:solidFill>
              <a:srgbClr val="63788A"/>
            </a:solidFill>
          </a:ln>
        </p:spPr>
        <p:style>
          <a:lnRef xmlns:a="http://schemas.openxmlformats.org/drawingml/2006/main" idx="0"/>
          <a:fillRef xmlns:a="http://schemas.openxmlformats.org/drawingml/2006/main" idx="0"/>
          <a:effectRef xmlns:a="http://schemas.openxmlformats.org/drawingml/2006/main" idx="11"/>
          <a:fontRef xmlns:a="http://schemas.openxmlformats.org/drawingml/2006/main" idx="major"/>
        </p:style>
      </p:sp>
      <p:sp>
        <p:nvSpPr>
          <p:cNvPr id="31" name="key-memory-world-token-0">
            <a:extLst xmlns:a="http://schemas.openxmlformats.org/drawingml/2006/main">
              <a:ext uri="{FF2B5EF4-FFF2-40B4-BE49-F238E27FC236}">
                <a16:creationId xmlns:a16="http://schemas.microsoft.com/office/drawing/2014/main" id="{570F14CD-FA52-4722-9E6B-9620572BB160}"/>
              </a:ext>
            </a:extLst>
          </p:cNvPr>
          <p:cNvSpPr>
            <a:spLocks xmlns:a="http://schemas.openxmlformats.org/drawingml/2006/main" noGrp="1"/>
          </p:cNvSpPr>
          <p:nvPr/>
        </p:nvSpPr>
        <p:spPr>
          <a:xfrm xmlns:a="http://schemas.openxmlformats.org/drawingml/2006/main">
            <a:off x="6682740" y="2209800"/>
            <a:ext cx="137160" cy="76200"/>
          </a:xfrm>
          <a:prstGeom xmlns:a="http://schemas.openxmlformats.org/drawingml/2006/main" prst="roundRect">
            <a:avLst>
              <a:gd name="adj" fmla="val 10000"/>
            </a:avLst>
          </a:prstGeom>
          <a:solidFill xmlns:a="http://schemas.openxmlformats.org/drawingml/2006/main">
            <a:srgbClr val="C0CFC7"/>
          </a:solidFill>
          <a:ln xmlns:a="http://schemas.openxmlformats.org/drawingml/2006/main" w="0">
            <a:noFill/>
          </a:ln>
        </p:spPr>
      </p:sp>
      <p:sp>
        <p:nvSpPr>
          <p:cNvPr id="32" name="key-memory-world-token-1">
            <a:extLst xmlns:a="http://schemas.openxmlformats.org/drawingml/2006/main">
              <a:ext uri="{FF2B5EF4-FFF2-40B4-BE49-F238E27FC236}">
                <a16:creationId xmlns:a16="http://schemas.microsoft.com/office/drawing/2014/main" id="{3D3CAA28-A805-42E5-8A47-6E4127441EC9}"/>
              </a:ext>
            </a:extLst>
          </p:cNvPr>
          <p:cNvSpPr>
            <a:spLocks xmlns:a="http://schemas.openxmlformats.org/drawingml/2006/main" noGrp="1"/>
          </p:cNvSpPr>
          <p:nvPr/>
        </p:nvSpPr>
        <p:spPr>
          <a:xfrm xmlns:a="http://schemas.openxmlformats.org/drawingml/2006/main">
            <a:off x="6858000" y="2209800"/>
            <a:ext cx="137160" cy="76200"/>
          </a:xfrm>
          <a:prstGeom xmlns:a="http://schemas.openxmlformats.org/drawingml/2006/main" prst="roundRect">
            <a:avLst>
              <a:gd name="adj" fmla="val 10000"/>
            </a:avLst>
          </a:prstGeom>
          <a:solidFill xmlns:a="http://schemas.openxmlformats.org/drawingml/2006/main">
            <a:srgbClr val="94AEC4"/>
          </a:solidFill>
          <a:ln xmlns:a="http://schemas.openxmlformats.org/drawingml/2006/main" w="0">
            <a:noFill/>
          </a:ln>
        </p:spPr>
      </p:sp>
      <p:sp>
        <p:nvSpPr>
          <p:cNvPr id="33" name="key-memory-world-token-2">
            <a:extLst xmlns:a="http://schemas.openxmlformats.org/drawingml/2006/main">
              <a:ext uri="{FF2B5EF4-FFF2-40B4-BE49-F238E27FC236}">
                <a16:creationId xmlns:a16="http://schemas.microsoft.com/office/drawing/2014/main" id="{ECD5FB85-774B-4D5F-ADEF-CD699FA7E04A}"/>
              </a:ext>
            </a:extLst>
          </p:cNvPr>
          <p:cNvSpPr>
            <a:spLocks xmlns:a="http://schemas.openxmlformats.org/drawingml/2006/main" noGrp="1"/>
          </p:cNvSpPr>
          <p:nvPr/>
        </p:nvSpPr>
        <p:spPr>
          <a:xfrm xmlns:a="http://schemas.openxmlformats.org/drawingml/2006/main">
            <a:off x="7033260" y="2209800"/>
            <a:ext cx="137160" cy="76200"/>
          </a:xfrm>
          <a:prstGeom xmlns:a="http://schemas.openxmlformats.org/drawingml/2006/main" prst="roundRect">
            <a:avLst>
              <a:gd name="adj" fmla="val 10000"/>
            </a:avLst>
          </a:prstGeom>
          <a:solidFill xmlns:a="http://schemas.openxmlformats.org/drawingml/2006/main">
            <a:srgbClr val="B8CADD"/>
          </a:solidFill>
          <a:ln xmlns:a="http://schemas.openxmlformats.org/drawingml/2006/main" w="0">
            <a:noFill/>
          </a:ln>
        </p:spPr>
      </p:sp>
      <p:sp>
        <p:nvSpPr>
          <p:cNvPr id="34" name="key-memory-world-token-3">
            <a:extLst xmlns:a="http://schemas.openxmlformats.org/drawingml/2006/main">
              <a:ext uri="{FF2B5EF4-FFF2-40B4-BE49-F238E27FC236}">
                <a16:creationId xmlns:a16="http://schemas.microsoft.com/office/drawing/2014/main" id="{41A48469-3BB5-43A2-8678-AD63AAD1CC6F}"/>
              </a:ext>
            </a:extLst>
          </p:cNvPr>
          <p:cNvSpPr>
            <a:spLocks xmlns:a="http://schemas.openxmlformats.org/drawingml/2006/main" noGrp="1"/>
          </p:cNvSpPr>
          <p:nvPr/>
        </p:nvSpPr>
        <p:spPr>
          <a:xfrm xmlns:a="http://schemas.openxmlformats.org/drawingml/2006/main">
            <a:off x="7208520" y="2209800"/>
            <a:ext cx="137160" cy="76200"/>
          </a:xfrm>
          <a:prstGeom xmlns:a="http://schemas.openxmlformats.org/drawingml/2006/main" prst="roundRect">
            <a:avLst>
              <a:gd name="adj" fmla="val 10000"/>
            </a:avLst>
          </a:prstGeom>
          <a:solidFill xmlns:a="http://schemas.openxmlformats.org/drawingml/2006/main">
            <a:srgbClr val="94AEC4"/>
          </a:solidFill>
          <a:ln xmlns:a="http://schemas.openxmlformats.org/drawingml/2006/main" w="0">
            <a:noFill/>
          </a:ln>
        </p:spPr>
      </p:sp>
      <p:sp>
        <p:nvSpPr>
          <p:cNvPr id="35" name="key-memory-world-token-4">
            <a:extLst xmlns:a="http://schemas.openxmlformats.org/drawingml/2006/main">
              <a:ext uri="{FF2B5EF4-FFF2-40B4-BE49-F238E27FC236}">
                <a16:creationId xmlns:a16="http://schemas.microsoft.com/office/drawing/2014/main" id="{1401FBAA-15CF-4E30-8F8F-AD1E8ECC763A}"/>
              </a:ext>
            </a:extLst>
          </p:cNvPr>
          <p:cNvSpPr>
            <a:spLocks xmlns:a="http://schemas.openxmlformats.org/drawingml/2006/main" noGrp="1"/>
          </p:cNvSpPr>
          <p:nvPr/>
        </p:nvSpPr>
        <p:spPr>
          <a:xfrm xmlns:a="http://schemas.openxmlformats.org/drawingml/2006/main">
            <a:off x="7383780" y="2209800"/>
            <a:ext cx="137160" cy="76200"/>
          </a:xfrm>
          <a:prstGeom xmlns:a="http://schemas.openxmlformats.org/drawingml/2006/main" prst="roundRect">
            <a:avLst>
              <a:gd name="adj" fmla="val 10000"/>
            </a:avLst>
          </a:prstGeom>
          <a:solidFill xmlns:a="http://schemas.openxmlformats.org/drawingml/2006/main">
            <a:srgbClr val="B8CADD"/>
          </a:solidFill>
          <a:ln xmlns:a="http://schemas.openxmlformats.org/drawingml/2006/main" w="0">
            <a:noFill/>
          </a:ln>
        </p:spPr>
      </p:sp>
      <p:sp>
        <p:nvSpPr>
          <p:cNvPr id="36" name="key-memory-world-token-5">
            <a:extLst xmlns:a="http://schemas.openxmlformats.org/drawingml/2006/main">
              <a:ext uri="{FF2B5EF4-FFF2-40B4-BE49-F238E27FC236}">
                <a16:creationId xmlns:a16="http://schemas.microsoft.com/office/drawing/2014/main" id="{8721923C-CC93-463B-B5E2-915DF8ED0DB6}"/>
              </a:ext>
            </a:extLst>
          </p:cNvPr>
          <p:cNvSpPr>
            <a:spLocks xmlns:a="http://schemas.openxmlformats.org/drawingml/2006/main" noGrp="1"/>
          </p:cNvSpPr>
          <p:nvPr/>
        </p:nvSpPr>
        <p:spPr>
          <a:xfrm xmlns:a="http://schemas.openxmlformats.org/drawingml/2006/main">
            <a:off x="7559040" y="2209800"/>
            <a:ext cx="137160" cy="76200"/>
          </a:xfrm>
          <a:prstGeom xmlns:a="http://schemas.openxmlformats.org/drawingml/2006/main" prst="roundRect">
            <a:avLst>
              <a:gd name="adj" fmla="val 10000"/>
            </a:avLst>
          </a:prstGeom>
          <a:solidFill xmlns:a="http://schemas.openxmlformats.org/drawingml/2006/main">
            <a:srgbClr val="94AEC4"/>
          </a:solidFill>
          <a:ln xmlns:a="http://schemas.openxmlformats.org/drawingml/2006/main" w="0">
            <a:noFill/>
          </a:ln>
        </p:spPr>
      </p:sp>
      <p:sp>
        <p:nvSpPr>
          <p:cNvPr id="37" name="key-memory-world-token-6">
            <a:extLst xmlns:a="http://schemas.openxmlformats.org/drawingml/2006/main">
              <a:ext uri="{FF2B5EF4-FFF2-40B4-BE49-F238E27FC236}">
                <a16:creationId xmlns:a16="http://schemas.microsoft.com/office/drawing/2014/main" id="{0C181A58-7D8E-498A-846E-8DC2D1F8209B}"/>
              </a:ext>
            </a:extLst>
          </p:cNvPr>
          <p:cNvSpPr>
            <a:spLocks xmlns:a="http://schemas.openxmlformats.org/drawingml/2006/main" noGrp="1"/>
          </p:cNvSpPr>
          <p:nvPr/>
        </p:nvSpPr>
        <p:spPr>
          <a:xfrm xmlns:a="http://schemas.openxmlformats.org/drawingml/2006/main">
            <a:off x="7734300" y="2209800"/>
            <a:ext cx="137160" cy="76200"/>
          </a:xfrm>
          <a:prstGeom xmlns:a="http://schemas.openxmlformats.org/drawingml/2006/main" prst="roundRect">
            <a:avLst>
              <a:gd name="adj" fmla="val 10000"/>
            </a:avLst>
          </a:prstGeom>
          <a:solidFill xmlns:a="http://schemas.openxmlformats.org/drawingml/2006/main">
            <a:srgbClr val="B8CADD"/>
          </a:solidFill>
          <a:ln xmlns:a="http://schemas.openxmlformats.org/drawingml/2006/main" w="0">
            <a:noFill/>
          </a:ln>
        </p:spPr>
      </p:sp>
      <p:sp>
        <p:nvSpPr>
          <p:cNvPr id="38" name="key-memory-action-token-0">
            <a:extLst xmlns:a="http://schemas.openxmlformats.org/drawingml/2006/main">
              <a:ext uri="{FF2B5EF4-FFF2-40B4-BE49-F238E27FC236}">
                <a16:creationId xmlns:a16="http://schemas.microsoft.com/office/drawing/2014/main" id="{20892F55-B236-43F2-A00D-DAF5F0204090}"/>
              </a:ext>
            </a:extLst>
          </p:cNvPr>
          <p:cNvSpPr>
            <a:spLocks xmlns:a="http://schemas.openxmlformats.org/drawingml/2006/main" noGrp="1"/>
          </p:cNvSpPr>
          <p:nvPr/>
        </p:nvSpPr>
        <p:spPr>
          <a:xfrm xmlns:a="http://schemas.openxmlformats.org/drawingml/2006/main">
            <a:off x="8054340" y="2209800"/>
            <a:ext cx="137160" cy="76200"/>
          </a:xfrm>
          <a:prstGeom xmlns:a="http://schemas.openxmlformats.org/drawingml/2006/main" prst="roundRect">
            <a:avLst>
              <a:gd name="adj" fmla="val 10000"/>
            </a:avLst>
          </a:prstGeom>
          <a:solidFill xmlns:a="http://schemas.openxmlformats.org/drawingml/2006/main">
            <a:srgbClr val="C0CFC7"/>
          </a:solidFill>
          <a:ln xmlns:a="http://schemas.openxmlformats.org/drawingml/2006/main" w="0">
            <a:noFill/>
          </a:ln>
        </p:spPr>
      </p:sp>
      <p:sp>
        <p:nvSpPr>
          <p:cNvPr id="39" name="key-memory-action-token-1">
            <a:extLst xmlns:a="http://schemas.openxmlformats.org/drawingml/2006/main">
              <a:ext uri="{FF2B5EF4-FFF2-40B4-BE49-F238E27FC236}">
                <a16:creationId xmlns:a16="http://schemas.microsoft.com/office/drawing/2014/main" id="{6495B9BA-BA18-4793-8BA8-3ACD247CBD09}"/>
              </a:ext>
            </a:extLst>
          </p:cNvPr>
          <p:cNvSpPr>
            <a:spLocks xmlns:a="http://schemas.openxmlformats.org/drawingml/2006/main" noGrp="1"/>
          </p:cNvSpPr>
          <p:nvPr/>
        </p:nvSpPr>
        <p:spPr>
          <a:xfrm xmlns:a="http://schemas.openxmlformats.org/drawingml/2006/main">
            <a:off x="8229600" y="2209800"/>
            <a:ext cx="137160" cy="76200"/>
          </a:xfrm>
          <a:prstGeom xmlns:a="http://schemas.openxmlformats.org/drawingml/2006/main" prst="roundRect">
            <a:avLst>
              <a:gd name="adj" fmla="val 10000"/>
            </a:avLst>
          </a:prstGeom>
          <a:solidFill xmlns:a="http://schemas.openxmlformats.org/drawingml/2006/main">
            <a:srgbClr val="AEC4D7"/>
          </a:solidFill>
          <a:ln xmlns:a="http://schemas.openxmlformats.org/drawingml/2006/main" w="0">
            <a:noFill/>
          </a:ln>
        </p:spPr>
      </p:sp>
      <p:sp>
        <p:nvSpPr>
          <p:cNvPr id="40" name="key-memory-action-token-2">
            <a:extLst xmlns:a="http://schemas.openxmlformats.org/drawingml/2006/main">
              <a:ext uri="{FF2B5EF4-FFF2-40B4-BE49-F238E27FC236}">
                <a16:creationId xmlns:a16="http://schemas.microsoft.com/office/drawing/2014/main" id="{2730173B-4D78-4FEB-8A7A-A9806B02F2E7}"/>
              </a:ext>
            </a:extLst>
          </p:cNvPr>
          <p:cNvSpPr>
            <a:spLocks xmlns:a="http://schemas.openxmlformats.org/drawingml/2006/main" noGrp="1"/>
          </p:cNvSpPr>
          <p:nvPr/>
        </p:nvSpPr>
        <p:spPr>
          <a:xfrm xmlns:a="http://schemas.openxmlformats.org/drawingml/2006/main">
            <a:off x="8404860" y="2209800"/>
            <a:ext cx="137160" cy="76200"/>
          </a:xfrm>
          <a:prstGeom xmlns:a="http://schemas.openxmlformats.org/drawingml/2006/main" prst="roundRect">
            <a:avLst>
              <a:gd name="adj" fmla="val 10000"/>
            </a:avLst>
          </a:prstGeom>
          <a:solidFill xmlns:a="http://schemas.openxmlformats.org/drawingml/2006/main">
            <a:srgbClr val="AEC4D7"/>
          </a:solidFill>
          <a:ln xmlns:a="http://schemas.openxmlformats.org/drawingml/2006/main" w="0">
            <a:noFill/>
          </a:ln>
        </p:spPr>
      </p:sp>
      <p:sp>
        <p:nvSpPr>
          <p:cNvPr id="41" name="key-memory-action-token-3">
            <a:extLst xmlns:a="http://schemas.openxmlformats.org/drawingml/2006/main">
              <a:ext uri="{FF2B5EF4-FFF2-40B4-BE49-F238E27FC236}">
                <a16:creationId xmlns:a16="http://schemas.microsoft.com/office/drawing/2014/main" id="{77BD0583-2C00-4D69-BC0D-C06FCC490F1E}"/>
              </a:ext>
            </a:extLst>
          </p:cNvPr>
          <p:cNvSpPr>
            <a:spLocks xmlns:a="http://schemas.openxmlformats.org/drawingml/2006/main" noGrp="1"/>
          </p:cNvSpPr>
          <p:nvPr/>
        </p:nvSpPr>
        <p:spPr>
          <a:xfrm xmlns:a="http://schemas.openxmlformats.org/drawingml/2006/main">
            <a:off x="8580120" y="2209800"/>
            <a:ext cx="137160" cy="76200"/>
          </a:xfrm>
          <a:prstGeom xmlns:a="http://schemas.openxmlformats.org/drawingml/2006/main" prst="roundRect">
            <a:avLst>
              <a:gd name="adj" fmla="val 10000"/>
            </a:avLst>
          </a:prstGeom>
          <a:solidFill xmlns:a="http://schemas.openxmlformats.org/drawingml/2006/main">
            <a:srgbClr val="AEC4D7"/>
          </a:solidFill>
          <a:ln xmlns:a="http://schemas.openxmlformats.org/drawingml/2006/main" w="0">
            <a:noFill/>
          </a:ln>
        </p:spPr>
      </p:sp>
      <p:sp>
        <p:nvSpPr>
          <p:cNvPr id="42" name="key-memory-action-token-4">
            <a:extLst xmlns:a="http://schemas.openxmlformats.org/drawingml/2006/main">
              <a:ext uri="{FF2B5EF4-FFF2-40B4-BE49-F238E27FC236}">
                <a16:creationId xmlns:a16="http://schemas.microsoft.com/office/drawing/2014/main" id="{101F48AA-B5D2-4979-A9FC-DBBFFF70C7F7}"/>
              </a:ext>
            </a:extLst>
          </p:cNvPr>
          <p:cNvSpPr>
            <a:spLocks xmlns:a="http://schemas.openxmlformats.org/drawingml/2006/main" noGrp="1"/>
          </p:cNvSpPr>
          <p:nvPr/>
        </p:nvSpPr>
        <p:spPr>
          <a:xfrm xmlns:a="http://schemas.openxmlformats.org/drawingml/2006/main">
            <a:off x="8755380" y="2209800"/>
            <a:ext cx="137160" cy="76200"/>
          </a:xfrm>
          <a:prstGeom xmlns:a="http://schemas.openxmlformats.org/drawingml/2006/main" prst="roundRect">
            <a:avLst>
              <a:gd name="adj" fmla="val 10000"/>
            </a:avLst>
          </a:prstGeom>
          <a:solidFill xmlns:a="http://schemas.openxmlformats.org/drawingml/2006/main">
            <a:srgbClr val="93B4A6"/>
          </a:solidFill>
          <a:ln xmlns:a="http://schemas.openxmlformats.org/drawingml/2006/main" w="0">
            <a:noFill/>
          </a:ln>
        </p:spPr>
      </p:sp>
      <p:sp>
        <p:nvSpPr>
          <p:cNvPr id="43" name="key-memory-action-token-5">
            <a:extLst xmlns:a="http://schemas.openxmlformats.org/drawingml/2006/main">
              <a:ext uri="{FF2B5EF4-FFF2-40B4-BE49-F238E27FC236}">
                <a16:creationId xmlns:a16="http://schemas.microsoft.com/office/drawing/2014/main" id="{56AF946B-E749-485E-A91B-5F216BFB7F4C}"/>
              </a:ext>
            </a:extLst>
          </p:cNvPr>
          <p:cNvSpPr>
            <a:spLocks xmlns:a="http://schemas.openxmlformats.org/drawingml/2006/main" noGrp="1"/>
          </p:cNvSpPr>
          <p:nvPr/>
        </p:nvSpPr>
        <p:spPr>
          <a:xfrm xmlns:a="http://schemas.openxmlformats.org/drawingml/2006/main">
            <a:off x="8930640" y="2209800"/>
            <a:ext cx="137160" cy="76200"/>
          </a:xfrm>
          <a:prstGeom xmlns:a="http://schemas.openxmlformats.org/drawingml/2006/main" prst="roundRect">
            <a:avLst>
              <a:gd name="adj" fmla="val 10000"/>
            </a:avLst>
          </a:prstGeom>
          <a:solidFill xmlns:a="http://schemas.openxmlformats.org/drawingml/2006/main">
            <a:srgbClr val="93B4A6"/>
          </a:solidFill>
          <a:ln xmlns:a="http://schemas.openxmlformats.org/drawingml/2006/main" w="0">
            <a:noFill/>
          </a:ln>
        </p:spPr>
      </p:sp>
      <p:sp>
        <p:nvSpPr>
          <p:cNvPr id="44" name="key-memory-action-token-6">
            <a:extLst xmlns:a="http://schemas.openxmlformats.org/drawingml/2006/main">
              <a:ext uri="{FF2B5EF4-FFF2-40B4-BE49-F238E27FC236}">
                <a16:creationId xmlns:a16="http://schemas.microsoft.com/office/drawing/2014/main" id="{A9CA87C8-BF88-4FED-A112-861B9DB05414}"/>
              </a:ext>
            </a:extLst>
          </p:cNvPr>
          <p:cNvSpPr>
            <a:spLocks xmlns:a="http://schemas.openxmlformats.org/drawingml/2006/main" noGrp="1"/>
          </p:cNvSpPr>
          <p:nvPr/>
        </p:nvSpPr>
        <p:spPr>
          <a:xfrm xmlns:a="http://schemas.openxmlformats.org/drawingml/2006/main">
            <a:off x="9105900" y="2209800"/>
            <a:ext cx="137160" cy="76200"/>
          </a:xfrm>
          <a:prstGeom xmlns:a="http://schemas.openxmlformats.org/drawingml/2006/main" prst="roundRect">
            <a:avLst>
              <a:gd name="adj" fmla="val 10000"/>
            </a:avLst>
          </a:prstGeom>
          <a:solidFill xmlns:a="http://schemas.openxmlformats.org/drawingml/2006/main">
            <a:srgbClr val="93B4A6"/>
          </a:solidFill>
          <a:ln xmlns:a="http://schemas.openxmlformats.org/drawingml/2006/main" w="0">
            <a:noFill/>
          </a:ln>
        </p:spPr>
      </p:sp>
      <p:sp>
        <p:nvSpPr>
          <p:cNvPr id="45" name="key-memory-action-token-7">
            <a:extLst xmlns:a="http://schemas.openxmlformats.org/drawingml/2006/main">
              <a:ext uri="{FF2B5EF4-FFF2-40B4-BE49-F238E27FC236}">
                <a16:creationId xmlns:a16="http://schemas.microsoft.com/office/drawing/2014/main" id="{9C87E100-9150-4C23-9ACB-6EE2FBE555B1}"/>
              </a:ext>
            </a:extLst>
          </p:cNvPr>
          <p:cNvSpPr>
            <a:spLocks xmlns:a="http://schemas.openxmlformats.org/drawingml/2006/main" noGrp="1"/>
          </p:cNvSpPr>
          <p:nvPr/>
        </p:nvSpPr>
        <p:spPr>
          <a:xfrm xmlns:a="http://schemas.openxmlformats.org/drawingml/2006/main">
            <a:off x="9281160" y="2209800"/>
            <a:ext cx="137160" cy="76200"/>
          </a:xfrm>
          <a:prstGeom xmlns:a="http://schemas.openxmlformats.org/drawingml/2006/main" prst="roundRect">
            <a:avLst>
              <a:gd name="adj" fmla="val 10000"/>
            </a:avLst>
          </a:prstGeom>
          <a:solidFill xmlns:a="http://schemas.openxmlformats.org/drawingml/2006/main">
            <a:srgbClr val="93B4A6"/>
          </a:solidFill>
          <a:ln xmlns:a="http://schemas.openxmlformats.org/drawingml/2006/main" w="0">
            <a:noFill/>
          </a:ln>
        </p:spPr>
      </p:sp>
      <p:pic>
        <p:nvPicPr>
          <p:cNvPr id="521" name=""/>
          <p:cNvPicPr>
            <a:picLocks xmlns:a="http://schemas.openxmlformats.org/drawingml/2006/main" noChangeAspect="1"/>
          </p:cNvPicPr>
          <p:nvPr/>
        </p:nvPicPr>
        <p:blipFill>
          <a:blip xmlns:r="http://schemas.openxmlformats.org/officeDocument/2006/relationships" xmlns:a="http://schemas.openxmlformats.org/drawingml/2006/main" r:embed="R52b5cb8ef1d64cb5">
            <a:extLst>
              <a:ext uri="{96DAC541-7B7A-43D3-8B79-37D633B846F1}">
                <asvg:svgBlip xmlns:asvg="http://schemas.microsoft.com/office/drawing/2016/SVG/main" r:embed="Rf02757f5b37e484a"/>
              </a:ext>
            </a:extLst>
          </a:blip>
          <a:stretch xmlns:a="http://schemas.openxmlformats.org/drawingml/2006/main"/>
        </p:blipFill>
        <p:spPr>
          <a:xfrm xmlns:a="http://schemas.openxmlformats.org/drawingml/2006/main">
            <a:off x="6392323" y="2394109"/>
            <a:ext cx="146495" cy="134303"/>
          </a:xfrm>
          <a:prstGeom xmlns:a="http://schemas.openxmlformats.org/drawingml/2006/main" prst="rect">
            <a:avLst/>
          </a:prstGeom>
        </p:spPr>
      </p:pic>
      <p:sp>
        <p:nvSpPr>
          <p:cNvPr id="47" name="value-memory-world-top">
            <a:extLst xmlns:a="http://schemas.openxmlformats.org/drawingml/2006/main">
              <a:ext uri="{FF2B5EF4-FFF2-40B4-BE49-F238E27FC236}">
                <a16:creationId xmlns:a16="http://schemas.microsoft.com/office/drawing/2014/main" id="{6EF6DD28-613C-4C7D-B1F1-AB6A011F1B62}"/>
              </a:ext>
            </a:extLst>
          </p:cNvPr>
          <p:cNvSpPr>
            <a:spLocks xmlns:a="http://schemas.openxmlformats.org/drawingml/2006/main" noGrp="1"/>
          </p:cNvSpPr>
          <p:nvPr/>
        </p:nvSpPr>
        <p:spPr>
          <a:xfrm xmlns:a="http://schemas.openxmlformats.org/drawingml/2006/main">
            <a:off x="6644640" y="2362200"/>
            <a:ext cx="1318260" cy="30480"/>
          </a:xfrm>
          <a:custGeom xmlns:a="http://schemas.openxmlformats.org/drawingml/2006/main">
            <a:pathLst>
              <a:path w="1647825" h="38100">
                <a:moveTo>
                  <a:pt x="0" y="38100"/>
                </a:moveTo>
                <a:lnTo>
                  <a:pt x="38100" y="0"/>
                </a:lnTo>
                <a:lnTo>
                  <a:pt x="1647825" y="0"/>
                </a:lnTo>
                <a:lnTo>
                  <a:pt x="1609725" y="38100"/>
                </a:lnTo>
                <a:close/>
              </a:path>
            </a:pathLst>
          </a:custGeom>
          <a:solidFill xmlns:a="http://schemas.openxmlformats.org/drawingml/2006/main">
            <a:srgbClr val="F9FAFD"/>
          </a:solidFill>
          <a:ln xmlns:a="http://schemas.openxmlformats.org/drawingml/2006/main" w="11430">
            <a:solidFill>
              <a:srgbClr val="63788A"/>
            </a:solidFill>
          </a:ln>
        </p:spPr>
      </p:sp>
      <p:sp>
        <p:nvSpPr>
          <p:cNvPr id="48" name="value-memory-world-side">
            <a:extLst xmlns:a="http://schemas.openxmlformats.org/drawingml/2006/main">
              <a:ext uri="{FF2B5EF4-FFF2-40B4-BE49-F238E27FC236}">
                <a16:creationId xmlns:a16="http://schemas.microsoft.com/office/drawing/2014/main" id="{06451043-7EF6-44BF-BFBD-7ABB38A28EC1}"/>
              </a:ext>
            </a:extLst>
          </p:cNvPr>
          <p:cNvSpPr>
            <a:spLocks xmlns:a="http://schemas.openxmlformats.org/drawingml/2006/main" noGrp="1"/>
          </p:cNvSpPr>
          <p:nvPr/>
        </p:nvSpPr>
        <p:spPr>
          <a:xfrm xmlns:a="http://schemas.openxmlformats.org/drawingml/2006/main">
            <a:off x="7932420" y="2362200"/>
            <a:ext cx="30480" cy="167640"/>
          </a:xfrm>
          <a:custGeom xmlns:a="http://schemas.openxmlformats.org/drawingml/2006/main">
            <a:pathLst>
              <a:path w="38100" h="209550">
                <a:moveTo>
                  <a:pt x="0" y="38100"/>
                </a:moveTo>
                <a:lnTo>
                  <a:pt x="38100" y="0"/>
                </a:lnTo>
                <a:lnTo>
                  <a:pt x="38100" y="171450"/>
                </a:lnTo>
                <a:lnTo>
                  <a:pt x="0" y="209550"/>
                </a:lnTo>
                <a:close/>
              </a:path>
            </a:pathLst>
          </a:custGeom>
          <a:solidFill xmlns:a="http://schemas.openxmlformats.org/drawingml/2006/main">
            <a:srgbClr val="C5D1DD"/>
          </a:solidFill>
          <a:ln xmlns:a="http://schemas.openxmlformats.org/drawingml/2006/main" w="11430">
            <a:solidFill>
              <a:srgbClr val="63788A"/>
            </a:solidFill>
          </a:ln>
        </p:spPr>
      </p:sp>
      <p:sp>
        <p:nvSpPr>
          <p:cNvPr id="49" name="value-memory-world-front">
            <a:extLst xmlns:a="http://schemas.openxmlformats.org/drawingml/2006/main">
              <a:ext uri="{FF2B5EF4-FFF2-40B4-BE49-F238E27FC236}">
                <a16:creationId xmlns:a16="http://schemas.microsoft.com/office/drawing/2014/main" id="{276C933D-F082-42A4-8B72-99FE40668B2A}"/>
              </a:ext>
            </a:extLst>
          </p:cNvPr>
          <p:cNvSpPr>
            <a:spLocks xmlns:a="http://schemas.openxmlformats.org/drawingml/2006/main" noGrp="1"/>
          </p:cNvSpPr>
          <p:nvPr/>
        </p:nvSpPr>
        <p:spPr>
          <a:xfrm xmlns:a="http://schemas.openxmlformats.org/drawingml/2006/main">
            <a:off x="6644640" y="2392680"/>
            <a:ext cx="1287780" cy="137160"/>
          </a:xfrm>
          <a:prstGeom xmlns:a="http://schemas.openxmlformats.org/drawingml/2006/main" prst="rect">
            <a:avLst/>
          </a:prstGeom>
          <a:solidFill xmlns:a="http://schemas.openxmlformats.org/drawingml/2006/main">
            <a:srgbClr val="E4EBF2"/>
          </a:solidFill>
          <a:ln xmlns:a="http://schemas.openxmlformats.org/drawingml/2006/main" w="8382">
            <a:solidFill>
              <a:srgbClr val="63788A"/>
            </a:solidFill>
          </a:ln>
        </p:spPr>
        <p:style>
          <a:lnRef xmlns:a="http://schemas.openxmlformats.org/drawingml/2006/main" idx="0"/>
          <a:fillRef xmlns:a="http://schemas.openxmlformats.org/drawingml/2006/main" idx="0"/>
          <a:effectRef xmlns:a="http://schemas.openxmlformats.org/drawingml/2006/main" idx="11"/>
          <a:fontRef xmlns:a="http://schemas.openxmlformats.org/drawingml/2006/main" idx="major"/>
        </p:style>
      </p:sp>
      <p:sp>
        <p:nvSpPr>
          <p:cNvPr id="50" name="value-memory-action-top">
            <a:extLst xmlns:a="http://schemas.openxmlformats.org/drawingml/2006/main">
              <a:ext uri="{FF2B5EF4-FFF2-40B4-BE49-F238E27FC236}">
                <a16:creationId xmlns:a16="http://schemas.microsoft.com/office/drawing/2014/main" id="{D18EF014-2934-4818-A125-BA008317CCED}"/>
              </a:ext>
            </a:extLst>
          </p:cNvPr>
          <p:cNvSpPr>
            <a:spLocks xmlns:a="http://schemas.openxmlformats.org/drawingml/2006/main" noGrp="1"/>
          </p:cNvSpPr>
          <p:nvPr/>
        </p:nvSpPr>
        <p:spPr>
          <a:xfrm xmlns:a="http://schemas.openxmlformats.org/drawingml/2006/main">
            <a:off x="8016240" y="2362200"/>
            <a:ext cx="1493520" cy="30480"/>
          </a:xfrm>
          <a:custGeom xmlns:a="http://schemas.openxmlformats.org/drawingml/2006/main">
            <a:pathLst>
              <a:path w="1866900" h="38100">
                <a:moveTo>
                  <a:pt x="0" y="38100"/>
                </a:moveTo>
                <a:lnTo>
                  <a:pt x="38100" y="0"/>
                </a:lnTo>
                <a:lnTo>
                  <a:pt x="1866900" y="0"/>
                </a:lnTo>
                <a:lnTo>
                  <a:pt x="1828800" y="38100"/>
                </a:lnTo>
                <a:close/>
              </a:path>
            </a:pathLst>
          </a:custGeom>
          <a:solidFill xmlns:a="http://schemas.openxmlformats.org/drawingml/2006/main">
            <a:srgbClr val="F9FAFD"/>
          </a:solidFill>
          <a:ln xmlns:a="http://schemas.openxmlformats.org/drawingml/2006/main" w="11430">
            <a:solidFill>
              <a:srgbClr val="63788A"/>
            </a:solidFill>
          </a:ln>
        </p:spPr>
      </p:sp>
      <p:sp>
        <p:nvSpPr>
          <p:cNvPr id="51" name="value-memory-action-side">
            <a:extLst xmlns:a="http://schemas.openxmlformats.org/drawingml/2006/main">
              <a:ext uri="{FF2B5EF4-FFF2-40B4-BE49-F238E27FC236}">
                <a16:creationId xmlns:a16="http://schemas.microsoft.com/office/drawing/2014/main" id="{84CA9B45-60A1-4B01-8269-FBF0F16A0D40}"/>
              </a:ext>
            </a:extLst>
          </p:cNvPr>
          <p:cNvSpPr>
            <a:spLocks xmlns:a="http://schemas.openxmlformats.org/drawingml/2006/main" noGrp="1"/>
          </p:cNvSpPr>
          <p:nvPr/>
        </p:nvSpPr>
        <p:spPr>
          <a:xfrm xmlns:a="http://schemas.openxmlformats.org/drawingml/2006/main">
            <a:off x="9479280" y="2362200"/>
            <a:ext cx="30480" cy="167640"/>
          </a:xfrm>
          <a:custGeom xmlns:a="http://schemas.openxmlformats.org/drawingml/2006/main">
            <a:pathLst>
              <a:path w="38100" h="209550">
                <a:moveTo>
                  <a:pt x="0" y="38100"/>
                </a:moveTo>
                <a:lnTo>
                  <a:pt x="38100" y="0"/>
                </a:lnTo>
                <a:lnTo>
                  <a:pt x="38100" y="171450"/>
                </a:lnTo>
                <a:lnTo>
                  <a:pt x="0" y="209550"/>
                </a:lnTo>
                <a:close/>
              </a:path>
            </a:pathLst>
          </a:custGeom>
          <a:solidFill xmlns:a="http://schemas.openxmlformats.org/drawingml/2006/main">
            <a:srgbClr val="C2D2C9"/>
          </a:solidFill>
          <a:ln xmlns:a="http://schemas.openxmlformats.org/drawingml/2006/main" w="11430">
            <a:solidFill>
              <a:srgbClr val="63788A"/>
            </a:solidFill>
          </a:ln>
        </p:spPr>
      </p:sp>
      <p:sp>
        <p:nvSpPr>
          <p:cNvPr id="52" name="value-memory-action-front">
            <a:extLst xmlns:a="http://schemas.openxmlformats.org/drawingml/2006/main">
              <a:ext uri="{FF2B5EF4-FFF2-40B4-BE49-F238E27FC236}">
                <a16:creationId xmlns:a16="http://schemas.microsoft.com/office/drawing/2014/main" id="{A2CD90F6-B687-4149-916C-61A6DC58A6B9}"/>
              </a:ext>
            </a:extLst>
          </p:cNvPr>
          <p:cNvSpPr>
            <a:spLocks xmlns:a="http://schemas.openxmlformats.org/drawingml/2006/main" noGrp="1"/>
          </p:cNvSpPr>
          <p:nvPr/>
        </p:nvSpPr>
        <p:spPr>
          <a:xfrm xmlns:a="http://schemas.openxmlformats.org/drawingml/2006/main">
            <a:off x="8016240" y="2392680"/>
            <a:ext cx="1463040" cy="137160"/>
          </a:xfrm>
          <a:prstGeom xmlns:a="http://schemas.openxmlformats.org/drawingml/2006/main" prst="rect">
            <a:avLst/>
          </a:prstGeom>
          <a:solidFill xmlns:a="http://schemas.openxmlformats.org/drawingml/2006/main">
            <a:srgbClr val="E2EBE6"/>
          </a:solidFill>
          <a:ln xmlns:a="http://schemas.openxmlformats.org/drawingml/2006/main" w="8382">
            <a:solidFill>
              <a:srgbClr val="63788A"/>
            </a:solidFill>
          </a:ln>
        </p:spPr>
        <p:style>
          <a:lnRef xmlns:a="http://schemas.openxmlformats.org/drawingml/2006/main" idx="0"/>
          <a:fillRef xmlns:a="http://schemas.openxmlformats.org/drawingml/2006/main" idx="0"/>
          <a:effectRef xmlns:a="http://schemas.openxmlformats.org/drawingml/2006/main" idx="11"/>
          <a:fontRef xmlns:a="http://schemas.openxmlformats.org/drawingml/2006/main" idx="major"/>
        </p:style>
      </p:sp>
      <p:sp>
        <p:nvSpPr>
          <p:cNvPr id="53" name="value-memory-world-token-0">
            <a:extLst xmlns:a="http://schemas.openxmlformats.org/drawingml/2006/main">
              <a:ext uri="{FF2B5EF4-FFF2-40B4-BE49-F238E27FC236}">
                <a16:creationId xmlns:a16="http://schemas.microsoft.com/office/drawing/2014/main" id="{A4B877FB-FA29-4538-8106-B13871F97F2C}"/>
              </a:ext>
            </a:extLst>
          </p:cNvPr>
          <p:cNvSpPr>
            <a:spLocks xmlns:a="http://schemas.openxmlformats.org/drawingml/2006/main" noGrp="1"/>
          </p:cNvSpPr>
          <p:nvPr/>
        </p:nvSpPr>
        <p:spPr>
          <a:xfrm xmlns:a="http://schemas.openxmlformats.org/drawingml/2006/main">
            <a:off x="6682740" y="2423160"/>
            <a:ext cx="137160" cy="76200"/>
          </a:xfrm>
          <a:prstGeom xmlns:a="http://schemas.openxmlformats.org/drawingml/2006/main" prst="roundRect">
            <a:avLst>
              <a:gd name="adj" fmla="val 10000"/>
            </a:avLst>
          </a:prstGeom>
          <a:solidFill xmlns:a="http://schemas.openxmlformats.org/drawingml/2006/main">
            <a:srgbClr val="C0CFC7"/>
          </a:solidFill>
          <a:ln xmlns:a="http://schemas.openxmlformats.org/drawingml/2006/main" w="0">
            <a:noFill/>
          </a:ln>
        </p:spPr>
      </p:sp>
      <p:sp>
        <p:nvSpPr>
          <p:cNvPr id="54" name="value-memory-world-token-1">
            <a:extLst xmlns:a="http://schemas.openxmlformats.org/drawingml/2006/main">
              <a:ext uri="{FF2B5EF4-FFF2-40B4-BE49-F238E27FC236}">
                <a16:creationId xmlns:a16="http://schemas.microsoft.com/office/drawing/2014/main" id="{53D9A00F-2E6E-4F77-9133-D983617058C4}"/>
              </a:ext>
            </a:extLst>
          </p:cNvPr>
          <p:cNvSpPr>
            <a:spLocks xmlns:a="http://schemas.openxmlformats.org/drawingml/2006/main" noGrp="1"/>
          </p:cNvSpPr>
          <p:nvPr/>
        </p:nvSpPr>
        <p:spPr>
          <a:xfrm xmlns:a="http://schemas.openxmlformats.org/drawingml/2006/main">
            <a:off x="6858000" y="2423160"/>
            <a:ext cx="137160" cy="76200"/>
          </a:xfrm>
          <a:prstGeom xmlns:a="http://schemas.openxmlformats.org/drawingml/2006/main" prst="roundRect">
            <a:avLst>
              <a:gd name="adj" fmla="val 10000"/>
            </a:avLst>
          </a:prstGeom>
          <a:solidFill xmlns:a="http://schemas.openxmlformats.org/drawingml/2006/main">
            <a:srgbClr val="94AEC4"/>
          </a:solidFill>
          <a:ln xmlns:a="http://schemas.openxmlformats.org/drawingml/2006/main" w="0">
            <a:noFill/>
          </a:ln>
        </p:spPr>
      </p:sp>
      <p:sp>
        <p:nvSpPr>
          <p:cNvPr id="55" name="value-memory-world-token-2">
            <a:extLst xmlns:a="http://schemas.openxmlformats.org/drawingml/2006/main">
              <a:ext uri="{FF2B5EF4-FFF2-40B4-BE49-F238E27FC236}">
                <a16:creationId xmlns:a16="http://schemas.microsoft.com/office/drawing/2014/main" id="{737596D2-7620-4A0F-B84E-A8D21A3DB8DD}"/>
              </a:ext>
            </a:extLst>
          </p:cNvPr>
          <p:cNvSpPr>
            <a:spLocks xmlns:a="http://schemas.openxmlformats.org/drawingml/2006/main" noGrp="1"/>
          </p:cNvSpPr>
          <p:nvPr/>
        </p:nvSpPr>
        <p:spPr>
          <a:xfrm xmlns:a="http://schemas.openxmlformats.org/drawingml/2006/main">
            <a:off x="7033260" y="2423160"/>
            <a:ext cx="137160" cy="76200"/>
          </a:xfrm>
          <a:prstGeom xmlns:a="http://schemas.openxmlformats.org/drawingml/2006/main" prst="roundRect">
            <a:avLst>
              <a:gd name="adj" fmla="val 10000"/>
            </a:avLst>
          </a:prstGeom>
          <a:solidFill xmlns:a="http://schemas.openxmlformats.org/drawingml/2006/main">
            <a:srgbClr val="B8CADD"/>
          </a:solidFill>
          <a:ln xmlns:a="http://schemas.openxmlformats.org/drawingml/2006/main" w="0">
            <a:noFill/>
          </a:ln>
        </p:spPr>
      </p:sp>
      <p:sp>
        <p:nvSpPr>
          <p:cNvPr id="56" name="value-memory-world-token-3">
            <a:extLst xmlns:a="http://schemas.openxmlformats.org/drawingml/2006/main">
              <a:ext uri="{FF2B5EF4-FFF2-40B4-BE49-F238E27FC236}">
                <a16:creationId xmlns:a16="http://schemas.microsoft.com/office/drawing/2014/main" id="{D593C2B3-A342-439E-AA9F-ED9D0743A06E}"/>
              </a:ext>
            </a:extLst>
          </p:cNvPr>
          <p:cNvSpPr>
            <a:spLocks xmlns:a="http://schemas.openxmlformats.org/drawingml/2006/main" noGrp="1"/>
          </p:cNvSpPr>
          <p:nvPr/>
        </p:nvSpPr>
        <p:spPr>
          <a:xfrm xmlns:a="http://schemas.openxmlformats.org/drawingml/2006/main">
            <a:off x="7208520" y="2423160"/>
            <a:ext cx="137160" cy="76200"/>
          </a:xfrm>
          <a:prstGeom xmlns:a="http://schemas.openxmlformats.org/drawingml/2006/main" prst="roundRect">
            <a:avLst>
              <a:gd name="adj" fmla="val 10000"/>
            </a:avLst>
          </a:prstGeom>
          <a:solidFill xmlns:a="http://schemas.openxmlformats.org/drawingml/2006/main">
            <a:srgbClr val="94AEC4"/>
          </a:solidFill>
          <a:ln xmlns:a="http://schemas.openxmlformats.org/drawingml/2006/main" w="0">
            <a:noFill/>
          </a:ln>
        </p:spPr>
      </p:sp>
      <p:sp>
        <p:nvSpPr>
          <p:cNvPr id="57" name="value-memory-world-token-4">
            <a:extLst xmlns:a="http://schemas.openxmlformats.org/drawingml/2006/main">
              <a:ext uri="{FF2B5EF4-FFF2-40B4-BE49-F238E27FC236}">
                <a16:creationId xmlns:a16="http://schemas.microsoft.com/office/drawing/2014/main" id="{675ECD5E-B14D-4617-A3DD-7A133826C3EB}"/>
              </a:ext>
            </a:extLst>
          </p:cNvPr>
          <p:cNvSpPr>
            <a:spLocks xmlns:a="http://schemas.openxmlformats.org/drawingml/2006/main" noGrp="1"/>
          </p:cNvSpPr>
          <p:nvPr/>
        </p:nvSpPr>
        <p:spPr>
          <a:xfrm xmlns:a="http://schemas.openxmlformats.org/drawingml/2006/main">
            <a:off x="7383780" y="2423160"/>
            <a:ext cx="137160" cy="76200"/>
          </a:xfrm>
          <a:prstGeom xmlns:a="http://schemas.openxmlformats.org/drawingml/2006/main" prst="roundRect">
            <a:avLst>
              <a:gd name="adj" fmla="val 10000"/>
            </a:avLst>
          </a:prstGeom>
          <a:solidFill xmlns:a="http://schemas.openxmlformats.org/drawingml/2006/main">
            <a:srgbClr val="B8CADD"/>
          </a:solidFill>
          <a:ln xmlns:a="http://schemas.openxmlformats.org/drawingml/2006/main" w="0">
            <a:noFill/>
          </a:ln>
        </p:spPr>
      </p:sp>
      <p:sp>
        <p:nvSpPr>
          <p:cNvPr id="58" name="value-memory-world-token-5">
            <a:extLst xmlns:a="http://schemas.openxmlformats.org/drawingml/2006/main">
              <a:ext uri="{FF2B5EF4-FFF2-40B4-BE49-F238E27FC236}">
                <a16:creationId xmlns:a16="http://schemas.microsoft.com/office/drawing/2014/main" id="{F070ADCB-84E5-47FA-8B8A-D0E64B6303F4}"/>
              </a:ext>
            </a:extLst>
          </p:cNvPr>
          <p:cNvSpPr>
            <a:spLocks xmlns:a="http://schemas.openxmlformats.org/drawingml/2006/main" noGrp="1"/>
          </p:cNvSpPr>
          <p:nvPr/>
        </p:nvSpPr>
        <p:spPr>
          <a:xfrm xmlns:a="http://schemas.openxmlformats.org/drawingml/2006/main">
            <a:off x="7559040" y="2423160"/>
            <a:ext cx="137160" cy="76200"/>
          </a:xfrm>
          <a:prstGeom xmlns:a="http://schemas.openxmlformats.org/drawingml/2006/main" prst="roundRect">
            <a:avLst>
              <a:gd name="adj" fmla="val 10000"/>
            </a:avLst>
          </a:prstGeom>
          <a:solidFill xmlns:a="http://schemas.openxmlformats.org/drawingml/2006/main">
            <a:srgbClr val="94AEC4"/>
          </a:solidFill>
          <a:ln xmlns:a="http://schemas.openxmlformats.org/drawingml/2006/main" w="0">
            <a:noFill/>
          </a:ln>
        </p:spPr>
      </p:sp>
      <p:sp>
        <p:nvSpPr>
          <p:cNvPr id="59" name="value-memory-world-token-6">
            <a:extLst xmlns:a="http://schemas.openxmlformats.org/drawingml/2006/main">
              <a:ext uri="{FF2B5EF4-FFF2-40B4-BE49-F238E27FC236}">
                <a16:creationId xmlns:a16="http://schemas.microsoft.com/office/drawing/2014/main" id="{99C593DF-1E51-4ED3-A4C0-1CF41762425B}"/>
              </a:ext>
            </a:extLst>
          </p:cNvPr>
          <p:cNvSpPr>
            <a:spLocks xmlns:a="http://schemas.openxmlformats.org/drawingml/2006/main" noGrp="1"/>
          </p:cNvSpPr>
          <p:nvPr/>
        </p:nvSpPr>
        <p:spPr>
          <a:xfrm xmlns:a="http://schemas.openxmlformats.org/drawingml/2006/main">
            <a:off x="7734300" y="2423160"/>
            <a:ext cx="137160" cy="76200"/>
          </a:xfrm>
          <a:prstGeom xmlns:a="http://schemas.openxmlformats.org/drawingml/2006/main" prst="roundRect">
            <a:avLst>
              <a:gd name="adj" fmla="val 10000"/>
            </a:avLst>
          </a:prstGeom>
          <a:solidFill xmlns:a="http://schemas.openxmlformats.org/drawingml/2006/main">
            <a:srgbClr val="B8CADD"/>
          </a:solidFill>
          <a:ln xmlns:a="http://schemas.openxmlformats.org/drawingml/2006/main" w="0">
            <a:noFill/>
          </a:ln>
        </p:spPr>
      </p:sp>
      <p:sp>
        <p:nvSpPr>
          <p:cNvPr id="60" name="value-memory-action-token-0">
            <a:extLst xmlns:a="http://schemas.openxmlformats.org/drawingml/2006/main">
              <a:ext uri="{FF2B5EF4-FFF2-40B4-BE49-F238E27FC236}">
                <a16:creationId xmlns:a16="http://schemas.microsoft.com/office/drawing/2014/main" id="{22411FFB-A3FE-4167-97F7-7CD8126F9685}"/>
              </a:ext>
            </a:extLst>
          </p:cNvPr>
          <p:cNvSpPr>
            <a:spLocks xmlns:a="http://schemas.openxmlformats.org/drawingml/2006/main" noGrp="1"/>
          </p:cNvSpPr>
          <p:nvPr/>
        </p:nvSpPr>
        <p:spPr>
          <a:xfrm xmlns:a="http://schemas.openxmlformats.org/drawingml/2006/main">
            <a:off x="8054340" y="2423160"/>
            <a:ext cx="137160" cy="76200"/>
          </a:xfrm>
          <a:prstGeom xmlns:a="http://schemas.openxmlformats.org/drawingml/2006/main" prst="roundRect">
            <a:avLst>
              <a:gd name="adj" fmla="val 10000"/>
            </a:avLst>
          </a:prstGeom>
          <a:solidFill xmlns:a="http://schemas.openxmlformats.org/drawingml/2006/main">
            <a:srgbClr val="C0CFC7"/>
          </a:solidFill>
          <a:ln xmlns:a="http://schemas.openxmlformats.org/drawingml/2006/main" w="0">
            <a:noFill/>
          </a:ln>
        </p:spPr>
      </p:sp>
      <p:sp>
        <p:nvSpPr>
          <p:cNvPr id="61" name="value-memory-action-token-1">
            <a:extLst xmlns:a="http://schemas.openxmlformats.org/drawingml/2006/main">
              <a:ext uri="{FF2B5EF4-FFF2-40B4-BE49-F238E27FC236}">
                <a16:creationId xmlns:a16="http://schemas.microsoft.com/office/drawing/2014/main" id="{5FACA9F0-F6D3-4058-BC53-5EF3319860B3}"/>
              </a:ext>
            </a:extLst>
          </p:cNvPr>
          <p:cNvSpPr>
            <a:spLocks xmlns:a="http://schemas.openxmlformats.org/drawingml/2006/main" noGrp="1"/>
          </p:cNvSpPr>
          <p:nvPr/>
        </p:nvSpPr>
        <p:spPr>
          <a:xfrm xmlns:a="http://schemas.openxmlformats.org/drawingml/2006/main">
            <a:off x="8229600" y="2423160"/>
            <a:ext cx="137160" cy="76200"/>
          </a:xfrm>
          <a:prstGeom xmlns:a="http://schemas.openxmlformats.org/drawingml/2006/main" prst="roundRect">
            <a:avLst>
              <a:gd name="adj" fmla="val 10000"/>
            </a:avLst>
          </a:prstGeom>
          <a:solidFill xmlns:a="http://schemas.openxmlformats.org/drawingml/2006/main">
            <a:srgbClr val="AEC4D7"/>
          </a:solidFill>
          <a:ln xmlns:a="http://schemas.openxmlformats.org/drawingml/2006/main" w="0">
            <a:noFill/>
          </a:ln>
        </p:spPr>
      </p:sp>
      <p:sp>
        <p:nvSpPr>
          <p:cNvPr id="62" name="value-memory-action-token-2">
            <a:extLst xmlns:a="http://schemas.openxmlformats.org/drawingml/2006/main">
              <a:ext uri="{FF2B5EF4-FFF2-40B4-BE49-F238E27FC236}">
                <a16:creationId xmlns:a16="http://schemas.microsoft.com/office/drawing/2014/main" id="{7F636BE8-3782-4E56-98C3-4785637E8864}"/>
              </a:ext>
            </a:extLst>
          </p:cNvPr>
          <p:cNvSpPr>
            <a:spLocks xmlns:a="http://schemas.openxmlformats.org/drawingml/2006/main" noGrp="1"/>
          </p:cNvSpPr>
          <p:nvPr/>
        </p:nvSpPr>
        <p:spPr>
          <a:xfrm xmlns:a="http://schemas.openxmlformats.org/drawingml/2006/main">
            <a:off x="8404860" y="2423160"/>
            <a:ext cx="137160" cy="76200"/>
          </a:xfrm>
          <a:prstGeom xmlns:a="http://schemas.openxmlformats.org/drawingml/2006/main" prst="roundRect">
            <a:avLst>
              <a:gd name="adj" fmla="val 10000"/>
            </a:avLst>
          </a:prstGeom>
          <a:solidFill xmlns:a="http://schemas.openxmlformats.org/drawingml/2006/main">
            <a:srgbClr val="AEC4D7"/>
          </a:solidFill>
          <a:ln xmlns:a="http://schemas.openxmlformats.org/drawingml/2006/main" w="0">
            <a:noFill/>
          </a:ln>
        </p:spPr>
      </p:sp>
      <p:sp>
        <p:nvSpPr>
          <p:cNvPr id="63" name="value-memory-action-token-3">
            <a:extLst xmlns:a="http://schemas.openxmlformats.org/drawingml/2006/main">
              <a:ext uri="{FF2B5EF4-FFF2-40B4-BE49-F238E27FC236}">
                <a16:creationId xmlns:a16="http://schemas.microsoft.com/office/drawing/2014/main" id="{ABDF167F-D542-42C0-BB27-D66D548E7B08}"/>
              </a:ext>
            </a:extLst>
          </p:cNvPr>
          <p:cNvSpPr>
            <a:spLocks xmlns:a="http://schemas.openxmlformats.org/drawingml/2006/main" noGrp="1"/>
          </p:cNvSpPr>
          <p:nvPr/>
        </p:nvSpPr>
        <p:spPr>
          <a:xfrm xmlns:a="http://schemas.openxmlformats.org/drawingml/2006/main">
            <a:off x="8580120" y="2423160"/>
            <a:ext cx="137160" cy="76200"/>
          </a:xfrm>
          <a:prstGeom xmlns:a="http://schemas.openxmlformats.org/drawingml/2006/main" prst="roundRect">
            <a:avLst>
              <a:gd name="adj" fmla="val 10000"/>
            </a:avLst>
          </a:prstGeom>
          <a:solidFill xmlns:a="http://schemas.openxmlformats.org/drawingml/2006/main">
            <a:srgbClr val="AEC4D7"/>
          </a:solidFill>
          <a:ln xmlns:a="http://schemas.openxmlformats.org/drawingml/2006/main" w="0">
            <a:noFill/>
          </a:ln>
        </p:spPr>
      </p:sp>
      <p:sp>
        <p:nvSpPr>
          <p:cNvPr id="64" name="value-memory-action-token-4">
            <a:extLst xmlns:a="http://schemas.openxmlformats.org/drawingml/2006/main">
              <a:ext uri="{FF2B5EF4-FFF2-40B4-BE49-F238E27FC236}">
                <a16:creationId xmlns:a16="http://schemas.microsoft.com/office/drawing/2014/main" id="{90930E5A-3A7E-47DB-BC9A-1D375CFEC7DD}"/>
              </a:ext>
            </a:extLst>
          </p:cNvPr>
          <p:cNvSpPr>
            <a:spLocks xmlns:a="http://schemas.openxmlformats.org/drawingml/2006/main" noGrp="1"/>
          </p:cNvSpPr>
          <p:nvPr/>
        </p:nvSpPr>
        <p:spPr>
          <a:xfrm xmlns:a="http://schemas.openxmlformats.org/drawingml/2006/main">
            <a:off x="8755380" y="2423160"/>
            <a:ext cx="137160" cy="76200"/>
          </a:xfrm>
          <a:prstGeom xmlns:a="http://schemas.openxmlformats.org/drawingml/2006/main" prst="roundRect">
            <a:avLst>
              <a:gd name="adj" fmla="val 10000"/>
            </a:avLst>
          </a:prstGeom>
          <a:solidFill xmlns:a="http://schemas.openxmlformats.org/drawingml/2006/main">
            <a:srgbClr val="93B4A6"/>
          </a:solidFill>
          <a:ln xmlns:a="http://schemas.openxmlformats.org/drawingml/2006/main" w="0">
            <a:noFill/>
          </a:ln>
        </p:spPr>
      </p:sp>
      <p:sp>
        <p:nvSpPr>
          <p:cNvPr id="65" name="value-memory-action-token-5">
            <a:extLst xmlns:a="http://schemas.openxmlformats.org/drawingml/2006/main">
              <a:ext uri="{FF2B5EF4-FFF2-40B4-BE49-F238E27FC236}">
                <a16:creationId xmlns:a16="http://schemas.microsoft.com/office/drawing/2014/main" id="{9FA4FB3C-5DAA-4F61-8C2A-519BD55AE514}"/>
              </a:ext>
            </a:extLst>
          </p:cNvPr>
          <p:cNvSpPr>
            <a:spLocks xmlns:a="http://schemas.openxmlformats.org/drawingml/2006/main" noGrp="1"/>
          </p:cNvSpPr>
          <p:nvPr/>
        </p:nvSpPr>
        <p:spPr>
          <a:xfrm xmlns:a="http://schemas.openxmlformats.org/drawingml/2006/main">
            <a:off x="8930640" y="2423160"/>
            <a:ext cx="137160" cy="76200"/>
          </a:xfrm>
          <a:prstGeom xmlns:a="http://schemas.openxmlformats.org/drawingml/2006/main" prst="roundRect">
            <a:avLst>
              <a:gd name="adj" fmla="val 10000"/>
            </a:avLst>
          </a:prstGeom>
          <a:solidFill xmlns:a="http://schemas.openxmlformats.org/drawingml/2006/main">
            <a:srgbClr val="93B4A6"/>
          </a:solidFill>
          <a:ln xmlns:a="http://schemas.openxmlformats.org/drawingml/2006/main" w="0">
            <a:noFill/>
          </a:ln>
        </p:spPr>
      </p:sp>
      <p:sp>
        <p:nvSpPr>
          <p:cNvPr id="66" name="value-memory-action-token-6">
            <a:extLst xmlns:a="http://schemas.openxmlformats.org/drawingml/2006/main">
              <a:ext uri="{FF2B5EF4-FFF2-40B4-BE49-F238E27FC236}">
                <a16:creationId xmlns:a16="http://schemas.microsoft.com/office/drawing/2014/main" id="{B954970E-E589-4EB1-B0EE-5863520D656C}"/>
              </a:ext>
            </a:extLst>
          </p:cNvPr>
          <p:cNvSpPr>
            <a:spLocks xmlns:a="http://schemas.openxmlformats.org/drawingml/2006/main" noGrp="1"/>
          </p:cNvSpPr>
          <p:nvPr/>
        </p:nvSpPr>
        <p:spPr>
          <a:xfrm xmlns:a="http://schemas.openxmlformats.org/drawingml/2006/main">
            <a:off x="9105900" y="2423160"/>
            <a:ext cx="137160" cy="76200"/>
          </a:xfrm>
          <a:prstGeom xmlns:a="http://schemas.openxmlformats.org/drawingml/2006/main" prst="roundRect">
            <a:avLst>
              <a:gd name="adj" fmla="val 10000"/>
            </a:avLst>
          </a:prstGeom>
          <a:solidFill xmlns:a="http://schemas.openxmlformats.org/drawingml/2006/main">
            <a:srgbClr val="93B4A6"/>
          </a:solidFill>
          <a:ln xmlns:a="http://schemas.openxmlformats.org/drawingml/2006/main" w="0">
            <a:noFill/>
          </a:ln>
        </p:spPr>
      </p:sp>
      <p:sp>
        <p:nvSpPr>
          <p:cNvPr id="67" name="value-memory-action-token-7">
            <a:extLst xmlns:a="http://schemas.openxmlformats.org/drawingml/2006/main">
              <a:ext uri="{FF2B5EF4-FFF2-40B4-BE49-F238E27FC236}">
                <a16:creationId xmlns:a16="http://schemas.microsoft.com/office/drawing/2014/main" id="{C0984E6F-453F-4BAD-B815-E8EE91438794}"/>
              </a:ext>
            </a:extLst>
          </p:cNvPr>
          <p:cNvSpPr>
            <a:spLocks xmlns:a="http://schemas.openxmlformats.org/drawingml/2006/main" noGrp="1"/>
          </p:cNvSpPr>
          <p:nvPr/>
        </p:nvSpPr>
        <p:spPr>
          <a:xfrm xmlns:a="http://schemas.openxmlformats.org/drawingml/2006/main">
            <a:off x="9281160" y="2423160"/>
            <a:ext cx="137160" cy="76200"/>
          </a:xfrm>
          <a:prstGeom xmlns:a="http://schemas.openxmlformats.org/drawingml/2006/main" prst="roundRect">
            <a:avLst>
              <a:gd name="adj" fmla="val 10000"/>
            </a:avLst>
          </a:prstGeom>
          <a:solidFill xmlns:a="http://schemas.openxmlformats.org/drawingml/2006/main">
            <a:srgbClr val="93B4A6"/>
          </a:solidFill>
          <a:ln xmlns:a="http://schemas.openxmlformats.org/drawingml/2006/main" w="0">
            <a:noFill/>
          </a:ln>
        </p:spPr>
      </p:sp>
      <p:sp>
        <p:nvSpPr>
          <p:cNvPr id="68" name="video-source-title">
            <a:extLst xmlns:a="http://schemas.openxmlformats.org/drawingml/2006/main">
              <a:ext uri="{FF2B5EF4-FFF2-40B4-BE49-F238E27FC236}">
                <a16:creationId xmlns:a16="http://schemas.microsoft.com/office/drawing/2014/main" id="{1C7C423D-F320-4C3C-85E8-D81DB448227E}"/>
              </a:ext>
            </a:extLst>
          </p:cNvPr>
          <p:cNvSpPr>
            <a:spLocks xmlns:a="http://schemas.openxmlformats.org/drawingml/2006/main" noGrp="1"/>
          </p:cNvSpPr>
          <p:nvPr/>
        </p:nvSpPr>
        <p:spPr>
          <a:xfrm xmlns:a="http://schemas.openxmlformats.org/drawingml/2006/main">
            <a:off x="228600" y="1066800"/>
            <a:ext cx="1752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80" i="0">
                <a:solidFill>
                  <a:srgbClr val="202B33"/>
                </a:solidFill>
                <a:latin typeface="Toppan Bunkyu Mincho"/>
                <a:ea typeface="Toppan Bunkyu Mincho"/>
                <a:cs typeface="Toppan Bunkyu Mincho"/>
              </a:defRPr>
            </a:pPr>
            <a:r>
              <a:rPr sz="1380" i="0">
                <a:solidFill>
                  <a:srgbClr val="202B33"/>
                </a:solidFill>
                <a:latin typeface="Toppan Bunkyu Mincho"/>
                <a:ea typeface="Toppan Bunkyu Mincho"/>
                <a:cs typeface="Toppan Bunkyu Mincho"/>
              </a:rPr>
              <a:t>Robot / human data</a:t>
            </a:r>
          </a:p>
        </p:txBody>
      </p:sp>
      <p:pic>
        <p:nvPicPr>
          <p:cNvPr id="544" name=""/>
          <p:cNvPicPr>
            <a:picLocks xmlns:a="http://schemas.openxmlformats.org/drawingml/2006/main" noChangeAspect="1"/>
          </p:cNvPicPr>
          <p:nvPr/>
        </p:nvPicPr>
        <p:blipFill>
          <a:blip xmlns:r="http://schemas.openxmlformats.org/officeDocument/2006/relationships" xmlns:a="http://schemas.openxmlformats.org/drawingml/2006/main" r:embed="R742757baa53b41aa"/>
          <a:stretch xmlns:a="http://schemas.openxmlformats.org/drawingml/2006/main"/>
        </p:blipFill>
        <p:spPr>
          <a:xfrm xmlns:a="http://schemas.openxmlformats.org/drawingml/2006/main">
            <a:off x="228600" y="1363980"/>
            <a:ext cx="1714500" cy="1143000"/>
          </a:xfrm>
          <a:prstGeom xmlns:a="http://schemas.openxmlformats.org/drawingml/2006/main" prst="rect">
            <a:avLst/>
          </a:prstGeom>
        </p:spPr>
      </p:pic>
      <p:sp>
        <p:nvSpPr>
          <p:cNvPr id="70" name="film-top">
            <a:extLst xmlns:a="http://schemas.openxmlformats.org/drawingml/2006/main">
              <a:ext uri="{FF2B5EF4-FFF2-40B4-BE49-F238E27FC236}">
                <a16:creationId xmlns:a16="http://schemas.microsoft.com/office/drawing/2014/main" id="{25AE6A19-CA1C-4B07-97E5-582609C2F70E}"/>
              </a:ext>
            </a:extLst>
          </p:cNvPr>
          <p:cNvSpPr>
            <a:spLocks xmlns:a="http://schemas.openxmlformats.org/drawingml/2006/main" noGrp="1"/>
          </p:cNvSpPr>
          <p:nvPr/>
        </p:nvSpPr>
        <p:spPr>
          <a:xfrm xmlns:a="http://schemas.openxmlformats.org/drawingml/2006/main" flipH="0" flipV="0">
            <a:off x="228600" y="1348740"/>
            <a:ext cx="1714500" cy="0"/>
          </a:xfrm>
          <a:prstGeom xmlns:a="http://schemas.openxmlformats.org/drawingml/2006/main" prst="line">
            <a:avLst/>
          </a:prstGeom>
          <a:noFill xmlns:a="http://schemas.openxmlformats.org/drawingml/2006/main"/>
          <a:ln xmlns:a="http://schemas.openxmlformats.org/drawingml/2006/main" w="12954">
            <a:solidFill>
              <a:srgbClr val="63788A"/>
            </a:solidFill>
          </a:ln>
        </p:spPr>
      </p:sp>
      <p:sp>
        <p:nvSpPr>
          <p:cNvPr id="71" name="film-bottom">
            <a:extLst xmlns:a="http://schemas.openxmlformats.org/drawingml/2006/main">
              <a:ext uri="{FF2B5EF4-FFF2-40B4-BE49-F238E27FC236}">
                <a16:creationId xmlns:a16="http://schemas.microsoft.com/office/drawing/2014/main" id="{4BFF5971-4D22-4DCE-8CBC-77AEA6AE2085}"/>
              </a:ext>
            </a:extLst>
          </p:cNvPr>
          <p:cNvSpPr>
            <a:spLocks xmlns:a="http://schemas.openxmlformats.org/drawingml/2006/main" noGrp="1"/>
          </p:cNvSpPr>
          <p:nvPr/>
        </p:nvSpPr>
        <p:spPr>
          <a:xfrm xmlns:a="http://schemas.openxmlformats.org/drawingml/2006/main" flipH="0" flipV="0">
            <a:off x="228600" y="2522220"/>
            <a:ext cx="1714500" cy="0"/>
          </a:xfrm>
          <a:prstGeom xmlns:a="http://schemas.openxmlformats.org/drawingml/2006/main" prst="line">
            <a:avLst/>
          </a:prstGeom>
          <a:noFill xmlns:a="http://schemas.openxmlformats.org/drawingml/2006/main"/>
          <a:ln xmlns:a="http://schemas.openxmlformats.org/drawingml/2006/main" w="12954">
            <a:solidFill>
              <a:srgbClr val="63788A"/>
            </a:solidFill>
          </a:ln>
        </p:spPr>
      </p:sp>
      <p:sp>
        <p:nvSpPr>
          <p:cNvPr id="72" name="film-top-perforation0">
            <a:extLst xmlns:a="http://schemas.openxmlformats.org/drawingml/2006/main">
              <a:ext uri="{FF2B5EF4-FFF2-40B4-BE49-F238E27FC236}">
                <a16:creationId xmlns:a16="http://schemas.microsoft.com/office/drawing/2014/main" id="{BF9B76FD-D650-4E73-B430-B15E550CD90C}"/>
              </a:ext>
            </a:extLst>
          </p:cNvPr>
          <p:cNvSpPr>
            <a:spLocks xmlns:a="http://schemas.openxmlformats.org/drawingml/2006/main" noGrp="1"/>
          </p:cNvSpPr>
          <p:nvPr/>
        </p:nvSpPr>
        <p:spPr>
          <a:xfrm xmlns:a="http://schemas.openxmlformats.org/drawingml/2006/main">
            <a:off x="266700" y="1318260"/>
            <a:ext cx="76200" cy="22860"/>
          </a:xfrm>
          <a:prstGeom xmlns:a="http://schemas.openxmlformats.org/drawingml/2006/main" prst="rect">
            <a:avLst/>
          </a:prstGeom>
          <a:solidFill xmlns:a="http://schemas.openxmlformats.org/drawingml/2006/main">
            <a:srgbClr val="63788A"/>
          </a:solidFill>
          <a:ln xmlns:a="http://schemas.openxmlformats.org/drawingml/2006/main" w="0">
            <a:noFill/>
          </a:ln>
        </p:spPr>
      </p:sp>
      <p:sp>
        <p:nvSpPr>
          <p:cNvPr id="73" name="film-bottom-perforation0">
            <a:extLst xmlns:a="http://schemas.openxmlformats.org/drawingml/2006/main">
              <a:ext uri="{FF2B5EF4-FFF2-40B4-BE49-F238E27FC236}">
                <a16:creationId xmlns:a16="http://schemas.microsoft.com/office/drawing/2014/main" id="{0EFDC3F9-7CF0-4B28-A5CE-D068B446FF03}"/>
              </a:ext>
            </a:extLst>
          </p:cNvPr>
          <p:cNvSpPr>
            <a:spLocks xmlns:a="http://schemas.openxmlformats.org/drawingml/2006/main" noGrp="1"/>
          </p:cNvSpPr>
          <p:nvPr/>
        </p:nvSpPr>
        <p:spPr>
          <a:xfrm xmlns:a="http://schemas.openxmlformats.org/drawingml/2006/main">
            <a:off x="266700" y="2537460"/>
            <a:ext cx="76200" cy="22860"/>
          </a:xfrm>
          <a:prstGeom xmlns:a="http://schemas.openxmlformats.org/drawingml/2006/main" prst="rect">
            <a:avLst/>
          </a:prstGeom>
          <a:solidFill xmlns:a="http://schemas.openxmlformats.org/drawingml/2006/main">
            <a:srgbClr val="63788A"/>
          </a:solidFill>
          <a:ln xmlns:a="http://schemas.openxmlformats.org/drawingml/2006/main" w="0">
            <a:noFill/>
          </a:ln>
        </p:spPr>
      </p:sp>
      <p:sp>
        <p:nvSpPr>
          <p:cNvPr id="74" name="film-top-perforation1">
            <a:extLst xmlns:a="http://schemas.openxmlformats.org/drawingml/2006/main">
              <a:ext uri="{FF2B5EF4-FFF2-40B4-BE49-F238E27FC236}">
                <a16:creationId xmlns:a16="http://schemas.microsoft.com/office/drawing/2014/main" id="{114FC6B1-F2C8-4E5B-9727-C12325224D9B}"/>
              </a:ext>
            </a:extLst>
          </p:cNvPr>
          <p:cNvSpPr>
            <a:spLocks xmlns:a="http://schemas.openxmlformats.org/drawingml/2006/main" noGrp="1"/>
          </p:cNvSpPr>
          <p:nvPr/>
        </p:nvSpPr>
        <p:spPr>
          <a:xfrm xmlns:a="http://schemas.openxmlformats.org/drawingml/2006/main">
            <a:off x="434340" y="1318260"/>
            <a:ext cx="76200" cy="22860"/>
          </a:xfrm>
          <a:prstGeom xmlns:a="http://schemas.openxmlformats.org/drawingml/2006/main" prst="rect">
            <a:avLst/>
          </a:prstGeom>
          <a:solidFill xmlns:a="http://schemas.openxmlformats.org/drawingml/2006/main">
            <a:srgbClr val="63788A"/>
          </a:solidFill>
          <a:ln xmlns:a="http://schemas.openxmlformats.org/drawingml/2006/main" w="0">
            <a:noFill/>
          </a:ln>
        </p:spPr>
      </p:sp>
      <p:sp>
        <p:nvSpPr>
          <p:cNvPr id="75" name="film-bottom-perforation1">
            <a:extLst xmlns:a="http://schemas.openxmlformats.org/drawingml/2006/main">
              <a:ext uri="{FF2B5EF4-FFF2-40B4-BE49-F238E27FC236}">
                <a16:creationId xmlns:a16="http://schemas.microsoft.com/office/drawing/2014/main" id="{0107CAAA-7DAD-4BE7-B9E2-D084562DF147}"/>
              </a:ext>
            </a:extLst>
          </p:cNvPr>
          <p:cNvSpPr>
            <a:spLocks xmlns:a="http://schemas.openxmlformats.org/drawingml/2006/main" noGrp="1"/>
          </p:cNvSpPr>
          <p:nvPr/>
        </p:nvSpPr>
        <p:spPr>
          <a:xfrm xmlns:a="http://schemas.openxmlformats.org/drawingml/2006/main">
            <a:off x="434340" y="2537460"/>
            <a:ext cx="76200" cy="22860"/>
          </a:xfrm>
          <a:prstGeom xmlns:a="http://schemas.openxmlformats.org/drawingml/2006/main" prst="rect">
            <a:avLst/>
          </a:prstGeom>
          <a:solidFill xmlns:a="http://schemas.openxmlformats.org/drawingml/2006/main">
            <a:srgbClr val="63788A"/>
          </a:solidFill>
          <a:ln xmlns:a="http://schemas.openxmlformats.org/drawingml/2006/main" w="0">
            <a:noFill/>
          </a:ln>
        </p:spPr>
      </p:sp>
      <p:sp>
        <p:nvSpPr>
          <p:cNvPr id="76" name="film-top-perforation2">
            <a:extLst xmlns:a="http://schemas.openxmlformats.org/drawingml/2006/main">
              <a:ext uri="{FF2B5EF4-FFF2-40B4-BE49-F238E27FC236}">
                <a16:creationId xmlns:a16="http://schemas.microsoft.com/office/drawing/2014/main" id="{BD831740-90E0-4D69-BD1C-60D987ECCDA6}"/>
              </a:ext>
            </a:extLst>
          </p:cNvPr>
          <p:cNvSpPr>
            <a:spLocks xmlns:a="http://schemas.openxmlformats.org/drawingml/2006/main" noGrp="1"/>
          </p:cNvSpPr>
          <p:nvPr/>
        </p:nvSpPr>
        <p:spPr>
          <a:xfrm xmlns:a="http://schemas.openxmlformats.org/drawingml/2006/main">
            <a:off x="601980" y="1318260"/>
            <a:ext cx="76200" cy="22860"/>
          </a:xfrm>
          <a:prstGeom xmlns:a="http://schemas.openxmlformats.org/drawingml/2006/main" prst="rect">
            <a:avLst/>
          </a:prstGeom>
          <a:solidFill xmlns:a="http://schemas.openxmlformats.org/drawingml/2006/main">
            <a:srgbClr val="63788A"/>
          </a:solidFill>
          <a:ln xmlns:a="http://schemas.openxmlformats.org/drawingml/2006/main" w="0">
            <a:noFill/>
          </a:ln>
        </p:spPr>
      </p:sp>
      <p:sp>
        <p:nvSpPr>
          <p:cNvPr id="77" name="film-bottom-perforation2">
            <a:extLst xmlns:a="http://schemas.openxmlformats.org/drawingml/2006/main">
              <a:ext uri="{FF2B5EF4-FFF2-40B4-BE49-F238E27FC236}">
                <a16:creationId xmlns:a16="http://schemas.microsoft.com/office/drawing/2014/main" id="{B3C617EC-70EE-4473-97E1-F1BF367CDA2E}"/>
              </a:ext>
            </a:extLst>
          </p:cNvPr>
          <p:cNvSpPr>
            <a:spLocks xmlns:a="http://schemas.openxmlformats.org/drawingml/2006/main" noGrp="1"/>
          </p:cNvSpPr>
          <p:nvPr/>
        </p:nvSpPr>
        <p:spPr>
          <a:xfrm xmlns:a="http://schemas.openxmlformats.org/drawingml/2006/main">
            <a:off x="601980" y="2537460"/>
            <a:ext cx="76200" cy="22860"/>
          </a:xfrm>
          <a:prstGeom xmlns:a="http://schemas.openxmlformats.org/drawingml/2006/main" prst="rect">
            <a:avLst/>
          </a:prstGeom>
          <a:solidFill xmlns:a="http://schemas.openxmlformats.org/drawingml/2006/main">
            <a:srgbClr val="63788A"/>
          </a:solidFill>
          <a:ln xmlns:a="http://schemas.openxmlformats.org/drawingml/2006/main" w="0">
            <a:noFill/>
          </a:ln>
        </p:spPr>
      </p:sp>
      <p:sp>
        <p:nvSpPr>
          <p:cNvPr id="78" name="film-top-perforation3">
            <a:extLst xmlns:a="http://schemas.openxmlformats.org/drawingml/2006/main">
              <a:ext uri="{FF2B5EF4-FFF2-40B4-BE49-F238E27FC236}">
                <a16:creationId xmlns:a16="http://schemas.microsoft.com/office/drawing/2014/main" id="{CAF8BC6C-54A7-4A03-893C-9DE3DD71E22D}"/>
              </a:ext>
            </a:extLst>
          </p:cNvPr>
          <p:cNvSpPr>
            <a:spLocks xmlns:a="http://schemas.openxmlformats.org/drawingml/2006/main" noGrp="1"/>
          </p:cNvSpPr>
          <p:nvPr/>
        </p:nvSpPr>
        <p:spPr>
          <a:xfrm xmlns:a="http://schemas.openxmlformats.org/drawingml/2006/main">
            <a:off x="769620" y="1318260"/>
            <a:ext cx="76200" cy="22860"/>
          </a:xfrm>
          <a:prstGeom xmlns:a="http://schemas.openxmlformats.org/drawingml/2006/main" prst="rect">
            <a:avLst/>
          </a:prstGeom>
          <a:solidFill xmlns:a="http://schemas.openxmlformats.org/drawingml/2006/main">
            <a:srgbClr val="63788A"/>
          </a:solidFill>
          <a:ln xmlns:a="http://schemas.openxmlformats.org/drawingml/2006/main" w="0">
            <a:noFill/>
          </a:ln>
        </p:spPr>
      </p:sp>
      <p:sp>
        <p:nvSpPr>
          <p:cNvPr id="79" name="film-bottom-perforation3">
            <a:extLst xmlns:a="http://schemas.openxmlformats.org/drawingml/2006/main">
              <a:ext uri="{FF2B5EF4-FFF2-40B4-BE49-F238E27FC236}">
                <a16:creationId xmlns:a16="http://schemas.microsoft.com/office/drawing/2014/main" id="{4F9932A0-76B5-4306-A24B-7DAC14DBB5AC}"/>
              </a:ext>
            </a:extLst>
          </p:cNvPr>
          <p:cNvSpPr>
            <a:spLocks xmlns:a="http://schemas.openxmlformats.org/drawingml/2006/main" noGrp="1"/>
          </p:cNvSpPr>
          <p:nvPr/>
        </p:nvSpPr>
        <p:spPr>
          <a:xfrm xmlns:a="http://schemas.openxmlformats.org/drawingml/2006/main">
            <a:off x="769620" y="2537460"/>
            <a:ext cx="76200" cy="22860"/>
          </a:xfrm>
          <a:prstGeom xmlns:a="http://schemas.openxmlformats.org/drawingml/2006/main" prst="rect">
            <a:avLst/>
          </a:prstGeom>
          <a:solidFill xmlns:a="http://schemas.openxmlformats.org/drawingml/2006/main">
            <a:srgbClr val="63788A"/>
          </a:solidFill>
          <a:ln xmlns:a="http://schemas.openxmlformats.org/drawingml/2006/main" w="0">
            <a:noFill/>
          </a:ln>
        </p:spPr>
      </p:sp>
      <p:sp>
        <p:nvSpPr>
          <p:cNvPr id="80" name="film-top-perforation4">
            <a:extLst xmlns:a="http://schemas.openxmlformats.org/drawingml/2006/main">
              <a:ext uri="{FF2B5EF4-FFF2-40B4-BE49-F238E27FC236}">
                <a16:creationId xmlns:a16="http://schemas.microsoft.com/office/drawing/2014/main" id="{94826155-61CE-4D1B-BEAB-1B4A70C4D960}"/>
              </a:ext>
            </a:extLst>
          </p:cNvPr>
          <p:cNvSpPr>
            <a:spLocks xmlns:a="http://schemas.openxmlformats.org/drawingml/2006/main" noGrp="1"/>
          </p:cNvSpPr>
          <p:nvPr/>
        </p:nvSpPr>
        <p:spPr>
          <a:xfrm xmlns:a="http://schemas.openxmlformats.org/drawingml/2006/main">
            <a:off x="937260" y="1318260"/>
            <a:ext cx="76200" cy="22860"/>
          </a:xfrm>
          <a:prstGeom xmlns:a="http://schemas.openxmlformats.org/drawingml/2006/main" prst="rect">
            <a:avLst/>
          </a:prstGeom>
          <a:solidFill xmlns:a="http://schemas.openxmlformats.org/drawingml/2006/main">
            <a:srgbClr val="63788A"/>
          </a:solidFill>
          <a:ln xmlns:a="http://schemas.openxmlformats.org/drawingml/2006/main" w="0">
            <a:noFill/>
          </a:ln>
        </p:spPr>
      </p:sp>
      <p:sp>
        <p:nvSpPr>
          <p:cNvPr id="81" name="film-bottom-perforation4">
            <a:extLst xmlns:a="http://schemas.openxmlformats.org/drawingml/2006/main">
              <a:ext uri="{FF2B5EF4-FFF2-40B4-BE49-F238E27FC236}">
                <a16:creationId xmlns:a16="http://schemas.microsoft.com/office/drawing/2014/main" id="{029F4EA6-376E-46D8-9ECC-D2EFDB9D4DC2}"/>
              </a:ext>
            </a:extLst>
          </p:cNvPr>
          <p:cNvSpPr>
            <a:spLocks xmlns:a="http://schemas.openxmlformats.org/drawingml/2006/main" noGrp="1"/>
          </p:cNvSpPr>
          <p:nvPr/>
        </p:nvSpPr>
        <p:spPr>
          <a:xfrm xmlns:a="http://schemas.openxmlformats.org/drawingml/2006/main">
            <a:off x="937260" y="2537460"/>
            <a:ext cx="76200" cy="22860"/>
          </a:xfrm>
          <a:prstGeom xmlns:a="http://schemas.openxmlformats.org/drawingml/2006/main" prst="rect">
            <a:avLst/>
          </a:prstGeom>
          <a:solidFill xmlns:a="http://schemas.openxmlformats.org/drawingml/2006/main">
            <a:srgbClr val="63788A"/>
          </a:solidFill>
          <a:ln xmlns:a="http://schemas.openxmlformats.org/drawingml/2006/main" w="0">
            <a:noFill/>
          </a:ln>
        </p:spPr>
      </p:sp>
      <p:sp>
        <p:nvSpPr>
          <p:cNvPr id="82" name="film-top-perforation5">
            <a:extLst xmlns:a="http://schemas.openxmlformats.org/drawingml/2006/main">
              <a:ext uri="{FF2B5EF4-FFF2-40B4-BE49-F238E27FC236}">
                <a16:creationId xmlns:a16="http://schemas.microsoft.com/office/drawing/2014/main" id="{F92DC0E4-0E27-4CE9-A1B8-86A1A0F5AD9E}"/>
              </a:ext>
            </a:extLst>
          </p:cNvPr>
          <p:cNvSpPr>
            <a:spLocks xmlns:a="http://schemas.openxmlformats.org/drawingml/2006/main" noGrp="1"/>
          </p:cNvSpPr>
          <p:nvPr/>
        </p:nvSpPr>
        <p:spPr>
          <a:xfrm xmlns:a="http://schemas.openxmlformats.org/drawingml/2006/main">
            <a:off x="1104900" y="1318260"/>
            <a:ext cx="76200" cy="22860"/>
          </a:xfrm>
          <a:prstGeom xmlns:a="http://schemas.openxmlformats.org/drawingml/2006/main" prst="rect">
            <a:avLst/>
          </a:prstGeom>
          <a:solidFill xmlns:a="http://schemas.openxmlformats.org/drawingml/2006/main">
            <a:srgbClr val="63788A"/>
          </a:solidFill>
          <a:ln xmlns:a="http://schemas.openxmlformats.org/drawingml/2006/main" w="0">
            <a:noFill/>
          </a:ln>
        </p:spPr>
      </p:sp>
      <p:sp>
        <p:nvSpPr>
          <p:cNvPr id="83" name="film-bottom-perforation5">
            <a:extLst xmlns:a="http://schemas.openxmlformats.org/drawingml/2006/main">
              <a:ext uri="{FF2B5EF4-FFF2-40B4-BE49-F238E27FC236}">
                <a16:creationId xmlns:a16="http://schemas.microsoft.com/office/drawing/2014/main" id="{460FF646-5B44-4A11-8B90-F64115582BB5}"/>
              </a:ext>
            </a:extLst>
          </p:cNvPr>
          <p:cNvSpPr>
            <a:spLocks xmlns:a="http://schemas.openxmlformats.org/drawingml/2006/main" noGrp="1"/>
          </p:cNvSpPr>
          <p:nvPr/>
        </p:nvSpPr>
        <p:spPr>
          <a:xfrm xmlns:a="http://schemas.openxmlformats.org/drawingml/2006/main">
            <a:off x="1104900" y="2537460"/>
            <a:ext cx="76200" cy="22860"/>
          </a:xfrm>
          <a:prstGeom xmlns:a="http://schemas.openxmlformats.org/drawingml/2006/main" prst="rect">
            <a:avLst/>
          </a:prstGeom>
          <a:solidFill xmlns:a="http://schemas.openxmlformats.org/drawingml/2006/main">
            <a:srgbClr val="63788A"/>
          </a:solidFill>
          <a:ln xmlns:a="http://schemas.openxmlformats.org/drawingml/2006/main" w="0">
            <a:noFill/>
          </a:ln>
        </p:spPr>
      </p:sp>
      <p:sp>
        <p:nvSpPr>
          <p:cNvPr id="84" name="film-top-perforation6">
            <a:extLst xmlns:a="http://schemas.openxmlformats.org/drawingml/2006/main">
              <a:ext uri="{FF2B5EF4-FFF2-40B4-BE49-F238E27FC236}">
                <a16:creationId xmlns:a16="http://schemas.microsoft.com/office/drawing/2014/main" id="{219C090A-E595-4A82-A52E-5E95DF5CDB33}"/>
              </a:ext>
            </a:extLst>
          </p:cNvPr>
          <p:cNvSpPr>
            <a:spLocks xmlns:a="http://schemas.openxmlformats.org/drawingml/2006/main" noGrp="1"/>
          </p:cNvSpPr>
          <p:nvPr/>
        </p:nvSpPr>
        <p:spPr>
          <a:xfrm xmlns:a="http://schemas.openxmlformats.org/drawingml/2006/main">
            <a:off x="1272540" y="1318260"/>
            <a:ext cx="76200" cy="22860"/>
          </a:xfrm>
          <a:prstGeom xmlns:a="http://schemas.openxmlformats.org/drawingml/2006/main" prst="rect">
            <a:avLst/>
          </a:prstGeom>
          <a:solidFill xmlns:a="http://schemas.openxmlformats.org/drawingml/2006/main">
            <a:srgbClr val="63788A"/>
          </a:solidFill>
          <a:ln xmlns:a="http://schemas.openxmlformats.org/drawingml/2006/main" w="0">
            <a:noFill/>
          </a:ln>
        </p:spPr>
      </p:sp>
      <p:sp>
        <p:nvSpPr>
          <p:cNvPr id="85" name="film-bottom-perforation6">
            <a:extLst xmlns:a="http://schemas.openxmlformats.org/drawingml/2006/main">
              <a:ext uri="{FF2B5EF4-FFF2-40B4-BE49-F238E27FC236}">
                <a16:creationId xmlns:a16="http://schemas.microsoft.com/office/drawing/2014/main" id="{972BF609-1812-4822-B45B-5ED6CD30CE36}"/>
              </a:ext>
            </a:extLst>
          </p:cNvPr>
          <p:cNvSpPr>
            <a:spLocks xmlns:a="http://schemas.openxmlformats.org/drawingml/2006/main" noGrp="1"/>
          </p:cNvSpPr>
          <p:nvPr/>
        </p:nvSpPr>
        <p:spPr>
          <a:xfrm xmlns:a="http://schemas.openxmlformats.org/drawingml/2006/main">
            <a:off x="1272540" y="2537460"/>
            <a:ext cx="76200" cy="22860"/>
          </a:xfrm>
          <a:prstGeom xmlns:a="http://schemas.openxmlformats.org/drawingml/2006/main" prst="rect">
            <a:avLst/>
          </a:prstGeom>
          <a:solidFill xmlns:a="http://schemas.openxmlformats.org/drawingml/2006/main">
            <a:srgbClr val="63788A"/>
          </a:solidFill>
          <a:ln xmlns:a="http://schemas.openxmlformats.org/drawingml/2006/main" w="0">
            <a:noFill/>
          </a:ln>
        </p:spPr>
      </p:sp>
      <p:sp>
        <p:nvSpPr>
          <p:cNvPr id="86" name="film-top-perforation7">
            <a:extLst xmlns:a="http://schemas.openxmlformats.org/drawingml/2006/main">
              <a:ext uri="{FF2B5EF4-FFF2-40B4-BE49-F238E27FC236}">
                <a16:creationId xmlns:a16="http://schemas.microsoft.com/office/drawing/2014/main" id="{36E1E8E7-C7EA-4C57-8B2D-E298C3EF1AF7}"/>
              </a:ext>
            </a:extLst>
          </p:cNvPr>
          <p:cNvSpPr>
            <a:spLocks xmlns:a="http://schemas.openxmlformats.org/drawingml/2006/main" noGrp="1"/>
          </p:cNvSpPr>
          <p:nvPr/>
        </p:nvSpPr>
        <p:spPr>
          <a:xfrm xmlns:a="http://schemas.openxmlformats.org/drawingml/2006/main">
            <a:off x="1440180" y="1318260"/>
            <a:ext cx="76200" cy="22860"/>
          </a:xfrm>
          <a:prstGeom xmlns:a="http://schemas.openxmlformats.org/drawingml/2006/main" prst="rect">
            <a:avLst/>
          </a:prstGeom>
          <a:solidFill xmlns:a="http://schemas.openxmlformats.org/drawingml/2006/main">
            <a:srgbClr val="63788A"/>
          </a:solidFill>
          <a:ln xmlns:a="http://schemas.openxmlformats.org/drawingml/2006/main" w="0">
            <a:noFill/>
          </a:ln>
        </p:spPr>
      </p:sp>
      <p:sp>
        <p:nvSpPr>
          <p:cNvPr id="87" name="film-bottom-perforation7">
            <a:extLst xmlns:a="http://schemas.openxmlformats.org/drawingml/2006/main">
              <a:ext uri="{FF2B5EF4-FFF2-40B4-BE49-F238E27FC236}">
                <a16:creationId xmlns:a16="http://schemas.microsoft.com/office/drawing/2014/main" id="{C0CD7782-0EA0-476A-83EE-15E547AAAA73}"/>
              </a:ext>
            </a:extLst>
          </p:cNvPr>
          <p:cNvSpPr>
            <a:spLocks xmlns:a="http://schemas.openxmlformats.org/drawingml/2006/main" noGrp="1"/>
          </p:cNvSpPr>
          <p:nvPr/>
        </p:nvSpPr>
        <p:spPr>
          <a:xfrm xmlns:a="http://schemas.openxmlformats.org/drawingml/2006/main">
            <a:off x="1440180" y="2537460"/>
            <a:ext cx="76200" cy="22860"/>
          </a:xfrm>
          <a:prstGeom xmlns:a="http://schemas.openxmlformats.org/drawingml/2006/main" prst="rect">
            <a:avLst/>
          </a:prstGeom>
          <a:solidFill xmlns:a="http://schemas.openxmlformats.org/drawingml/2006/main">
            <a:srgbClr val="63788A"/>
          </a:solidFill>
          <a:ln xmlns:a="http://schemas.openxmlformats.org/drawingml/2006/main" w="0">
            <a:noFill/>
          </a:ln>
        </p:spPr>
      </p:sp>
      <p:sp>
        <p:nvSpPr>
          <p:cNvPr id="88" name="film-top-perforation8">
            <a:extLst xmlns:a="http://schemas.openxmlformats.org/drawingml/2006/main">
              <a:ext uri="{FF2B5EF4-FFF2-40B4-BE49-F238E27FC236}">
                <a16:creationId xmlns:a16="http://schemas.microsoft.com/office/drawing/2014/main" id="{A2CF3D0E-619D-49C0-A389-BA4ABE6C0AAD}"/>
              </a:ext>
            </a:extLst>
          </p:cNvPr>
          <p:cNvSpPr>
            <a:spLocks xmlns:a="http://schemas.openxmlformats.org/drawingml/2006/main" noGrp="1"/>
          </p:cNvSpPr>
          <p:nvPr/>
        </p:nvSpPr>
        <p:spPr>
          <a:xfrm xmlns:a="http://schemas.openxmlformats.org/drawingml/2006/main">
            <a:off x="1607820" y="1318260"/>
            <a:ext cx="76200" cy="22860"/>
          </a:xfrm>
          <a:prstGeom xmlns:a="http://schemas.openxmlformats.org/drawingml/2006/main" prst="rect">
            <a:avLst/>
          </a:prstGeom>
          <a:solidFill xmlns:a="http://schemas.openxmlformats.org/drawingml/2006/main">
            <a:srgbClr val="63788A"/>
          </a:solidFill>
          <a:ln xmlns:a="http://schemas.openxmlformats.org/drawingml/2006/main" w="0">
            <a:noFill/>
          </a:ln>
        </p:spPr>
      </p:sp>
      <p:sp>
        <p:nvSpPr>
          <p:cNvPr id="89" name="film-bottom-perforation8">
            <a:extLst xmlns:a="http://schemas.openxmlformats.org/drawingml/2006/main">
              <a:ext uri="{FF2B5EF4-FFF2-40B4-BE49-F238E27FC236}">
                <a16:creationId xmlns:a16="http://schemas.microsoft.com/office/drawing/2014/main" id="{3449F9D8-DFF3-49B8-B0B8-8A5FDFFEA224}"/>
              </a:ext>
            </a:extLst>
          </p:cNvPr>
          <p:cNvSpPr>
            <a:spLocks xmlns:a="http://schemas.openxmlformats.org/drawingml/2006/main" noGrp="1"/>
          </p:cNvSpPr>
          <p:nvPr/>
        </p:nvSpPr>
        <p:spPr>
          <a:xfrm xmlns:a="http://schemas.openxmlformats.org/drawingml/2006/main">
            <a:off x="1607820" y="2537460"/>
            <a:ext cx="76200" cy="22860"/>
          </a:xfrm>
          <a:prstGeom xmlns:a="http://schemas.openxmlformats.org/drawingml/2006/main" prst="rect">
            <a:avLst/>
          </a:prstGeom>
          <a:solidFill xmlns:a="http://schemas.openxmlformats.org/drawingml/2006/main">
            <a:srgbClr val="63788A"/>
          </a:solidFill>
          <a:ln xmlns:a="http://schemas.openxmlformats.org/drawingml/2006/main" w="0">
            <a:noFill/>
          </a:ln>
        </p:spPr>
      </p:sp>
      <p:sp>
        <p:nvSpPr>
          <p:cNvPr id="90" name="film-top-perforation9">
            <a:extLst xmlns:a="http://schemas.openxmlformats.org/drawingml/2006/main">
              <a:ext uri="{FF2B5EF4-FFF2-40B4-BE49-F238E27FC236}">
                <a16:creationId xmlns:a16="http://schemas.microsoft.com/office/drawing/2014/main" id="{503915FE-6B1E-45DC-BD46-08B27BBA0BCA}"/>
              </a:ext>
            </a:extLst>
          </p:cNvPr>
          <p:cNvSpPr>
            <a:spLocks xmlns:a="http://schemas.openxmlformats.org/drawingml/2006/main" noGrp="1"/>
          </p:cNvSpPr>
          <p:nvPr/>
        </p:nvSpPr>
        <p:spPr>
          <a:xfrm xmlns:a="http://schemas.openxmlformats.org/drawingml/2006/main">
            <a:off x="1775460" y="1318260"/>
            <a:ext cx="76200" cy="22860"/>
          </a:xfrm>
          <a:prstGeom xmlns:a="http://schemas.openxmlformats.org/drawingml/2006/main" prst="rect">
            <a:avLst/>
          </a:prstGeom>
          <a:solidFill xmlns:a="http://schemas.openxmlformats.org/drawingml/2006/main">
            <a:srgbClr val="63788A"/>
          </a:solidFill>
          <a:ln xmlns:a="http://schemas.openxmlformats.org/drawingml/2006/main" w="0">
            <a:noFill/>
          </a:ln>
        </p:spPr>
      </p:sp>
      <p:sp>
        <p:nvSpPr>
          <p:cNvPr id="91" name="film-bottom-perforation9">
            <a:extLst xmlns:a="http://schemas.openxmlformats.org/drawingml/2006/main">
              <a:ext uri="{FF2B5EF4-FFF2-40B4-BE49-F238E27FC236}">
                <a16:creationId xmlns:a16="http://schemas.microsoft.com/office/drawing/2014/main" id="{B8ACAA13-A0AC-49B7-83EE-2F7AC6DC35F1}"/>
              </a:ext>
            </a:extLst>
          </p:cNvPr>
          <p:cNvSpPr>
            <a:spLocks xmlns:a="http://schemas.openxmlformats.org/drawingml/2006/main" noGrp="1"/>
          </p:cNvSpPr>
          <p:nvPr/>
        </p:nvSpPr>
        <p:spPr>
          <a:xfrm xmlns:a="http://schemas.openxmlformats.org/drawingml/2006/main">
            <a:off x="1775460" y="2537460"/>
            <a:ext cx="76200" cy="22860"/>
          </a:xfrm>
          <a:prstGeom xmlns:a="http://schemas.openxmlformats.org/drawingml/2006/main" prst="rect">
            <a:avLst/>
          </a:prstGeom>
          <a:solidFill xmlns:a="http://schemas.openxmlformats.org/drawingml/2006/main">
            <a:srgbClr val="63788A"/>
          </a:solidFill>
          <a:ln xmlns:a="http://schemas.openxmlformats.org/drawingml/2006/main" w="0">
            <a:noFill/>
          </a:ln>
        </p:spPr>
      </p:sp>
      <p:sp>
        <p:nvSpPr>
          <p:cNvPr id="92" name="batch-source-caption">
            <a:extLst xmlns:a="http://schemas.openxmlformats.org/drawingml/2006/main">
              <a:ext uri="{FF2B5EF4-FFF2-40B4-BE49-F238E27FC236}">
                <a16:creationId xmlns:a16="http://schemas.microsoft.com/office/drawing/2014/main" id="{04FABD25-78EB-4505-B63E-BD997567735D}"/>
              </a:ext>
            </a:extLst>
          </p:cNvPr>
          <p:cNvSpPr>
            <a:spLocks xmlns:a="http://schemas.openxmlformats.org/drawingml/2006/main" noGrp="1"/>
          </p:cNvSpPr>
          <p:nvPr/>
        </p:nvSpPr>
        <p:spPr>
          <a:xfrm xmlns:a="http://schemas.openxmlformats.org/drawingml/2006/main">
            <a:off x="228600" y="2598420"/>
            <a:ext cx="17145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80" i="0">
                <a:solidFill>
                  <a:srgbClr val="657580"/>
                </a:solidFill>
                <a:latin typeface="Toppan Bunkyu Mincho"/>
                <a:ea typeface="Toppan Bunkyu Mincho"/>
                <a:cs typeface="Toppan Bunkyu Mincho"/>
              </a:defRPr>
            </a:pPr>
            <a:r>
              <a:rPr sz="1080" i="0">
                <a:solidFill>
                  <a:srgbClr val="657580"/>
                </a:solidFill>
                <a:latin typeface="Toppan Bunkyu Mincho"/>
                <a:ea typeface="Toppan Bunkyu Mincho"/>
                <a:cs typeface="Toppan Bunkyu Mincho"/>
              </a:rPr>
              <a:t>One source per batch</a:t>
            </a:r>
          </a:p>
        </p:txBody>
      </p:sp>
      <p:sp>
        <p:nvSpPr>
          <p:cNvPr id="93" name="source-mask-heading">
            <a:extLst xmlns:a="http://schemas.openxmlformats.org/drawingml/2006/main">
              <a:ext uri="{FF2B5EF4-FFF2-40B4-BE49-F238E27FC236}">
                <a16:creationId xmlns:a16="http://schemas.microsoft.com/office/drawing/2014/main" id="{9332AC5D-BF3D-4656-95E9-1F6B8A504585}"/>
              </a:ext>
            </a:extLst>
          </p:cNvPr>
          <p:cNvSpPr>
            <a:spLocks xmlns:a="http://schemas.openxmlformats.org/drawingml/2006/main" noGrp="1"/>
          </p:cNvSpPr>
          <p:nvPr/>
        </p:nvSpPr>
        <p:spPr>
          <a:xfrm xmlns:a="http://schemas.openxmlformats.org/drawingml/2006/main">
            <a:off x="2148840" y="1150620"/>
            <a:ext cx="141732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60" i="0">
                <a:solidFill>
                  <a:srgbClr val="202B33"/>
                </a:solidFill>
                <a:latin typeface="Toppan Bunkyu Mincho"/>
                <a:ea typeface="Toppan Bunkyu Mincho"/>
                <a:cs typeface="Toppan Bunkyu Mincho"/>
              </a:defRPr>
            </a:pPr>
            <a:r>
              <a:rPr sz="1260" i="0">
                <a:solidFill>
                  <a:srgbClr val="202B33"/>
                </a:solidFill>
                <a:latin typeface="Toppan Bunkyu Mincho"/>
                <a:ea typeface="Toppan Bunkyu Mincho"/>
                <a:cs typeface="Toppan Bunkyu Mincho"/>
              </a:rPr>
              <a:t>Label masks</a:t>
            </a:r>
          </a:p>
        </p:txBody>
      </p:sp>
      <p:pic>
        <p:nvPicPr>
          <p:cNvPr id="569" name=""/>
          <p:cNvPicPr>
            <a:picLocks xmlns:a="http://schemas.openxmlformats.org/drawingml/2006/main" noChangeAspect="1"/>
          </p:cNvPicPr>
          <p:nvPr/>
        </p:nvPicPr>
        <p:blipFill>
          <a:blip xmlns:r="http://schemas.openxmlformats.org/officeDocument/2006/relationships" xmlns:a="http://schemas.openxmlformats.org/drawingml/2006/main" r:embed="R02368ff22c6a423e">
            <a:extLst>
              <a:ext uri="{96DAC541-7B7A-43D3-8B79-37D633B846F1}">
                <asvg:svgBlip xmlns:asvg="http://schemas.microsoft.com/office/drawing/2016/SVG/main" r:embed="R75a201aed6c04fc3"/>
              </a:ext>
            </a:extLst>
          </a:blip>
          <a:stretch xmlns:a="http://schemas.openxmlformats.org/drawingml/2006/main"/>
        </p:blipFill>
        <p:spPr>
          <a:xfrm xmlns:a="http://schemas.openxmlformats.org/drawingml/2006/main">
            <a:off x="2794757" y="1468976"/>
            <a:ext cx="125486" cy="79568"/>
          </a:xfrm>
          <a:prstGeom xmlns:a="http://schemas.openxmlformats.org/drawingml/2006/main" prst="rect">
            <a:avLst/>
          </a:prstGeom>
        </p:spPr>
      </p:pic>
      <p:pic>
        <p:nvPicPr>
          <p:cNvPr id="570" name=""/>
          <p:cNvPicPr>
            <a:picLocks xmlns:a="http://schemas.openxmlformats.org/drawingml/2006/main" noChangeAspect="1"/>
          </p:cNvPicPr>
          <p:nvPr/>
        </p:nvPicPr>
        <p:blipFill>
          <a:blip xmlns:r="http://schemas.openxmlformats.org/officeDocument/2006/relationships" xmlns:a="http://schemas.openxmlformats.org/drawingml/2006/main" r:embed="Rbce5333648a646f6">
            <a:extLst>
              <a:ext uri="{96DAC541-7B7A-43D3-8B79-37D633B846F1}">
                <asvg:svgBlip xmlns:asvg="http://schemas.microsoft.com/office/drawing/2016/SVG/main" r:embed="R26c29fa7c7b9410b"/>
              </a:ext>
            </a:extLst>
          </a:blip>
          <a:stretch xmlns:a="http://schemas.openxmlformats.org/drawingml/2006/main"/>
        </p:blipFill>
        <p:spPr>
          <a:xfrm xmlns:a="http://schemas.openxmlformats.org/drawingml/2006/main">
            <a:off x="3047364" y="1469239"/>
            <a:ext cx="92713" cy="79042"/>
          </a:xfrm>
          <a:prstGeom xmlns:a="http://schemas.openxmlformats.org/drawingml/2006/main" prst="rect">
            <a:avLst/>
          </a:prstGeom>
        </p:spPr>
      </p:pic>
      <p:pic>
        <p:nvPicPr>
          <p:cNvPr id="571" name=""/>
          <p:cNvPicPr>
            <a:picLocks xmlns:a="http://schemas.openxmlformats.org/drawingml/2006/main" noChangeAspect="1"/>
          </p:cNvPicPr>
          <p:nvPr/>
        </p:nvPicPr>
        <p:blipFill>
          <a:blip xmlns:r="http://schemas.openxmlformats.org/officeDocument/2006/relationships" xmlns:a="http://schemas.openxmlformats.org/drawingml/2006/main" r:embed="R7297713a1d684d06">
            <a:extLst>
              <a:ext uri="{96DAC541-7B7A-43D3-8B79-37D633B846F1}">
                <asvg:svgBlip xmlns:asvg="http://schemas.microsoft.com/office/drawing/2016/SVG/main" r:embed="Rfba5c9e8574148d3"/>
              </a:ext>
            </a:extLst>
          </a:blip>
          <a:stretch xmlns:a="http://schemas.openxmlformats.org/drawingml/2006/main"/>
        </p:blipFill>
        <p:spPr>
          <a:xfrm xmlns:a="http://schemas.openxmlformats.org/drawingml/2006/main">
            <a:off x="3291996" y="1469064"/>
            <a:ext cx="75888" cy="79393"/>
          </a:xfrm>
          <a:prstGeom xmlns:a="http://schemas.openxmlformats.org/drawingml/2006/main" prst="rect">
            <a:avLst/>
          </a:prstGeom>
        </p:spPr>
      </p:pic>
      <p:sp>
        <p:nvSpPr>
          <p:cNvPr id="97" name="source-label-0">
            <a:extLst xmlns:a="http://schemas.openxmlformats.org/drawingml/2006/main">
              <a:ext uri="{FF2B5EF4-FFF2-40B4-BE49-F238E27FC236}">
                <a16:creationId xmlns:a16="http://schemas.microsoft.com/office/drawing/2014/main" id="{C4C5E628-B45A-4266-A362-9552E1A4D6E9}"/>
              </a:ext>
            </a:extLst>
          </p:cNvPr>
          <p:cNvSpPr>
            <a:spLocks xmlns:a="http://schemas.openxmlformats.org/drawingml/2006/main" noGrp="1"/>
          </p:cNvSpPr>
          <p:nvPr/>
        </p:nvSpPr>
        <p:spPr>
          <a:xfrm xmlns:a="http://schemas.openxmlformats.org/drawingml/2006/main">
            <a:off x="2133600" y="1615440"/>
            <a:ext cx="55626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80" i="0">
                <a:solidFill>
                  <a:srgbClr val="657580"/>
                </a:solidFill>
                <a:latin typeface="Toppan Bunkyu Mincho"/>
                <a:ea typeface="Toppan Bunkyu Mincho"/>
                <a:cs typeface="Toppan Bunkyu Mincho"/>
              </a:defRPr>
            </a:pPr>
            <a:r>
              <a:rPr sz="1080" i="0">
                <a:solidFill>
                  <a:srgbClr val="657580"/>
                </a:solidFill>
                <a:latin typeface="Toppan Bunkyu Mincho"/>
                <a:ea typeface="Toppan Bunkyu Mincho"/>
                <a:cs typeface="Toppan Bunkyu Mincho"/>
              </a:rPr>
              <a:t>Robot</a:t>
            </a:r>
          </a:p>
        </p:txBody>
      </p:sp>
      <p:sp>
        <p:nvSpPr>
          <p:cNvPr id="98" name="source-label-availability-00">
            <a:extLst xmlns:a="http://schemas.openxmlformats.org/drawingml/2006/main">
              <a:ext uri="{FF2B5EF4-FFF2-40B4-BE49-F238E27FC236}">
                <a16:creationId xmlns:a16="http://schemas.microsoft.com/office/drawing/2014/main" id="{7120512D-99D5-4971-888E-5DE7863C4E3A}"/>
              </a:ext>
            </a:extLst>
          </p:cNvPr>
          <p:cNvSpPr>
            <a:spLocks xmlns:a="http://schemas.openxmlformats.org/drawingml/2006/main" noGrp="1"/>
          </p:cNvSpPr>
          <p:nvPr/>
        </p:nvSpPr>
        <p:spPr>
          <a:xfrm xmlns:a="http://schemas.openxmlformats.org/drawingml/2006/main">
            <a:off x="2781300" y="1653540"/>
            <a:ext cx="137160" cy="121920"/>
          </a:xfrm>
          <a:prstGeom xmlns:a="http://schemas.openxmlformats.org/drawingml/2006/main" prst="roundRect">
            <a:avLst>
              <a:gd name="adj" fmla="val 12500"/>
            </a:avLst>
          </a:prstGeom>
          <a:solidFill xmlns:a="http://schemas.openxmlformats.org/drawingml/2006/main">
            <a:srgbClr val="AAC1D4"/>
          </a:solidFill>
          <a:ln xmlns:a="http://schemas.openxmlformats.org/drawingml/2006/main" w="5334">
            <a:solidFill>
              <a:srgbClr val="8FA7B6"/>
            </a:solidFill>
          </a:ln>
        </p:spPr>
      </p:sp>
      <p:sp>
        <p:nvSpPr>
          <p:cNvPr id="99" name="source-label-availability-01">
            <a:extLst xmlns:a="http://schemas.openxmlformats.org/drawingml/2006/main">
              <a:ext uri="{FF2B5EF4-FFF2-40B4-BE49-F238E27FC236}">
                <a16:creationId xmlns:a16="http://schemas.microsoft.com/office/drawing/2014/main" id="{5537FCF6-07FD-4DE5-8169-1038D69B944C}"/>
              </a:ext>
            </a:extLst>
          </p:cNvPr>
          <p:cNvSpPr>
            <a:spLocks xmlns:a="http://schemas.openxmlformats.org/drawingml/2006/main" noGrp="1"/>
          </p:cNvSpPr>
          <p:nvPr/>
        </p:nvSpPr>
        <p:spPr>
          <a:xfrm xmlns:a="http://schemas.openxmlformats.org/drawingml/2006/main">
            <a:off x="3017520" y="1653540"/>
            <a:ext cx="137160" cy="121920"/>
          </a:xfrm>
          <a:prstGeom xmlns:a="http://schemas.openxmlformats.org/drawingml/2006/main" prst="roundRect">
            <a:avLst>
              <a:gd name="adj" fmla="val 12500"/>
            </a:avLst>
          </a:prstGeom>
          <a:solidFill xmlns:a="http://schemas.openxmlformats.org/drawingml/2006/main">
            <a:srgbClr val="AAC1D4"/>
          </a:solidFill>
          <a:ln xmlns:a="http://schemas.openxmlformats.org/drawingml/2006/main" w="5334">
            <a:solidFill>
              <a:srgbClr val="8FA7B6"/>
            </a:solidFill>
          </a:ln>
        </p:spPr>
      </p:sp>
      <p:sp>
        <p:nvSpPr>
          <p:cNvPr id="100" name="source-label-availability-02">
            <a:extLst xmlns:a="http://schemas.openxmlformats.org/drawingml/2006/main">
              <a:ext uri="{FF2B5EF4-FFF2-40B4-BE49-F238E27FC236}">
                <a16:creationId xmlns:a16="http://schemas.microsoft.com/office/drawing/2014/main" id="{AA7E7B4F-FC4B-4CFF-AA27-410CEEB44076}"/>
              </a:ext>
            </a:extLst>
          </p:cNvPr>
          <p:cNvSpPr>
            <a:spLocks xmlns:a="http://schemas.openxmlformats.org/drawingml/2006/main" noGrp="1"/>
          </p:cNvSpPr>
          <p:nvPr/>
        </p:nvSpPr>
        <p:spPr>
          <a:xfrm xmlns:a="http://schemas.openxmlformats.org/drawingml/2006/main">
            <a:off x="3253740" y="1653540"/>
            <a:ext cx="137160" cy="121920"/>
          </a:xfrm>
          <a:prstGeom xmlns:a="http://schemas.openxmlformats.org/drawingml/2006/main" prst="roundRect">
            <a:avLst>
              <a:gd name="adj" fmla="val 12500"/>
            </a:avLst>
          </a:prstGeom>
          <a:solidFill xmlns:a="http://schemas.openxmlformats.org/drawingml/2006/main">
            <a:srgbClr val="9CBCAE"/>
          </a:solidFill>
          <a:ln xmlns:a="http://schemas.openxmlformats.org/drawingml/2006/main" w="5334">
            <a:solidFill>
              <a:srgbClr val="8FA7B6"/>
            </a:solidFill>
          </a:ln>
        </p:spPr>
      </p:sp>
      <p:sp>
        <p:nvSpPr>
          <p:cNvPr id="101" name="source-label-1">
            <a:extLst xmlns:a="http://schemas.openxmlformats.org/drawingml/2006/main">
              <a:ext uri="{FF2B5EF4-FFF2-40B4-BE49-F238E27FC236}">
                <a16:creationId xmlns:a16="http://schemas.microsoft.com/office/drawing/2014/main" id="{CBCD8292-820C-4574-9AB6-FB57E9C659A9}"/>
              </a:ext>
            </a:extLst>
          </p:cNvPr>
          <p:cNvSpPr>
            <a:spLocks xmlns:a="http://schemas.openxmlformats.org/drawingml/2006/main" noGrp="1"/>
          </p:cNvSpPr>
          <p:nvPr/>
        </p:nvSpPr>
        <p:spPr>
          <a:xfrm xmlns:a="http://schemas.openxmlformats.org/drawingml/2006/main">
            <a:off x="2133600" y="1828800"/>
            <a:ext cx="55626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80" i="0">
                <a:solidFill>
                  <a:srgbClr val="657580"/>
                </a:solidFill>
                <a:latin typeface="Toppan Bunkyu Mincho"/>
                <a:ea typeface="Toppan Bunkyu Mincho"/>
                <a:cs typeface="Toppan Bunkyu Mincho"/>
              </a:defRPr>
            </a:pPr>
            <a:r>
              <a:rPr sz="1080" i="0">
                <a:solidFill>
                  <a:srgbClr val="657580"/>
                </a:solidFill>
                <a:latin typeface="Toppan Bunkyu Mincho"/>
                <a:ea typeface="Toppan Bunkyu Mincho"/>
                <a:cs typeface="Toppan Bunkyu Mincho"/>
              </a:rPr>
              <a:t>Human</a:t>
            </a:r>
          </a:p>
        </p:txBody>
      </p:sp>
      <p:sp>
        <p:nvSpPr>
          <p:cNvPr id="102" name="source-label-availability-10">
            <a:extLst xmlns:a="http://schemas.openxmlformats.org/drawingml/2006/main">
              <a:ext uri="{FF2B5EF4-FFF2-40B4-BE49-F238E27FC236}">
                <a16:creationId xmlns:a16="http://schemas.microsoft.com/office/drawing/2014/main" id="{6CCC1D94-9C42-4C13-A1CE-A198873A446A}"/>
              </a:ext>
            </a:extLst>
          </p:cNvPr>
          <p:cNvSpPr>
            <a:spLocks xmlns:a="http://schemas.openxmlformats.org/drawingml/2006/main" noGrp="1"/>
          </p:cNvSpPr>
          <p:nvPr/>
        </p:nvSpPr>
        <p:spPr>
          <a:xfrm xmlns:a="http://schemas.openxmlformats.org/drawingml/2006/main">
            <a:off x="2781300" y="1866900"/>
            <a:ext cx="137160" cy="121920"/>
          </a:xfrm>
          <a:prstGeom xmlns:a="http://schemas.openxmlformats.org/drawingml/2006/main" prst="roundRect">
            <a:avLst>
              <a:gd name="adj" fmla="val 12500"/>
            </a:avLst>
          </a:prstGeom>
          <a:solidFill xmlns:a="http://schemas.openxmlformats.org/drawingml/2006/main">
            <a:srgbClr val="AAC1D4"/>
          </a:solidFill>
          <a:ln xmlns:a="http://schemas.openxmlformats.org/drawingml/2006/main" w="5334">
            <a:solidFill>
              <a:srgbClr val="8FA7B6"/>
            </a:solidFill>
          </a:ln>
        </p:spPr>
      </p:sp>
      <p:sp>
        <p:nvSpPr>
          <p:cNvPr id="103" name="source-label-availability-11">
            <a:extLst xmlns:a="http://schemas.openxmlformats.org/drawingml/2006/main">
              <a:ext uri="{FF2B5EF4-FFF2-40B4-BE49-F238E27FC236}">
                <a16:creationId xmlns:a16="http://schemas.microsoft.com/office/drawing/2014/main" id="{A728ACD4-64A7-4DDC-99B2-E8329AE9D1A3}"/>
              </a:ext>
            </a:extLst>
          </p:cNvPr>
          <p:cNvSpPr>
            <a:spLocks xmlns:a="http://schemas.openxmlformats.org/drawingml/2006/main" noGrp="1"/>
          </p:cNvSpPr>
          <p:nvPr/>
        </p:nvSpPr>
        <p:spPr>
          <a:xfrm xmlns:a="http://schemas.openxmlformats.org/drawingml/2006/main">
            <a:off x="3017520" y="1866900"/>
            <a:ext cx="137160" cy="121920"/>
          </a:xfrm>
          <a:prstGeom xmlns:a="http://schemas.openxmlformats.org/drawingml/2006/main" prst="roundRect">
            <a:avLst>
              <a:gd name="adj" fmla="val 12500"/>
            </a:avLst>
          </a:prstGeom>
          <a:solidFill xmlns:a="http://schemas.openxmlformats.org/drawingml/2006/main">
            <a:srgbClr val="F8FAFB"/>
          </a:solidFill>
          <a:ln xmlns:a="http://schemas.openxmlformats.org/drawingml/2006/main" w="5334">
            <a:solidFill>
              <a:srgbClr val="BECAD2"/>
            </a:solidFill>
          </a:ln>
        </p:spPr>
      </p:sp>
      <p:sp>
        <p:nvSpPr>
          <p:cNvPr id="104" name="human-motor-missing">
            <a:extLst xmlns:a="http://schemas.openxmlformats.org/drawingml/2006/main">
              <a:ext uri="{FF2B5EF4-FFF2-40B4-BE49-F238E27FC236}">
                <a16:creationId xmlns:a16="http://schemas.microsoft.com/office/drawing/2014/main" id="{7A1B0B7C-4379-4045-BB3E-201CA862BB36}"/>
              </a:ext>
            </a:extLst>
          </p:cNvPr>
          <p:cNvSpPr>
            <a:spLocks xmlns:a="http://schemas.openxmlformats.org/drawingml/2006/main" noGrp="1"/>
          </p:cNvSpPr>
          <p:nvPr/>
        </p:nvSpPr>
        <p:spPr>
          <a:xfrm xmlns:a="http://schemas.openxmlformats.org/drawingml/2006/main" flipH="0" flipV="1">
            <a:off x="3040380" y="1889760"/>
            <a:ext cx="91440" cy="76200"/>
          </a:xfrm>
          <a:prstGeom xmlns:a="http://schemas.openxmlformats.org/drawingml/2006/main" prst="line">
            <a:avLst/>
          </a:prstGeom>
          <a:noFill xmlns:a="http://schemas.openxmlformats.org/drawingml/2006/main"/>
          <a:ln xmlns:a="http://schemas.openxmlformats.org/drawingml/2006/main" w="6858">
            <a:solidFill>
              <a:srgbClr val="B1BEC8"/>
            </a:solidFill>
          </a:ln>
        </p:spPr>
      </p:sp>
      <p:sp>
        <p:nvSpPr>
          <p:cNvPr id="105" name="source-label-availability-12">
            <a:extLst xmlns:a="http://schemas.openxmlformats.org/drawingml/2006/main">
              <a:ext uri="{FF2B5EF4-FFF2-40B4-BE49-F238E27FC236}">
                <a16:creationId xmlns:a16="http://schemas.microsoft.com/office/drawing/2014/main" id="{E41477F8-B84C-48C6-BF8A-4530011C7CB6}"/>
              </a:ext>
            </a:extLst>
          </p:cNvPr>
          <p:cNvSpPr>
            <a:spLocks xmlns:a="http://schemas.openxmlformats.org/drawingml/2006/main" noGrp="1"/>
          </p:cNvSpPr>
          <p:nvPr/>
        </p:nvSpPr>
        <p:spPr>
          <a:xfrm xmlns:a="http://schemas.openxmlformats.org/drawingml/2006/main">
            <a:off x="3253740" y="1866900"/>
            <a:ext cx="137160" cy="121920"/>
          </a:xfrm>
          <a:prstGeom xmlns:a="http://schemas.openxmlformats.org/drawingml/2006/main" prst="roundRect">
            <a:avLst>
              <a:gd name="adj" fmla="val 12500"/>
            </a:avLst>
          </a:prstGeom>
          <a:solidFill xmlns:a="http://schemas.openxmlformats.org/drawingml/2006/main">
            <a:srgbClr val="9CBCAE"/>
          </a:solidFill>
          <a:ln xmlns:a="http://schemas.openxmlformats.org/drawingml/2006/main" w="5334">
            <a:solidFill>
              <a:srgbClr val="8FA7B6"/>
            </a:solidFill>
          </a:ln>
        </p:spPr>
      </p:sp>
      <p:sp>
        <p:nvSpPr>
          <p:cNvPr id="106" name="view-canvas-label">
            <a:extLst xmlns:a="http://schemas.openxmlformats.org/drawingml/2006/main">
              <a:ext uri="{FF2B5EF4-FFF2-40B4-BE49-F238E27FC236}">
                <a16:creationId xmlns:a16="http://schemas.microsoft.com/office/drawing/2014/main" id="{918F7C27-A0A9-4041-9D75-7CDDF7C2A8EF}"/>
              </a:ext>
            </a:extLst>
          </p:cNvPr>
          <p:cNvSpPr>
            <a:spLocks xmlns:a="http://schemas.openxmlformats.org/drawingml/2006/main" noGrp="1"/>
          </p:cNvSpPr>
          <p:nvPr/>
        </p:nvSpPr>
        <p:spPr>
          <a:xfrm xmlns:a="http://schemas.openxmlformats.org/drawingml/2006/main">
            <a:off x="2118360" y="2110740"/>
            <a:ext cx="1440180" cy="198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i="0">
                <a:solidFill>
                  <a:srgbClr val="202B33"/>
                </a:solidFill>
                <a:latin typeface="Toppan Bunkyu Mincho"/>
                <a:ea typeface="Toppan Bunkyu Mincho"/>
                <a:cs typeface="Toppan Bunkyu Mincho"/>
              </a:defRPr>
            </a:pPr>
            <a:r>
              <a:rPr sz="1200" i="0">
                <a:solidFill>
                  <a:srgbClr val="202B33"/>
                </a:solidFill>
                <a:latin typeface="Toppan Bunkyu Mincho"/>
                <a:ea typeface="Toppan Bunkyu Mincho"/>
                <a:cs typeface="Toppan Bunkyu Mincho"/>
              </a:rPr>
              <a:t>Fixed view canvas</a:t>
            </a:r>
          </a:p>
        </p:txBody>
      </p:sp>
      <p:sp>
        <p:nvSpPr>
          <p:cNvPr id="107" name="view-canvas-top">
            <a:extLst xmlns:a="http://schemas.openxmlformats.org/drawingml/2006/main">
              <a:ext uri="{FF2B5EF4-FFF2-40B4-BE49-F238E27FC236}">
                <a16:creationId xmlns:a16="http://schemas.microsoft.com/office/drawing/2014/main" id="{75EDDF44-24A4-4B72-AD0F-3636653A5351}"/>
              </a:ext>
            </a:extLst>
          </p:cNvPr>
          <p:cNvSpPr>
            <a:spLocks xmlns:a="http://schemas.openxmlformats.org/drawingml/2006/main" noGrp="1"/>
          </p:cNvSpPr>
          <p:nvPr/>
        </p:nvSpPr>
        <p:spPr>
          <a:xfrm xmlns:a="http://schemas.openxmlformats.org/drawingml/2006/main">
            <a:off x="2164080" y="2346960"/>
            <a:ext cx="990600" cy="45720"/>
          </a:xfrm>
          <a:custGeom xmlns:a="http://schemas.openxmlformats.org/drawingml/2006/main">
            <a:pathLst>
              <a:path w="1238250" h="57150">
                <a:moveTo>
                  <a:pt x="0" y="57150"/>
                </a:moveTo>
                <a:lnTo>
                  <a:pt x="57150" y="0"/>
                </a:lnTo>
                <a:lnTo>
                  <a:pt x="1238250" y="0"/>
                </a:lnTo>
                <a:lnTo>
                  <a:pt x="1181100" y="57150"/>
                </a:lnTo>
                <a:close/>
              </a:path>
            </a:pathLst>
          </a:custGeom>
          <a:solidFill xmlns:a="http://schemas.openxmlformats.org/drawingml/2006/main">
            <a:srgbClr val="F9FAFD"/>
          </a:solidFill>
          <a:ln xmlns:a="http://schemas.openxmlformats.org/drawingml/2006/main" w="11430">
            <a:solidFill>
              <a:srgbClr val="63788A"/>
            </a:solidFill>
          </a:ln>
        </p:spPr>
      </p:sp>
      <p:sp>
        <p:nvSpPr>
          <p:cNvPr id="108" name="view-canvas-side">
            <a:extLst xmlns:a="http://schemas.openxmlformats.org/drawingml/2006/main">
              <a:ext uri="{FF2B5EF4-FFF2-40B4-BE49-F238E27FC236}">
                <a16:creationId xmlns:a16="http://schemas.microsoft.com/office/drawing/2014/main" id="{24DA6E36-4978-4592-AE74-D015A547A3D4}"/>
              </a:ext>
            </a:extLst>
          </p:cNvPr>
          <p:cNvSpPr>
            <a:spLocks xmlns:a="http://schemas.openxmlformats.org/drawingml/2006/main" noGrp="1"/>
          </p:cNvSpPr>
          <p:nvPr/>
        </p:nvSpPr>
        <p:spPr>
          <a:xfrm xmlns:a="http://schemas.openxmlformats.org/drawingml/2006/main">
            <a:off x="3108960" y="2346960"/>
            <a:ext cx="45720" cy="480060"/>
          </a:xfrm>
          <a:custGeom xmlns:a="http://schemas.openxmlformats.org/drawingml/2006/main">
            <a:pathLst>
              <a:path w="57150" h="600075">
                <a:moveTo>
                  <a:pt x="0" y="57150"/>
                </a:moveTo>
                <a:lnTo>
                  <a:pt x="57150" y="0"/>
                </a:lnTo>
                <a:lnTo>
                  <a:pt x="57150" y="542925"/>
                </a:lnTo>
                <a:lnTo>
                  <a:pt x="0" y="600075"/>
                </a:lnTo>
                <a:close/>
              </a:path>
            </a:pathLst>
          </a:custGeom>
          <a:solidFill xmlns:a="http://schemas.openxmlformats.org/drawingml/2006/main">
            <a:srgbClr val="C2CFDA"/>
          </a:solidFill>
          <a:ln xmlns:a="http://schemas.openxmlformats.org/drawingml/2006/main" w="11430">
            <a:solidFill>
              <a:srgbClr val="63788A"/>
            </a:solidFill>
          </a:ln>
        </p:spPr>
      </p:sp>
      <p:sp>
        <p:nvSpPr>
          <p:cNvPr id="109" name="view-canvas-front">
            <a:extLst xmlns:a="http://schemas.openxmlformats.org/drawingml/2006/main">
              <a:ext uri="{FF2B5EF4-FFF2-40B4-BE49-F238E27FC236}">
                <a16:creationId xmlns:a16="http://schemas.microsoft.com/office/drawing/2014/main" id="{ABB07AA3-21E2-4A0C-BD1A-E9A4ED27B252}"/>
              </a:ext>
            </a:extLst>
          </p:cNvPr>
          <p:cNvSpPr>
            <a:spLocks xmlns:a="http://schemas.openxmlformats.org/drawingml/2006/main" noGrp="1"/>
          </p:cNvSpPr>
          <p:nvPr/>
        </p:nvSpPr>
        <p:spPr>
          <a:xfrm xmlns:a="http://schemas.openxmlformats.org/drawingml/2006/main">
            <a:off x="2164080" y="2392680"/>
            <a:ext cx="944880" cy="434340"/>
          </a:xfrm>
          <a:prstGeom xmlns:a="http://schemas.openxmlformats.org/drawingml/2006/main" prst="rect">
            <a:avLst/>
          </a:prstGeom>
          <a:solidFill xmlns:a="http://schemas.openxmlformats.org/drawingml/2006/main">
            <a:srgbClr val="EEF2F5"/>
          </a:solidFill>
          <a:ln xmlns:a="http://schemas.openxmlformats.org/drawingml/2006/main" w="8382">
            <a:solidFill>
              <a:srgbClr val="63788A"/>
            </a:solidFill>
          </a:ln>
        </p:spPr>
        <p:style>
          <a:lnRef xmlns:a="http://schemas.openxmlformats.org/drawingml/2006/main" idx="0"/>
          <a:fillRef xmlns:a="http://schemas.openxmlformats.org/drawingml/2006/main" idx="0"/>
          <a:effectRef xmlns:a="http://schemas.openxmlformats.org/drawingml/2006/main" idx="11"/>
          <a:fontRef xmlns:a="http://schemas.openxmlformats.org/drawingml/2006/main" idx="major"/>
        </p:style>
      </p:sp>
      <p:sp>
        <p:nvSpPr>
          <p:cNvPr id="110" name="view-region-0">
            <a:extLst xmlns:a="http://schemas.openxmlformats.org/drawingml/2006/main">
              <a:ext uri="{FF2B5EF4-FFF2-40B4-BE49-F238E27FC236}">
                <a16:creationId xmlns:a16="http://schemas.microsoft.com/office/drawing/2014/main" id="{3B2A44A7-27F3-49DC-80C2-4160CB136A18}"/>
              </a:ext>
            </a:extLst>
          </p:cNvPr>
          <p:cNvSpPr>
            <a:spLocks xmlns:a="http://schemas.openxmlformats.org/drawingml/2006/main" noGrp="1"/>
          </p:cNvSpPr>
          <p:nvPr/>
        </p:nvSpPr>
        <p:spPr>
          <a:xfrm xmlns:a="http://schemas.openxmlformats.org/drawingml/2006/main">
            <a:off x="2217420" y="2453640"/>
            <a:ext cx="388620" cy="304800"/>
          </a:xfrm>
          <a:prstGeom xmlns:a="http://schemas.openxmlformats.org/drawingml/2006/main" prst="roundRect">
            <a:avLst>
              <a:gd name="adj" fmla="val 2500"/>
            </a:avLst>
          </a:prstGeom>
          <a:solidFill xmlns:a="http://schemas.openxmlformats.org/drawingml/2006/main">
            <a:srgbClr val="CFDCE7"/>
          </a:solidFill>
          <a:ln xmlns:a="http://schemas.openxmlformats.org/drawingml/2006/main" w="5334">
            <a:solidFill>
              <a:srgbClr val="A1B3BF"/>
            </a:solidFill>
          </a:ln>
        </p:spPr>
      </p:sp>
      <p:sp>
        <p:nvSpPr>
          <p:cNvPr id="111" name="view-patch-000">
            <a:extLst xmlns:a="http://schemas.openxmlformats.org/drawingml/2006/main">
              <a:ext uri="{FF2B5EF4-FFF2-40B4-BE49-F238E27FC236}">
                <a16:creationId xmlns:a16="http://schemas.microsoft.com/office/drawing/2014/main" id="{0328EB3D-13B2-4633-AC2E-153079E1EB76}"/>
              </a:ext>
            </a:extLst>
          </p:cNvPr>
          <p:cNvSpPr>
            <a:spLocks xmlns:a="http://schemas.openxmlformats.org/drawingml/2006/main" noGrp="1"/>
          </p:cNvSpPr>
          <p:nvPr/>
        </p:nvSpPr>
        <p:spPr>
          <a:xfrm xmlns:a="http://schemas.openxmlformats.org/drawingml/2006/main">
            <a:off x="2247900" y="2484120"/>
            <a:ext cx="91440" cy="53340"/>
          </a:xfrm>
          <a:prstGeom xmlns:a="http://schemas.openxmlformats.org/drawingml/2006/main" prst="rect">
            <a:avLst/>
          </a:prstGeom>
          <a:solidFill xmlns:a="http://schemas.openxmlformats.org/drawingml/2006/main">
            <a:srgbClr val="B4C6D5"/>
          </a:solidFill>
          <a:ln xmlns:a="http://schemas.openxmlformats.org/drawingml/2006/main" w="0">
            <a:noFill/>
          </a:ln>
        </p:spPr>
      </p:sp>
      <p:sp>
        <p:nvSpPr>
          <p:cNvPr id="112" name="view-patch-001">
            <a:extLst xmlns:a="http://schemas.openxmlformats.org/drawingml/2006/main">
              <a:ext uri="{FF2B5EF4-FFF2-40B4-BE49-F238E27FC236}">
                <a16:creationId xmlns:a16="http://schemas.microsoft.com/office/drawing/2014/main" id="{128822C7-4A0B-41CA-BF9D-1493560C526E}"/>
              </a:ext>
            </a:extLst>
          </p:cNvPr>
          <p:cNvSpPr>
            <a:spLocks xmlns:a="http://schemas.openxmlformats.org/drawingml/2006/main" noGrp="1"/>
          </p:cNvSpPr>
          <p:nvPr/>
        </p:nvSpPr>
        <p:spPr>
          <a:xfrm xmlns:a="http://schemas.openxmlformats.org/drawingml/2006/main">
            <a:off x="2362200" y="2484120"/>
            <a:ext cx="91440" cy="53340"/>
          </a:xfrm>
          <a:prstGeom xmlns:a="http://schemas.openxmlformats.org/drawingml/2006/main" prst="rect">
            <a:avLst/>
          </a:prstGeom>
          <a:solidFill xmlns:a="http://schemas.openxmlformats.org/drawingml/2006/main">
            <a:srgbClr val="DAE4EB"/>
          </a:solidFill>
          <a:ln xmlns:a="http://schemas.openxmlformats.org/drawingml/2006/main" w="0">
            <a:noFill/>
          </a:ln>
        </p:spPr>
      </p:sp>
      <p:sp>
        <p:nvSpPr>
          <p:cNvPr id="113" name="view-patch-002">
            <a:extLst xmlns:a="http://schemas.openxmlformats.org/drawingml/2006/main">
              <a:ext uri="{FF2B5EF4-FFF2-40B4-BE49-F238E27FC236}">
                <a16:creationId xmlns:a16="http://schemas.microsoft.com/office/drawing/2014/main" id="{7E60A14A-C4B6-4B6A-825B-9AA2C0BA0B42}"/>
              </a:ext>
            </a:extLst>
          </p:cNvPr>
          <p:cNvSpPr>
            <a:spLocks xmlns:a="http://schemas.openxmlformats.org/drawingml/2006/main" noGrp="1"/>
          </p:cNvSpPr>
          <p:nvPr/>
        </p:nvSpPr>
        <p:spPr>
          <a:xfrm xmlns:a="http://schemas.openxmlformats.org/drawingml/2006/main">
            <a:off x="2476500" y="2484120"/>
            <a:ext cx="91440" cy="53340"/>
          </a:xfrm>
          <a:prstGeom xmlns:a="http://schemas.openxmlformats.org/drawingml/2006/main" prst="rect">
            <a:avLst/>
          </a:prstGeom>
          <a:solidFill xmlns:a="http://schemas.openxmlformats.org/drawingml/2006/main">
            <a:srgbClr val="91ACBF"/>
          </a:solidFill>
          <a:ln xmlns:a="http://schemas.openxmlformats.org/drawingml/2006/main" w="0">
            <a:noFill/>
          </a:ln>
        </p:spPr>
      </p:sp>
      <p:sp>
        <p:nvSpPr>
          <p:cNvPr id="114" name="view-patch-010">
            <a:extLst xmlns:a="http://schemas.openxmlformats.org/drawingml/2006/main">
              <a:ext uri="{FF2B5EF4-FFF2-40B4-BE49-F238E27FC236}">
                <a16:creationId xmlns:a16="http://schemas.microsoft.com/office/drawing/2014/main" id="{40B666AA-2583-452E-B58C-D332AD07297F}"/>
              </a:ext>
            </a:extLst>
          </p:cNvPr>
          <p:cNvSpPr>
            <a:spLocks xmlns:a="http://schemas.openxmlformats.org/drawingml/2006/main" noGrp="1"/>
          </p:cNvSpPr>
          <p:nvPr/>
        </p:nvSpPr>
        <p:spPr>
          <a:xfrm xmlns:a="http://schemas.openxmlformats.org/drawingml/2006/main">
            <a:off x="2247900" y="2560320"/>
            <a:ext cx="91440" cy="53340"/>
          </a:xfrm>
          <a:prstGeom xmlns:a="http://schemas.openxmlformats.org/drawingml/2006/main" prst="rect">
            <a:avLst/>
          </a:prstGeom>
          <a:solidFill xmlns:a="http://schemas.openxmlformats.org/drawingml/2006/main">
            <a:srgbClr val="B9783D"/>
          </a:solidFill>
          <a:ln xmlns:a="http://schemas.openxmlformats.org/drawingml/2006/main" w="0">
            <a:noFill/>
          </a:ln>
        </p:spPr>
      </p:sp>
      <p:sp>
        <p:nvSpPr>
          <p:cNvPr id="115" name="view-patch-011">
            <a:extLst xmlns:a="http://schemas.openxmlformats.org/drawingml/2006/main">
              <a:ext uri="{FF2B5EF4-FFF2-40B4-BE49-F238E27FC236}">
                <a16:creationId xmlns:a16="http://schemas.microsoft.com/office/drawing/2014/main" id="{D884D759-E5A7-48D6-BDDF-4FD16717317E}"/>
              </a:ext>
            </a:extLst>
          </p:cNvPr>
          <p:cNvSpPr>
            <a:spLocks xmlns:a="http://schemas.openxmlformats.org/drawingml/2006/main" noGrp="1"/>
          </p:cNvSpPr>
          <p:nvPr/>
        </p:nvSpPr>
        <p:spPr>
          <a:xfrm xmlns:a="http://schemas.openxmlformats.org/drawingml/2006/main">
            <a:off x="2362200" y="2560320"/>
            <a:ext cx="91440" cy="53340"/>
          </a:xfrm>
          <a:prstGeom xmlns:a="http://schemas.openxmlformats.org/drawingml/2006/main" prst="rect">
            <a:avLst/>
          </a:prstGeom>
          <a:solidFill xmlns:a="http://schemas.openxmlformats.org/drawingml/2006/main">
            <a:srgbClr val="91ACBF"/>
          </a:solidFill>
          <a:ln xmlns:a="http://schemas.openxmlformats.org/drawingml/2006/main" w="0">
            <a:noFill/>
          </a:ln>
        </p:spPr>
      </p:sp>
      <p:sp>
        <p:nvSpPr>
          <p:cNvPr id="116" name="view-patch-012">
            <a:extLst xmlns:a="http://schemas.openxmlformats.org/drawingml/2006/main">
              <a:ext uri="{FF2B5EF4-FFF2-40B4-BE49-F238E27FC236}">
                <a16:creationId xmlns:a16="http://schemas.microsoft.com/office/drawing/2014/main" id="{20A64E9A-6E50-4B72-B68D-2377B72B32F1}"/>
              </a:ext>
            </a:extLst>
          </p:cNvPr>
          <p:cNvSpPr>
            <a:spLocks xmlns:a="http://schemas.openxmlformats.org/drawingml/2006/main" noGrp="1"/>
          </p:cNvSpPr>
          <p:nvPr/>
        </p:nvSpPr>
        <p:spPr>
          <a:xfrm xmlns:a="http://schemas.openxmlformats.org/drawingml/2006/main">
            <a:off x="2476500" y="2560320"/>
            <a:ext cx="91440" cy="53340"/>
          </a:xfrm>
          <a:prstGeom xmlns:a="http://schemas.openxmlformats.org/drawingml/2006/main" prst="rect">
            <a:avLst/>
          </a:prstGeom>
          <a:solidFill xmlns:a="http://schemas.openxmlformats.org/drawingml/2006/main">
            <a:srgbClr val="B4C6D5"/>
          </a:solidFill>
          <a:ln xmlns:a="http://schemas.openxmlformats.org/drawingml/2006/main" w="0">
            <a:noFill/>
          </a:ln>
        </p:spPr>
      </p:sp>
      <p:sp>
        <p:nvSpPr>
          <p:cNvPr id="117" name="view-patch-020">
            <a:extLst xmlns:a="http://schemas.openxmlformats.org/drawingml/2006/main">
              <a:ext uri="{FF2B5EF4-FFF2-40B4-BE49-F238E27FC236}">
                <a16:creationId xmlns:a16="http://schemas.microsoft.com/office/drawing/2014/main" id="{CA7003FF-02AF-4657-8F51-DC534EABA938}"/>
              </a:ext>
            </a:extLst>
          </p:cNvPr>
          <p:cNvSpPr>
            <a:spLocks xmlns:a="http://schemas.openxmlformats.org/drawingml/2006/main" noGrp="1"/>
          </p:cNvSpPr>
          <p:nvPr/>
        </p:nvSpPr>
        <p:spPr>
          <a:xfrm xmlns:a="http://schemas.openxmlformats.org/drawingml/2006/main">
            <a:off x="2247900" y="2636520"/>
            <a:ext cx="91440" cy="53340"/>
          </a:xfrm>
          <a:prstGeom xmlns:a="http://schemas.openxmlformats.org/drawingml/2006/main" prst="rect">
            <a:avLst/>
          </a:prstGeom>
          <a:solidFill xmlns:a="http://schemas.openxmlformats.org/drawingml/2006/main">
            <a:srgbClr val="91ACBF"/>
          </a:solidFill>
          <a:ln xmlns:a="http://schemas.openxmlformats.org/drawingml/2006/main" w="0">
            <a:noFill/>
          </a:ln>
        </p:spPr>
      </p:sp>
      <p:sp>
        <p:nvSpPr>
          <p:cNvPr id="118" name="view-patch-021">
            <a:extLst xmlns:a="http://schemas.openxmlformats.org/drawingml/2006/main">
              <a:ext uri="{FF2B5EF4-FFF2-40B4-BE49-F238E27FC236}">
                <a16:creationId xmlns:a16="http://schemas.microsoft.com/office/drawing/2014/main" id="{85F49D7F-CECE-46A9-811A-DA6D5844C037}"/>
              </a:ext>
            </a:extLst>
          </p:cNvPr>
          <p:cNvSpPr>
            <a:spLocks xmlns:a="http://schemas.openxmlformats.org/drawingml/2006/main" noGrp="1"/>
          </p:cNvSpPr>
          <p:nvPr/>
        </p:nvSpPr>
        <p:spPr>
          <a:xfrm xmlns:a="http://schemas.openxmlformats.org/drawingml/2006/main">
            <a:off x="2362200" y="2636520"/>
            <a:ext cx="91440" cy="53340"/>
          </a:xfrm>
          <a:prstGeom xmlns:a="http://schemas.openxmlformats.org/drawingml/2006/main" prst="rect">
            <a:avLst/>
          </a:prstGeom>
          <a:solidFill xmlns:a="http://schemas.openxmlformats.org/drawingml/2006/main">
            <a:srgbClr val="B4C6D5"/>
          </a:solidFill>
          <a:ln xmlns:a="http://schemas.openxmlformats.org/drawingml/2006/main" w="0">
            <a:noFill/>
          </a:ln>
        </p:spPr>
      </p:sp>
      <p:sp>
        <p:nvSpPr>
          <p:cNvPr id="119" name="view-patch-022">
            <a:extLst xmlns:a="http://schemas.openxmlformats.org/drawingml/2006/main">
              <a:ext uri="{FF2B5EF4-FFF2-40B4-BE49-F238E27FC236}">
                <a16:creationId xmlns:a16="http://schemas.microsoft.com/office/drawing/2014/main" id="{0A222FD8-02B1-41E8-8EC0-A3229B197045}"/>
              </a:ext>
            </a:extLst>
          </p:cNvPr>
          <p:cNvSpPr>
            <a:spLocks xmlns:a="http://schemas.openxmlformats.org/drawingml/2006/main" noGrp="1"/>
          </p:cNvSpPr>
          <p:nvPr/>
        </p:nvSpPr>
        <p:spPr>
          <a:xfrm xmlns:a="http://schemas.openxmlformats.org/drawingml/2006/main">
            <a:off x="2476500" y="2636520"/>
            <a:ext cx="91440" cy="53340"/>
          </a:xfrm>
          <a:prstGeom xmlns:a="http://schemas.openxmlformats.org/drawingml/2006/main" prst="rect">
            <a:avLst/>
          </a:prstGeom>
          <a:solidFill xmlns:a="http://schemas.openxmlformats.org/drawingml/2006/main">
            <a:srgbClr val="DAE4EB"/>
          </a:solidFill>
          <a:ln xmlns:a="http://schemas.openxmlformats.org/drawingml/2006/main" w="0">
            <a:noFill/>
          </a:ln>
        </p:spPr>
      </p:sp>
      <p:sp>
        <p:nvSpPr>
          <p:cNvPr id="120" name="view-region-1">
            <a:extLst xmlns:a="http://schemas.openxmlformats.org/drawingml/2006/main">
              <a:ext uri="{FF2B5EF4-FFF2-40B4-BE49-F238E27FC236}">
                <a16:creationId xmlns:a16="http://schemas.microsoft.com/office/drawing/2014/main" id="{37FD9F2B-B072-46BD-8633-F51F1393BBFB}"/>
              </a:ext>
            </a:extLst>
          </p:cNvPr>
          <p:cNvSpPr>
            <a:spLocks xmlns:a="http://schemas.openxmlformats.org/drawingml/2006/main" noGrp="1"/>
          </p:cNvSpPr>
          <p:nvPr/>
        </p:nvSpPr>
        <p:spPr>
          <a:xfrm xmlns:a="http://schemas.openxmlformats.org/drawingml/2006/main">
            <a:off x="2659380" y="2453640"/>
            <a:ext cx="388620" cy="304800"/>
          </a:xfrm>
          <a:prstGeom xmlns:a="http://schemas.openxmlformats.org/drawingml/2006/main" prst="roundRect">
            <a:avLst>
              <a:gd name="adj" fmla="val 2500"/>
            </a:avLst>
          </a:prstGeom>
          <a:solidFill xmlns:a="http://schemas.openxmlformats.org/drawingml/2006/main">
            <a:srgbClr val="DDE6EB"/>
          </a:solidFill>
          <a:ln xmlns:a="http://schemas.openxmlformats.org/drawingml/2006/main" w="5334">
            <a:solidFill>
              <a:srgbClr val="A1B3BF"/>
            </a:solidFill>
          </a:ln>
        </p:spPr>
      </p:sp>
      <p:sp>
        <p:nvSpPr>
          <p:cNvPr id="121" name="view-patch-100">
            <a:extLst xmlns:a="http://schemas.openxmlformats.org/drawingml/2006/main">
              <a:ext uri="{FF2B5EF4-FFF2-40B4-BE49-F238E27FC236}">
                <a16:creationId xmlns:a16="http://schemas.microsoft.com/office/drawing/2014/main" id="{06FAA520-4244-4244-9E27-8932821B832C}"/>
              </a:ext>
            </a:extLst>
          </p:cNvPr>
          <p:cNvSpPr>
            <a:spLocks xmlns:a="http://schemas.openxmlformats.org/drawingml/2006/main" noGrp="1"/>
          </p:cNvSpPr>
          <p:nvPr/>
        </p:nvSpPr>
        <p:spPr>
          <a:xfrm xmlns:a="http://schemas.openxmlformats.org/drawingml/2006/main">
            <a:off x="2689860" y="2484120"/>
            <a:ext cx="91440" cy="53340"/>
          </a:xfrm>
          <a:prstGeom xmlns:a="http://schemas.openxmlformats.org/drawingml/2006/main" prst="rect">
            <a:avLst/>
          </a:prstGeom>
          <a:solidFill xmlns:a="http://schemas.openxmlformats.org/drawingml/2006/main">
            <a:srgbClr val="DAE4EB"/>
          </a:solidFill>
          <a:ln xmlns:a="http://schemas.openxmlformats.org/drawingml/2006/main" w="0">
            <a:noFill/>
          </a:ln>
        </p:spPr>
      </p:sp>
      <p:sp>
        <p:nvSpPr>
          <p:cNvPr id="122" name="view-patch-101">
            <a:extLst xmlns:a="http://schemas.openxmlformats.org/drawingml/2006/main">
              <a:ext uri="{FF2B5EF4-FFF2-40B4-BE49-F238E27FC236}">
                <a16:creationId xmlns:a16="http://schemas.microsoft.com/office/drawing/2014/main" id="{4EF851C2-C966-46A4-9A6C-CFF381E6F286}"/>
              </a:ext>
            </a:extLst>
          </p:cNvPr>
          <p:cNvSpPr>
            <a:spLocks xmlns:a="http://schemas.openxmlformats.org/drawingml/2006/main" noGrp="1"/>
          </p:cNvSpPr>
          <p:nvPr/>
        </p:nvSpPr>
        <p:spPr>
          <a:xfrm xmlns:a="http://schemas.openxmlformats.org/drawingml/2006/main">
            <a:off x="2804160" y="2484120"/>
            <a:ext cx="91440" cy="53340"/>
          </a:xfrm>
          <a:prstGeom xmlns:a="http://schemas.openxmlformats.org/drawingml/2006/main" prst="rect">
            <a:avLst/>
          </a:prstGeom>
          <a:solidFill xmlns:a="http://schemas.openxmlformats.org/drawingml/2006/main">
            <a:srgbClr val="91ACBF"/>
          </a:solidFill>
          <a:ln xmlns:a="http://schemas.openxmlformats.org/drawingml/2006/main" w="0">
            <a:noFill/>
          </a:ln>
        </p:spPr>
      </p:sp>
      <p:sp>
        <p:nvSpPr>
          <p:cNvPr id="123" name="view-patch-102">
            <a:extLst xmlns:a="http://schemas.openxmlformats.org/drawingml/2006/main">
              <a:ext uri="{FF2B5EF4-FFF2-40B4-BE49-F238E27FC236}">
                <a16:creationId xmlns:a16="http://schemas.microsoft.com/office/drawing/2014/main" id="{DCBA2D01-17EC-4EC7-976A-EA8A58E07F58}"/>
              </a:ext>
            </a:extLst>
          </p:cNvPr>
          <p:cNvSpPr>
            <a:spLocks xmlns:a="http://schemas.openxmlformats.org/drawingml/2006/main" noGrp="1"/>
          </p:cNvSpPr>
          <p:nvPr/>
        </p:nvSpPr>
        <p:spPr>
          <a:xfrm xmlns:a="http://schemas.openxmlformats.org/drawingml/2006/main">
            <a:off x="2918460" y="2484120"/>
            <a:ext cx="91440" cy="53340"/>
          </a:xfrm>
          <a:prstGeom xmlns:a="http://schemas.openxmlformats.org/drawingml/2006/main" prst="rect">
            <a:avLst/>
          </a:prstGeom>
          <a:solidFill xmlns:a="http://schemas.openxmlformats.org/drawingml/2006/main">
            <a:srgbClr val="B4C6D5"/>
          </a:solidFill>
          <a:ln xmlns:a="http://schemas.openxmlformats.org/drawingml/2006/main" w="0">
            <a:noFill/>
          </a:ln>
        </p:spPr>
      </p:sp>
      <p:sp>
        <p:nvSpPr>
          <p:cNvPr id="124" name="view-patch-110">
            <a:extLst xmlns:a="http://schemas.openxmlformats.org/drawingml/2006/main">
              <a:ext uri="{FF2B5EF4-FFF2-40B4-BE49-F238E27FC236}">
                <a16:creationId xmlns:a16="http://schemas.microsoft.com/office/drawing/2014/main" id="{8C6F1BA5-BE2B-449A-B6BB-3E77284EEA4D}"/>
              </a:ext>
            </a:extLst>
          </p:cNvPr>
          <p:cNvSpPr>
            <a:spLocks xmlns:a="http://schemas.openxmlformats.org/drawingml/2006/main" noGrp="1"/>
          </p:cNvSpPr>
          <p:nvPr/>
        </p:nvSpPr>
        <p:spPr>
          <a:xfrm xmlns:a="http://schemas.openxmlformats.org/drawingml/2006/main">
            <a:off x="2689860" y="2560320"/>
            <a:ext cx="91440" cy="53340"/>
          </a:xfrm>
          <a:prstGeom xmlns:a="http://schemas.openxmlformats.org/drawingml/2006/main" prst="rect">
            <a:avLst/>
          </a:prstGeom>
          <a:solidFill xmlns:a="http://schemas.openxmlformats.org/drawingml/2006/main">
            <a:srgbClr val="91ACBF"/>
          </a:solidFill>
          <a:ln xmlns:a="http://schemas.openxmlformats.org/drawingml/2006/main" w="0">
            <a:noFill/>
          </a:ln>
        </p:spPr>
      </p:sp>
      <p:sp>
        <p:nvSpPr>
          <p:cNvPr id="125" name="view-patch-111">
            <a:extLst xmlns:a="http://schemas.openxmlformats.org/drawingml/2006/main">
              <a:ext uri="{FF2B5EF4-FFF2-40B4-BE49-F238E27FC236}">
                <a16:creationId xmlns:a16="http://schemas.microsoft.com/office/drawing/2014/main" id="{C457E968-FF0B-4756-BDD8-9B727A0A6B9C}"/>
              </a:ext>
            </a:extLst>
          </p:cNvPr>
          <p:cNvSpPr>
            <a:spLocks xmlns:a="http://schemas.openxmlformats.org/drawingml/2006/main" noGrp="1"/>
          </p:cNvSpPr>
          <p:nvPr/>
        </p:nvSpPr>
        <p:spPr>
          <a:xfrm xmlns:a="http://schemas.openxmlformats.org/drawingml/2006/main">
            <a:off x="2804160" y="2560320"/>
            <a:ext cx="91440" cy="53340"/>
          </a:xfrm>
          <a:prstGeom xmlns:a="http://schemas.openxmlformats.org/drawingml/2006/main" prst="rect">
            <a:avLst/>
          </a:prstGeom>
          <a:solidFill xmlns:a="http://schemas.openxmlformats.org/drawingml/2006/main">
            <a:srgbClr val="B9783D"/>
          </a:solidFill>
          <a:ln xmlns:a="http://schemas.openxmlformats.org/drawingml/2006/main" w="0">
            <a:noFill/>
          </a:ln>
        </p:spPr>
      </p:sp>
      <p:sp>
        <p:nvSpPr>
          <p:cNvPr id="126" name="view-patch-112">
            <a:extLst xmlns:a="http://schemas.openxmlformats.org/drawingml/2006/main">
              <a:ext uri="{FF2B5EF4-FFF2-40B4-BE49-F238E27FC236}">
                <a16:creationId xmlns:a16="http://schemas.microsoft.com/office/drawing/2014/main" id="{6DC672E5-A86F-4EE7-9635-0F1071ACD81D}"/>
              </a:ext>
            </a:extLst>
          </p:cNvPr>
          <p:cNvSpPr>
            <a:spLocks xmlns:a="http://schemas.openxmlformats.org/drawingml/2006/main" noGrp="1"/>
          </p:cNvSpPr>
          <p:nvPr/>
        </p:nvSpPr>
        <p:spPr>
          <a:xfrm xmlns:a="http://schemas.openxmlformats.org/drawingml/2006/main">
            <a:off x="2918460" y="2560320"/>
            <a:ext cx="91440" cy="53340"/>
          </a:xfrm>
          <a:prstGeom xmlns:a="http://schemas.openxmlformats.org/drawingml/2006/main" prst="rect">
            <a:avLst/>
          </a:prstGeom>
          <a:solidFill xmlns:a="http://schemas.openxmlformats.org/drawingml/2006/main">
            <a:srgbClr val="DAE4EB"/>
          </a:solidFill>
          <a:ln xmlns:a="http://schemas.openxmlformats.org/drawingml/2006/main" w="0">
            <a:noFill/>
          </a:ln>
        </p:spPr>
      </p:sp>
      <p:sp>
        <p:nvSpPr>
          <p:cNvPr id="127" name="view-patch-120">
            <a:extLst xmlns:a="http://schemas.openxmlformats.org/drawingml/2006/main">
              <a:ext uri="{FF2B5EF4-FFF2-40B4-BE49-F238E27FC236}">
                <a16:creationId xmlns:a16="http://schemas.microsoft.com/office/drawing/2014/main" id="{4B833422-062C-4E36-9155-E35C01335893}"/>
              </a:ext>
            </a:extLst>
          </p:cNvPr>
          <p:cNvSpPr>
            <a:spLocks xmlns:a="http://schemas.openxmlformats.org/drawingml/2006/main" noGrp="1"/>
          </p:cNvSpPr>
          <p:nvPr/>
        </p:nvSpPr>
        <p:spPr>
          <a:xfrm xmlns:a="http://schemas.openxmlformats.org/drawingml/2006/main">
            <a:off x="2689860" y="2636520"/>
            <a:ext cx="91440" cy="53340"/>
          </a:xfrm>
          <a:prstGeom xmlns:a="http://schemas.openxmlformats.org/drawingml/2006/main" prst="rect">
            <a:avLst/>
          </a:prstGeom>
          <a:solidFill xmlns:a="http://schemas.openxmlformats.org/drawingml/2006/main">
            <a:srgbClr val="B4C6D5"/>
          </a:solidFill>
          <a:ln xmlns:a="http://schemas.openxmlformats.org/drawingml/2006/main" w="0">
            <a:noFill/>
          </a:ln>
        </p:spPr>
      </p:sp>
      <p:sp>
        <p:nvSpPr>
          <p:cNvPr id="128" name="view-patch-121">
            <a:extLst xmlns:a="http://schemas.openxmlformats.org/drawingml/2006/main">
              <a:ext uri="{FF2B5EF4-FFF2-40B4-BE49-F238E27FC236}">
                <a16:creationId xmlns:a16="http://schemas.microsoft.com/office/drawing/2014/main" id="{86B99A82-4A19-49CC-9062-6AB69F4C4232}"/>
              </a:ext>
            </a:extLst>
          </p:cNvPr>
          <p:cNvSpPr>
            <a:spLocks xmlns:a="http://schemas.openxmlformats.org/drawingml/2006/main" noGrp="1"/>
          </p:cNvSpPr>
          <p:nvPr/>
        </p:nvSpPr>
        <p:spPr>
          <a:xfrm xmlns:a="http://schemas.openxmlformats.org/drawingml/2006/main">
            <a:off x="2804160" y="2636520"/>
            <a:ext cx="91440" cy="53340"/>
          </a:xfrm>
          <a:prstGeom xmlns:a="http://schemas.openxmlformats.org/drawingml/2006/main" prst="rect">
            <a:avLst/>
          </a:prstGeom>
          <a:solidFill xmlns:a="http://schemas.openxmlformats.org/drawingml/2006/main">
            <a:srgbClr val="DAE4EB"/>
          </a:solidFill>
          <a:ln xmlns:a="http://schemas.openxmlformats.org/drawingml/2006/main" w="0">
            <a:noFill/>
          </a:ln>
        </p:spPr>
      </p:sp>
      <p:sp>
        <p:nvSpPr>
          <p:cNvPr id="129" name="view-patch-122">
            <a:extLst xmlns:a="http://schemas.openxmlformats.org/drawingml/2006/main">
              <a:ext uri="{FF2B5EF4-FFF2-40B4-BE49-F238E27FC236}">
                <a16:creationId xmlns:a16="http://schemas.microsoft.com/office/drawing/2014/main" id="{0E287BB7-8D91-470D-AE61-C99221C08C7E}"/>
              </a:ext>
            </a:extLst>
          </p:cNvPr>
          <p:cNvSpPr>
            <a:spLocks xmlns:a="http://schemas.openxmlformats.org/drawingml/2006/main" noGrp="1"/>
          </p:cNvSpPr>
          <p:nvPr/>
        </p:nvSpPr>
        <p:spPr>
          <a:xfrm xmlns:a="http://schemas.openxmlformats.org/drawingml/2006/main">
            <a:off x="2918460" y="2636520"/>
            <a:ext cx="91440" cy="53340"/>
          </a:xfrm>
          <a:prstGeom xmlns:a="http://schemas.openxmlformats.org/drawingml/2006/main" prst="rect">
            <a:avLst/>
          </a:prstGeom>
          <a:solidFill xmlns:a="http://schemas.openxmlformats.org/drawingml/2006/main">
            <a:srgbClr val="91ACBF"/>
          </a:solidFill>
          <a:ln xmlns:a="http://schemas.openxmlformats.org/drawingml/2006/main" w="0">
            <a:noFill/>
          </a:ln>
        </p:spPr>
      </p:sp>
      <p:sp>
        <p:nvSpPr>
          <p:cNvPr id="130" name="Local block arrow 2">
            <a:extLst xmlns:a="http://schemas.openxmlformats.org/drawingml/2006/main">
              <a:ext uri="{FF2B5EF4-FFF2-40B4-BE49-F238E27FC236}">
                <a16:creationId xmlns:a16="http://schemas.microsoft.com/office/drawing/2014/main" id="{A821C128-FE79-4DF0-A4CC-5DD06587539A}"/>
              </a:ext>
            </a:extLst>
          </p:cNvPr>
          <p:cNvSpPr>
            <a:spLocks xmlns:a="http://schemas.openxmlformats.org/drawingml/2006/main" noGrp="1"/>
          </p:cNvSpPr>
          <p:nvPr/>
        </p:nvSpPr>
        <p:spPr>
          <a:xfrm xmlns:a="http://schemas.openxmlformats.org/drawingml/2006/main">
            <a:off x="1988820" y="2385060"/>
            <a:ext cx="137160" cy="106680"/>
          </a:xfrm>
          <a:prstGeom xmlns:a="http://schemas.openxmlformats.org/drawingml/2006/main" prst="right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sp>
        <p:nvSpPr>
          <p:cNvPr id="131" name="Local block arrow 3">
            <a:extLst xmlns:a="http://schemas.openxmlformats.org/drawingml/2006/main">
              <a:ext uri="{FF2B5EF4-FFF2-40B4-BE49-F238E27FC236}">
                <a16:creationId xmlns:a16="http://schemas.microsoft.com/office/drawing/2014/main" id="{DDDB3BBE-3298-4D88-8AF1-B20EA67793C7}"/>
              </a:ext>
            </a:extLst>
          </p:cNvPr>
          <p:cNvSpPr>
            <a:spLocks xmlns:a="http://schemas.openxmlformats.org/drawingml/2006/main" noGrp="1"/>
          </p:cNvSpPr>
          <p:nvPr/>
        </p:nvSpPr>
        <p:spPr>
          <a:xfrm xmlns:a="http://schemas.openxmlformats.org/drawingml/2006/main">
            <a:off x="2583180" y="2872740"/>
            <a:ext cx="106680" cy="53340"/>
          </a:xfrm>
          <a:prstGeom xmlns:a="http://schemas.openxmlformats.org/drawingml/2006/main" prst="down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sp>
        <p:nvSpPr>
          <p:cNvPr id="132" name="video-encoding">
            <a:extLst xmlns:a="http://schemas.openxmlformats.org/drawingml/2006/main">
              <a:ext uri="{FF2B5EF4-FFF2-40B4-BE49-F238E27FC236}">
                <a16:creationId xmlns:a16="http://schemas.microsoft.com/office/drawing/2014/main" id="{B1D96A08-05BE-43F4-801D-EFFFC4965854}"/>
              </a:ext>
            </a:extLst>
          </p:cNvPr>
          <p:cNvSpPr>
            <a:spLocks xmlns:a="http://schemas.openxmlformats.org/drawingml/2006/main" noGrp="1"/>
          </p:cNvSpPr>
          <p:nvPr/>
        </p:nvSpPr>
        <p:spPr>
          <a:xfrm xmlns:a="http://schemas.openxmlformats.org/drawingml/2006/main">
            <a:off x="1703070" y="2941320"/>
            <a:ext cx="1866900" cy="365760"/>
          </a:xfrm>
          <a:prstGeom xmlns:a="http://schemas.openxmlformats.org/drawingml/2006/main" prst="roundRect">
            <a:avLst>
              <a:gd name="adj" fmla="val 8333"/>
            </a:avLst>
          </a:prstGeom>
          <a:solidFill xmlns:a="http://schemas.openxmlformats.org/drawingml/2006/main">
            <a:srgbClr val="DDE4E8"/>
          </a:solidFill>
          <a:ln xmlns:a="http://schemas.openxmlformats.org/drawingml/2006/main" w="8382">
            <a:solidFill>
              <a:srgbClr val="788D9C"/>
            </a:solidFill>
          </a:ln>
        </p:spPr>
      </p:sp>
      <p:sp>
        <p:nvSpPr>
          <p:cNvPr id="133" name="video-encoding-title">
            <a:extLst xmlns:a="http://schemas.openxmlformats.org/drawingml/2006/main">
              <a:ext uri="{FF2B5EF4-FFF2-40B4-BE49-F238E27FC236}">
                <a16:creationId xmlns:a16="http://schemas.microsoft.com/office/drawing/2014/main" id="{23F6C0D0-27B2-462B-9392-7DA418FD4919}"/>
              </a:ext>
            </a:extLst>
          </p:cNvPr>
          <p:cNvSpPr>
            <a:spLocks xmlns:a="http://schemas.openxmlformats.org/drawingml/2006/main" noGrp="1"/>
          </p:cNvSpPr>
          <p:nvPr/>
        </p:nvSpPr>
        <p:spPr>
          <a:xfrm xmlns:a="http://schemas.openxmlformats.org/drawingml/2006/main">
            <a:off x="1729740" y="2994660"/>
            <a:ext cx="181356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40" i="0">
                <a:solidFill>
                  <a:srgbClr val="202B33"/>
                </a:solidFill>
                <a:latin typeface="Toppan Bunkyu Mincho"/>
                <a:ea typeface="Toppan Bunkyu Mincho"/>
                <a:cs typeface="Toppan Bunkyu Mincho"/>
              </a:defRPr>
            </a:pPr>
            <a:r>
              <a:rPr sz="1440" i="0">
                <a:solidFill>
                  <a:srgbClr val="202B33"/>
                </a:solidFill>
                <a:latin typeface="Toppan Bunkyu Mincho"/>
                <a:ea typeface="Toppan Bunkyu Mincho"/>
                <a:cs typeface="Toppan Bunkyu Mincho"/>
              </a:rPr>
              <a:t>VAE Encoder</a:t>
            </a:r>
          </a:p>
        </p:txBody>
      </p:sp>
      <p:sp>
        <p:nvSpPr>
          <p:cNvPr id="134" name="encoder-frozen">
            <a:extLst xmlns:a="http://schemas.openxmlformats.org/drawingml/2006/main">
              <a:ext uri="{FF2B5EF4-FFF2-40B4-BE49-F238E27FC236}">
                <a16:creationId xmlns:a16="http://schemas.microsoft.com/office/drawing/2014/main" id="{CEEA3890-8860-47A8-A386-A5529116341D}"/>
              </a:ext>
            </a:extLst>
          </p:cNvPr>
          <p:cNvSpPr>
            <a:spLocks xmlns:a="http://schemas.openxmlformats.org/drawingml/2006/main" noGrp="1"/>
          </p:cNvSpPr>
          <p:nvPr/>
        </p:nvSpPr>
        <p:spPr>
          <a:xfrm xmlns:a="http://schemas.openxmlformats.org/drawingml/2006/main">
            <a:off x="1703070" y="3352800"/>
            <a:ext cx="18669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80" i="0">
                <a:solidFill>
                  <a:srgbClr val="657580"/>
                </a:solidFill>
                <a:latin typeface="Toppan Bunkyu Mincho"/>
                <a:ea typeface="Toppan Bunkyu Mincho"/>
                <a:cs typeface="Toppan Bunkyu Mincho"/>
              </a:defRPr>
            </a:pPr>
            <a:r>
              <a:rPr sz="1080" i="0">
                <a:solidFill>
                  <a:srgbClr val="657580"/>
                </a:solidFill>
                <a:latin typeface="Toppan Bunkyu Mincho"/>
                <a:ea typeface="Toppan Bunkyu Mincho"/>
                <a:cs typeface="Toppan Bunkyu Mincho"/>
              </a:rPr>
              <a:t>Frozen</a:t>
            </a:r>
          </a:p>
        </p:txBody>
      </p:sp>
      <p:sp>
        <p:nvSpPr>
          <p:cNvPr id="135" name="Overall straight block arrow video-input">
            <a:extLst xmlns:a="http://schemas.openxmlformats.org/drawingml/2006/main">
              <a:ext uri="{FF2B5EF4-FFF2-40B4-BE49-F238E27FC236}">
                <a16:creationId xmlns:a16="http://schemas.microsoft.com/office/drawing/2014/main" id="{D12B2902-9F20-439B-8318-C4A46A460BCC}"/>
              </a:ext>
            </a:extLst>
          </p:cNvPr>
          <p:cNvSpPr>
            <a:spLocks xmlns:a="http://schemas.openxmlformats.org/drawingml/2006/main" noGrp="1"/>
          </p:cNvSpPr>
          <p:nvPr/>
        </p:nvSpPr>
        <p:spPr>
          <a:xfrm xmlns:a="http://schemas.openxmlformats.org/drawingml/2006/main">
            <a:off x="3619500" y="3025140"/>
            <a:ext cx="457200" cy="198120"/>
          </a:xfrm>
          <a:prstGeom xmlns:a="http://schemas.openxmlformats.org/drawingml/2006/main" prst="rightArrow">
            <a:avLst>
              <a:gd name="adj1" fmla="val 40000"/>
              <a:gd name="adj2" fmla="val 42000"/>
            </a:avLst>
          </a:prstGeom>
          <a:solidFill xmlns:a="http://schemas.openxmlformats.org/drawingml/2006/main">
            <a:srgbClr val="862B36"/>
          </a:solidFill>
          <a:ln xmlns:a="http://schemas.openxmlformats.org/drawingml/2006/main" w="4953">
            <a:solidFill>
              <a:srgbClr val="6D2530"/>
            </a:solidFill>
          </a:ln>
        </p:spPr>
      </p:sp>
      <p:sp>
        <p:nvSpPr>
          <p:cNvPr id="136" name="action-source-panel">
            <a:extLst xmlns:a="http://schemas.openxmlformats.org/drawingml/2006/main">
              <a:ext uri="{FF2B5EF4-FFF2-40B4-BE49-F238E27FC236}">
                <a16:creationId xmlns:a16="http://schemas.microsoft.com/office/drawing/2014/main" id="{6906C605-3A66-46F9-BCC7-20590BC57312}"/>
              </a:ext>
            </a:extLst>
          </p:cNvPr>
          <p:cNvSpPr>
            <a:spLocks xmlns:a="http://schemas.openxmlformats.org/drawingml/2006/main" noGrp="1"/>
          </p:cNvSpPr>
          <p:nvPr/>
        </p:nvSpPr>
        <p:spPr>
          <a:xfrm xmlns:a="http://schemas.openxmlformats.org/drawingml/2006/main">
            <a:off x="228600" y="3733800"/>
            <a:ext cx="3337560" cy="2446020"/>
          </a:xfrm>
          <a:prstGeom xmlns:a="http://schemas.openxmlformats.org/drawingml/2006/main" prst="roundRect">
            <a:avLst>
              <a:gd name="adj" fmla="val 1869"/>
            </a:avLst>
          </a:prstGeom>
          <a:solidFill xmlns:a="http://schemas.openxmlformats.org/drawingml/2006/main">
            <a:srgbClr val="EAF0ED"/>
          </a:solidFill>
          <a:ln xmlns:a="http://schemas.openxmlformats.org/drawingml/2006/main" w="8382">
            <a:solidFill>
              <a:srgbClr val="8EA39D"/>
            </a:solidFill>
          </a:ln>
        </p:spPr>
      </p:sp>
      <p:sp>
        <p:nvSpPr>
          <p:cNvPr id="137" name="action-source-title">
            <a:extLst xmlns:a="http://schemas.openxmlformats.org/drawingml/2006/main">
              <a:ext uri="{FF2B5EF4-FFF2-40B4-BE49-F238E27FC236}">
                <a16:creationId xmlns:a16="http://schemas.microsoft.com/office/drawing/2014/main" id="{3BEE5262-9D83-4815-8EB9-D6D5F610A19A}"/>
              </a:ext>
            </a:extLst>
          </p:cNvPr>
          <p:cNvSpPr>
            <a:spLocks xmlns:a="http://schemas.openxmlformats.org/drawingml/2006/main" noGrp="1"/>
          </p:cNvSpPr>
          <p:nvPr/>
        </p:nvSpPr>
        <p:spPr>
          <a:xfrm xmlns:a="http://schemas.openxmlformats.org/drawingml/2006/main">
            <a:off x="312420" y="3787140"/>
            <a:ext cx="31623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60" i="0">
                <a:solidFill>
                  <a:srgbClr val="202B33"/>
                </a:solidFill>
                <a:latin typeface="Toppan Bunkyu Mincho"/>
                <a:ea typeface="Toppan Bunkyu Mincho"/>
                <a:cs typeface="Toppan Bunkyu Mincho"/>
              </a:defRPr>
            </a:pPr>
            <a:r>
              <a:rPr sz="1560" i="0">
                <a:solidFill>
                  <a:srgbClr val="202B33"/>
                </a:solidFill>
                <a:latin typeface="Toppan Bunkyu Mincho"/>
                <a:ea typeface="Toppan Bunkyu Mincho"/>
                <a:cs typeface="Toppan Bunkyu Mincho"/>
              </a:rPr>
              <a:t>Actions and visual effects</a:t>
            </a:r>
          </a:p>
        </p:txBody>
      </p:sp>
      <p:sp>
        <p:nvSpPr>
          <p:cNvPr id="138" name="source-normalization">
            <a:extLst xmlns:a="http://schemas.openxmlformats.org/drawingml/2006/main">
              <a:ext uri="{FF2B5EF4-FFF2-40B4-BE49-F238E27FC236}">
                <a16:creationId xmlns:a16="http://schemas.microsoft.com/office/drawing/2014/main" id="{ADDB3DD3-2CDF-4EF8-848F-68E1282BE8E0}"/>
              </a:ext>
            </a:extLst>
          </p:cNvPr>
          <p:cNvSpPr>
            <a:spLocks xmlns:a="http://schemas.openxmlformats.org/drawingml/2006/main" noGrp="1"/>
          </p:cNvSpPr>
          <p:nvPr/>
        </p:nvSpPr>
        <p:spPr>
          <a:xfrm xmlns:a="http://schemas.openxmlformats.org/drawingml/2006/main">
            <a:off x="327660" y="4114800"/>
            <a:ext cx="1074420" cy="457200"/>
          </a:xfrm>
          <a:prstGeom xmlns:a="http://schemas.openxmlformats.org/drawingml/2006/main" prst="roundRect">
            <a:avLst>
              <a:gd name="adj" fmla="val 6667"/>
            </a:avLst>
          </a:prstGeom>
          <a:solidFill xmlns:a="http://schemas.openxmlformats.org/drawingml/2006/main">
            <a:srgbClr val="E6ECEF"/>
          </a:solidFill>
          <a:ln xmlns:a="http://schemas.openxmlformats.org/drawingml/2006/main" w="8382">
            <a:solidFill>
              <a:srgbClr val="8FA2AE"/>
            </a:solidFill>
          </a:ln>
        </p:spPr>
      </p:sp>
      <p:sp>
        <p:nvSpPr>
          <p:cNvPr id="139" name="source-normalization-label">
            <a:extLst xmlns:a="http://schemas.openxmlformats.org/drawingml/2006/main">
              <a:ext uri="{FF2B5EF4-FFF2-40B4-BE49-F238E27FC236}">
                <a16:creationId xmlns:a16="http://schemas.microsoft.com/office/drawing/2014/main" id="{DECDAEE8-15D4-45D0-8A12-1E51F7217E49}"/>
              </a:ext>
            </a:extLst>
          </p:cNvPr>
          <p:cNvSpPr>
            <a:spLocks xmlns:a="http://schemas.openxmlformats.org/drawingml/2006/main" noGrp="1"/>
          </p:cNvSpPr>
          <p:nvPr/>
        </p:nvSpPr>
        <p:spPr>
          <a:xfrm xmlns:a="http://schemas.openxmlformats.org/drawingml/2006/main">
            <a:off x="365760" y="4152900"/>
            <a:ext cx="9982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i="0">
                <a:solidFill>
                  <a:srgbClr val="202B33"/>
                </a:solidFill>
                <a:latin typeface="Toppan Bunkyu Mincho"/>
                <a:ea typeface="Toppan Bunkyu Mincho"/>
                <a:cs typeface="Toppan Bunkyu Mincho"/>
              </a:defRPr>
            </a:pPr>
            <a:r>
              <a:rPr sz="1200" i="0">
                <a:solidFill>
                  <a:srgbClr val="202B33"/>
                </a:solidFill>
                <a:latin typeface="Toppan Bunkyu Mincho"/>
                <a:ea typeface="Toppan Bunkyu Mincho"/>
                <a:cs typeface="Toppan Bunkyu Mincho"/>
              </a:rPr>
              <a:t>Source</a:t>
            </a:r>
          </a:p>
          <a:p xmlns:a="http://schemas.openxmlformats.org/drawingml/2006/main">
            <a:pPr algn="ctr">
              <a:defRPr sz="1200" i="0">
                <a:solidFill>
                  <a:srgbClr val="202B33"/>
                </a:solidFill>
                <a:latin typeface="Toppan Bunkyu Mincho"/>
                <a:ea typeface="Toppan Bunkyu Mincho"/>
                <a:cs typeface="Toppan Bunkyu Mincho"/>
              </a:defRPr>
            </a:pPr>
            <a:r>
              <a:rPr sz="1200" i="0">
                <a:solidFill>
                  <a:srgbClr val="202B33"/>
                </a:solidFill>
                <a:latin typeface="Toppan Bunkyu Mincho"/>
                <a:ea typeface="Toppan Bunkyu Mincho"/>
                <a:cs typeface="Toppan Bunkyu Mincho"/>
              </a:rPr>
              <a:t>normalization</a:t>
            </a:r>
          </a:p>
        </p:txBody>
      </p:sp>
      <p:sp>
        <p:nvSpPr>
          <p:cNvPr id="140" name="Local block arrow 4">
            <a:extLst xmlns:a="http://schemas.openxmlformats.org/drawingml/2006/main">
              <a:ext uri="{FF2B5EF4-FFF2-40B4-BE49-F238E27FC236}">
                <a16:creationId xmlns:a16="http://schemas.microsoft.com/office/drawing/2014/main" id="{A295D71F-3C02-4627-94B5-BE1EB6B12FDA}"/>
              </a:ext>
            </a:extLst>
          </p:cNvPr>
          <p:cNvSpPr>
            <a:spLocks xmlns:a="http://schemas.openxmlformats.org/drawingml/2006/main" noGrp="1"/>
          </p:cNvSpPr>
          <p:nvPr/>
        </p:nvSpPr>
        <p:spPr>
          <a:xfrm xmlns:a="http://schemas.openxmlformats.org/drawingml/2006/main">
            <a:off x="1485900" y="4290060"/>
            <a:ext cx="182880" cy="106680"/>
          </a:xfrm>
          <a:prstGeom xmlns:a="http://schemas.openxmlformats.org/drawingml/2006/main" prst="right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sp>
        <p:nvSpPr>
          <p:cNvPr id="141" name="target-encoding">
            <a:extLst xmlns:a="http://schemas.openxmlformats.org/drawingml/2006/main">
              <a:ext uri="{FF2B5EF4-FFF2-40B4-BE49-F238E27FC236}">
                <a16:creationId xmlns:a16="http://schemas.microsoft.com/office/drawing/2014/main" id="{FEA420C2-AFEE-4F7D-824A-D7BC0FBFA356}"/>
              </a:ext>
            </a:extLst>
          </p:cNvPr>
          <p:cNvSpPr>
            <a:spLocks xmlns:a="http://schemas.openxmlformats.org/drawingml/2006/main" noGrp="1"/>
          </p:cNvSpPr>
          <p:nvPr/>
        </p:nvSpPr>
        <p:spPr>
          <a:xfrm xmlns:a="http://schemas.openxmlformats.org/drawingml/2006/main">
            <a:off x="1703070" y="4114800"/>
            <a:ext cx="1866900" cy="457200"/>
          </a:xfrm>
          <a:prstGeom xmlns:a="http://schemas.openxmlformats.org/drawingml/2006/main" prst="roundRect">
            <a:avLst>
              <a:gd name="adj" fmla="val 6667"/>
            </a:avLst>
          </a:prstGeom>
          <a:solidFill xmlns:a="http://schemas.openxmlformats.org/drawingml/2006/main">
            <a:srgbClr val="DDE4E8"/>
          </a:solidFill>
          <a:ln xmlns:a="http://schemas.openxmlformats.org/drawingml/2006/main" w="8382">
            <a:solidFill>
              <a:srgbClr val="788D9C"/>
            </a:solidFill>
          </a:ln>
        </p:spPr>
      </p:sp>
      <p:sp>
        <p:nvSpPr>
          <p:cNvPr id="142" name="target-encoding-title">
            <a:extLst xmlns:a="http://schemas.openxmlformats.org/drawingml/2006/main">
              <a:ext uri="{FF2B5EF4-FFF2-40B4-BE49-F238E27FC236}">
                <a16:creationId xmlns:a16="http://schemas.microsoft.com/office/drawing/2014/main" id="{315DA946-540C-4FB6-B06C-FB17A9A89956}"/>
              </a:ext>
            </a:extLst>
          </p:cNvPr>
          <p:cNvSpPr>
            <a:spLocks xmlns:a="http://schemas.openxmlformats.org/drawingml/2006/main" noGrp="1"/>
          </p:cNvSpPr>
          <p:nvPr/>
        </p:nvSpPr>
        <p:spPr>
          <a:xfrm xmlns:a="http://schemas.openxmlformats.org/drawingml/2006/main">
            <a:off x="1752600" y="4145280"/>
            <a:ext cx="176784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80" i="0">
                <a:solidFill>
                  <a:srgbClr val="202B33"/>
                </a:solidFill>
                <a:latin typeface="Toppan Bunkyu Mincho"/>
                <a:ea typeface="Toppan Bunkyu Mincho"/>
                <a:cs typeface="Toppan Bunkyu Mincho"/>
              </a:defRPr>
            </a:pPr>
            <a:r>
              <a:rPr sz="1380" i="0">
                <a:solidFill>
                  <a:srgbClr val="202B33"/>
                </a:solidFill>
                <a:latin typeface="Toppan Bunkyu Mincho"/>
                <a:ea typeface="Toppan Bunkyu Mincho"/>
                <a:cs typeface="Toppan Bunkyu Mincho"/>
              </a:rPr>
              <a:t>Typed projections</a:t>
            </a:r>
          </a:p>
        </p:txBody>
      </p:sp>
      <p:sp>
        <p:nvSpPr>
          <p:cNvPr id="143" name="target-corruption">
            <a:extLst xmlns:a="http://schemas.openxmlformats.org/drawingml/2006/main">
              <a:ext uri="{FF2B5EF4-FFF2-40B4-BE49-F238E27FC236}">
                <a16:creationId xmlns:a16="http://schemas.microsoft.com/office/drawing/2014/main" id="{83E70574-D080-40F3-A624-611CD8F4DFBC}"/>
              </a:ext>
            </a:extLst>
          </p:cNvPr>
          <p:cNvSpPr>
            <a:spLocks xmlns:a="http://schemas.openxmlformats.org/drawingml/2006/main" noGrp="1"/>
          </p:cNvSpPr>
          <p:nvPr/>
        </p:nvSpPr>
        <p:spPr>
          <a:xfrm xmlns:a="http://schemas.openxmlformats.org/drawingml/2006/main">
            <a:off x="1752600" y="4366260"/>
            <a:ext cx="123444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60" i="0">
                <a:solidFill>
                  <a:srgbClr val="657580"/>
                </a:solidFill>
                <a:latin typeface="Toppan Bunkyu Mincho"/>
                <a:ea typeface="Toppan Bunkyu Mincho"/>
                <a:cs typeface="Toppan Bunkyu Mincho"/>
              </a:defRPr>
            </a:pPr>
            <a:r>
              <a:rPr sz="960" i="0">
                <a:solidFill>
                  <a:srgbClr val="657580"/>
                </a:solidFill>
                <a:latin typeface="Toppan Bunkyu Mincho"/>
                <a:ea typeface="Toppan Bunkyu Mincho"/>
                <a:cs typeface="Toppan Bunkyu Mincho"/>
              </a:rPr>
              <a:t>Independent noise</a:t>
            </a:r>
          </a:p>
        </p:txBody>
      </p:sp>
      <p:pic>
        <p:nvPicPr>
          <p:cNvPr id="619" name=""/>
          <p:cNvPicPr>
            <a:picLocks xmlns:a="http://schemas.openxmlformats.org/drawingml/2006/main" noChangeAspect="1"/>
          </p:cNvPicPr>
          <p:nvPr/>
        </p:nvPicPr>
        <p:blipFill>
          <a:blip xmlns:r="http://schemas.openxmlformats.org/officeDocument/2006/relationships" xmlns:a="http://schemas.openxmlformats.org/drawingml/2006/main" r:embed="R7a0a582d39f44863">
            <a:extLst>
              <a:ext uri="{96DAC541-7B7A-43D3-8B79-37D633B846F1}">
                <asvg:svgBlip xmlns:asvg="http://schemas.microsoft.com/office/drawing/2016/SVG/main" r:embed="R11cbda3c1a1f42cf"/>
              </a:ext>
            </a:extLst>
          </a:blip>
          <a:stretch xmlns:a="http://schemas.openxmlformats.org/drawingml/2006/main"/>
        </p:blipFill>
        <p:spPr>
          <a:xfrm xmlns:a="http://schemas.openxmlformats.org/drawingml/2006/main">
            <a:off x="3036972" y="4402931"/>
            <a:ext cx="425917" cy="109538"/>
          </a:xfrm>
          <a:prstGeom xmlns:a="http://schemas.openxmlformats.org/drawingml/2006/main" prst="rect">
            <a:avLst/>
          </a:prstGeom>
        </p:spPr>
      </p:pic>
      <p:sp>
        <p:nvSpPr>
          <p:cNvPr id="145" name="Local block arrow 5">
            <a:extLst xmlns:a="http://schemas.openxmlformats.org/drawingml/2006/main">
              <a:ext uri="{FF2B5EF4-FFF2-40B4-BE49-F238E27FC236}">
                <a16:creationId xmlns:a16="http://schemas.microsoft.com/office/drawing/2014/main" id="{9D4C3456-FDB1-4ECF-B64D-3C4DB047DACC}"/>
              </a:ext>
            </a:extLst>
          </p:cNvPr>
          <p:cNvSpPr>
            <a:spLocks xmlns:a="http://schemas.openxmlformats.org/drawingml/2006/main" noGrp="1"/>
          </p:cNvSpPr>
          <p:nvPr/>
        </p:nvSpPr>
        <p:spPr>
          <a:xfrm xmlns:a="http://schemas.openxmlformats.org/drawingml/2006/main">
            <a:off x="815340" y="4594860"/>
            <a:ext cx="106680" cy="144780"/>
          </a:xfrm>
          <a:prstGeom xmlns:a="http://schemas.openxmlformats.org/drawingml/2006/main" prst="up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sp>
        <p:nvSpPr>
          <p:cNvPr id="146" name="Local block arrow 6">
            <a:extLst xmlns:a="http://schemas.openxmlformats.org/drawingml/2006/main">
              <a:ext uri="{FF2B5EF4-FFF2-40B4-BE49-F238E27FC236}">
                <a16:creationId xmlns:a16="http://schemas.microsoft.com/office/drawing/2014/main" id="{F4688954-B874-4CDC-87EE-229C0AE48EF2}"/>
              </a:ext>
            </a:extLst>
          </p:cNvPr>
          <p:cNvSpPr>
            <a:spLocks xmlns:a="http://schemas.openxmlformats.org/drawingml/2006/main" noGrp="1"/>
          </p:cNvSpPr>
          <p:nvPr/>
        </p:nvSpPr>
        <p:spPr>
          <a:xfrm xmlns:a="http://schemas.openxmlformats.org/drawingml/2006/main">
            <a:off x="2583180" y="4594860"/>
            <a:ext cx="106680" cy="144780"/>
          </a:xfrm>
          <a:prstGeom xmlns:a="http://schemas.openxmlformats.org/drawingml/2006/main" prst="up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sp>
        <p:nvSpPr>
          <p:cNvPr id="147" name="command-layout-label">
            <a:extLst xmlns:a="http://schemas.openxmlformats.org/drawingml/2006/main">
              <a:ext uri="{FF2B5EF4-FFF2-40B4-BE49-F238E27FC236}">
                <a16:creationId xmlns:a16="http://schemas.microsoft.com/office/drawing/2014/main" id="{3C659DEE-571A-4F6D-8F28-358261A96701}"/>
              </a:ext>
            </a:extLst>
          </p:cNvPr>
          <p:cNvSpPr>
            <a:spLocks xmlns:a="http://schemas.openxmlformats.org/drawingml/2006/main" noGrp="1"/>
          </p:cNvSpPr>
          <p:nvPr/>
        </p:nvSpPr>
        <p:spPr>
          <a:xfrm xmlns:a="http://schemas.openxmlformats.org/drawingml/2006/main">
            <a:off x="327660" y="4777740"/>
            <a:ext cx="134874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i="0">
                <a:solidFill>
                  <a:srgbClr val="202B33"/>
                </a:solidFill>
                <a:latin typeface="Toppan Bunkyu Mincho"/>
                <a:ea typeface="Toppan Bunkyu Mincho"/>
                <a:cs typeface="Toppan Bunkyu Mincho"/>
              </a:defRPr>
            </a:pPr>
            <a:r>
              <a:rPr sz="1200" i="0">
                <a:solidFill>
                  <a:srgbClr val="202B33"/>
                </a:solidFill>
                <a:latin typeface="Toppan Bunkyu Mincho"/>
                <a:ea typeface="Toppan Bunkyu Mincho"/>
                <a:cs typeface="Toppan Bunkyu Mincho"/>
              </a:rPr>
              <a:t>Command layout</a:t>
            </a:r>
          </a:p>
        </p:txBody>
      </p:sp>
      <p:sp>
        <p:nvSpPr>
          <p:cNvPr id="148" name="typed-motor-layout-top">
            <a:extLst xmlns:a="http://schemas.openxmlformats.org/drawingml/2006/main">
              <a:ext uri="{FF2B5EF4-FFF2-40B4-BE49-F238E27FC236}">
                <a16:creationId xmlns:a16="http://schemas.microsoft.com/office/drawing/2014/main" id="{A86AEEBB-CA27-4054-8BDB-723B6271367D}"/>
              </a:ext>
            </a:extLst>
          </p:cNvPr>
          <p:cNvSpPr>
            <a:spLocks xmlns:a="http://schemas.openxmlformats.org/drawingml/2006/main" noGrp="1"/>
          </p:cNvSpPr>
          <p:nvPr/>
        </p:nvSpPr>
        <p:spPr>
          <a:xfrm xmlns:a="http://schemas.openxmlformats.org/drawingml/2006/main">
            <a:off x="335280" y="5021580"/>
            <a:ext cx="1280160" cy="45720"/>
          </a:xfrm>
          <a:custGeom xmlns:a="http://schemas.openxmlformats.org/drawingml/2006/main">
            <a:pathLst>
              <a:path w="1600200" h="57150">
                <a:moveTo>
                  <a:pt x="0" y="57150"/>
                </a:moveTo>
                <a:lnTo>
                  <a:pt x="57150" y="0"/>
                </a:lnTo>
                <a:lnTo>
                  <a:pt x="1600200" y="0"/>
                </a:lnTo>
                <a:lnTo>
                  <a:pt x="1543050" y="57150"/>
                </a:lnTo>
                <a:close/>
              </a:path>
            </a:pathLst>
          </a:custGeom>
          <a:solidFill xmlns:a="http://schemas.openxmlformats.org/drawingml/2006/main">
            <a:srgbClr val="F9FAFD"/>
          </a:solidFill>
          <a:ln xmlns:a="http://schemas.openxmlformats.org/drawingml/2006/main" w="11430">
            <a:solidFill>
              <a:srgbClr val="63788A"/>
            </a:solidFill>
          </a:ln>
        </p:spPr>
      </p:sp>
      <p:sp>
        <p:nvSpPr>
          <p:cNvPr id="149" name="typed-motor-layout-side">
            <a:extLst xmlns:a="http://schemas.openxmlformats.org/drawingml/2006/main">
              <a:ext uri="{FF2B5EF4-FFF2-40B4-BE49-F238E27FC236}">
                <a16:creationId xmlns:a16="http://schemas.microsoft.com/office/drawing/2014/main" id="{FE7BC43F-67E7-4116-B4E5-4B43CB1262D2}"/>
              </a:ext>
            </a:extLst>
          </p:cNvPr>
          <p:cNvSpPr>
            <a:spLocks xmlns:a="http://schemas.openxmlformats.org/drawingml/2006/main" noGrp="1"/>
          </p:cNvSpPr>
          <p:nvPr/>
        </p:nvSpPr>
        <p:spPr>
          <a:xfrm xmlns:a="http://schemas.openxmlformats.org/drawingml/2006/main">
            <a:off x="1569720" y="5021580"/>
            <a:ext cx="45720" cy="838200"/>
          </a:xfrm>
          <a:custGeom xmlns:a="http://schemas.openxmlformats.org/drawingml/2006/main">
            <a:pathLst>
              <a:path w="57150" h="1047750">
                <a:moveTo>
                  <a:pt x="0" y="57150"/>
                </a:moveTo>
                <a:lnTo>
                  <a:pt x="57150" y="0"/>
                </a:lnTo>
                <a:lnTo>
                  <a:pt x="57150" y="990600"/>
                </a:lnTo>
                <a:lnTo>
                  <a:pt x="0" y="1047750"/>
                </a:lnTo>
                <a:close/>
              </a:path>
            </a:pathLst>
          </a:custGeom>
          <a:solidFill xmlns:a="http://schemas.openxmlformats.org/drawingml/2006/main">
            <a:srgbClr val="C7D5DA"/>
          </a:solidFill>
          <a:ln xmlns:a="http://schemas.openxmlformats.org/drawingml/2006/main" w="11430">
            <a:solidFill>
              <a:srgbClr val="63788A"/>
            </a:solidFill>
          </a:ln>
        </p:spPr>
      </p:sp>
      <p:sp>
        <p:nvSpPr>
          <p:cNvPr id="150" name="typed-motor-layout-front">
            <a:extLst xmlns:a="http://schemas.openxmlformats.org/drawingml/2006/main">
              <a:ext uri="{FF2B5EF4-FFF2-40B4-BE49-F238E27FC236}">
                <a16:creationId xmlns:a16="http://schemas.microsoft.com/office/drawing/2014/main" id="{CA8F8ECC-9AA8-42D9-8B68-A02FD335D5AF}"/>
              </a:ext>
            </a:extLst>
          </p:cNvPr>
          <p:cNvSpPr>
            <a:spLocks xmlns:a="http://schemas.openxmlformats.org/drawingml/2006/main" noGrp="1"/>
          </p:cNvSpPr>
          <p:nvPr/>
        </p:nvSpPr>
        <p:spPr>
          <a:xfrm xmlns:a="http://schemas.openxmlformats.org/drawingml/2006/main">
            <a:off x="335280" y="5067300"/>
            <a:ext cx="1234440" cy="792480"/>
          </a:xfrm>
          <a:prstGeom xmlns:a="http://schemas.openxmlformats.org/drawingml/2006/main" prst="rect">
            <a:avLst/>
          </a:prstGeom>
          <a:solidFill xmlns:a="http://schemas.openxmlformats.org/drawingml/2006/main">
            <a:srgbClr val="F1F5F6"/>
          </a:solidFill>
          <a:ln xmlns:a="http://schemas.openxmlformats.org/drawingml/2006/main" w="8382">
            <a:solidFill>
              <a:srgbClr val="63788A"/>
            </a:solidFill>
          </a:ln>
        </p:spPr>
        <p:style>
          <a:lnRef xmlns:a="http://schemas.openxmlformats.org/drawingml/2006/main" idx="0"/>
          <a:fillRef xmlns:a="http://schemas.openxmlformats.org/drawingml/2006/main" idx="0"/>
          <a:effectRef xmlns:a="http://schemas.openxmlformats.org/drawingml/2006/main" idx="11"/>
          <a:fontRef xmlns:a="http://schemas.openxmlformats.org/drawingml/2006/main" idx="major"/>
        </p:style>
      </p:sp>
      <p:sp>
        <p:nvSpPr>
          <p:cNvPr id="151" name="command-field-0">
            <a:extLst xmlns:a="http://schemas.openxmlformats.org/drawingml/2006/main">
              <a:ext uri="{FF2B5EF4-FFF2-40B4-BE49-F238E27FC236}">
                <a16:creationId xmlns:a16="http://schemas.microsoft.com/office/drawing/2014/main" id="{28567976-8348-4795-B1BC-A0ACF6C28646}"/>
              </a:ext>
            </a:extLst>
          </p:cNvPr>
          <p:cNvSpPr>
            <a:spLocks xmlns:a="http://schemas.openxmlformats.org/drawingml/2006/main" noGrp="1"/>
          </p:cNvSpPr>
          <p:nvPr/>
        </p:nvSpPr>
        <p:spPr>
          <a:xfrm xmlns:a="http://schemas.openxmlformats.org/drawingml/2006/main">
            <a:off x="381000" y="5135880"/>
            <a:ext cx="50292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20" i="0">
                <a:solidFill>
                  <a:srgbClr val="657580"/>
                </a:solidFill>
                <a:latin typeface="Toppan Bunkyu Mincho"/>
                <a:ea typeface="Toppan Bunkyu Mincho"/>
                <a:cs typeface="Toppan Bunkyu Mincho"/>
              </a:defRPr>
            </a:pPr>
            <a:r>
              <a:rPr sz="1020" i="0">
                <a:solidFill>
                  <a:srgbClr val="657580"/>
                </a:solidFill>
                <a:latin typeface="Toppan Bunkyu Mincho"/>
                <a:ea typeface="Toppan Bunkyu Mincho"/>
                <a:cs typeface="Toppan Bunkyu Mincho"/>
              </a:rPr>
              <a:t>Pose</a:t>
            </a:r>
          </a:p>
        </p:txBody>
      </p:sp>
      <p:sp>
        <p:nvSpPr>
          <p:cNvPr id="152" name="typed-command-slot-00">
            <a:extLst xmlns:a="http://schemas.openxmlformats.org/drawingml/2006/main">
              <a:ext uri="{FF2B5EF4-FFF2-40B4-BE49-F238E27FC236}">
                <a16:creationId xmlns:a16="http://schemas.microsoft.com/office/drawing/2014/main" id="{40FBC23E-F80C-427B-B152-D4DD26A69347}"/>
              </a:ext>
            </a:extLst>
          </p:cNvPr>
          <p:cNvSpPr>
            <a:spLocks xmlns:a="http://schemas.openxmlformats.org/drawingml/2006/main" noGrp="1"/>
          </p:cNvSpPr>
          <p:nvPr/>
        </p:nvSpPr>
        <p:spPr>
          <a:xfrm xmlns:a="http://schemas.openxmlformats.org/drawingml/2006/main">
            <a:off x="922020" y="5173980"/>
            <a:ext cx="152400" cy="121920"/>
          </a:xfrm>
          <a:prstGeom xmlns:a="http://schemas.openxmlformats.org/drawingml/2006/main" prst="roundRect">
            <a:avLst>
              <a:gd name="adj" fmla="val 6250"/>
            </a:avLst>
          </a:prstGeom>
          <a:solidFill xmlns:a="http://schemas.openxmlformats.org/drawingml/2006/main">
            <a:srgbClr val="AAC1D5"/>
          </a:solidFill>
          <a:ln xmlns:a="http://schemas.openxmlformats.org/drawingml/2006/main" w="5334">
            <a:solidFill>
              <a:srgbClr val="8CA5B8"/>
            </a:solidFill>
          </a:ln>
        </p:spPr>
      </p:sp>
      <p:sp>
        <p:nvSpPr>
          <p:cNvPr id="153" name="typed-command-slot-01">
            <a:extLst xmlns:a="http://schemas.openxmlformats.org/drawingml/2006/main">
              <a:ext uri="{FF2B5EF4-FFF2-40B4-BE49-F238E27FC236}">
                <a16:creationId xmlns:a16="http://schemas.microsoft.com/office/drawing/2014/main" id="{205C45D8-1ECD-4476-947E-A8FB7AF8BC91}"/>
              </a:ext>
            </a:extLst>
          </p:cNvPr>
          <p:cNvSpPr>
            <a:spLocks xmlns:a="http://schemas.openxmlformats.org/drawingml/2006/main" noGrp="1"/>
          </p:cNvSpPr>
          <p:nvPr/>
        </p:nvSpPr>
        <p:spPr>
          <a:xfrm xmlns:a="http://schemas.openxmlformats.org/drawingml/2006/main">
            <a:off x="1112520" y="5173980"/>
            <a:ext cx="152400" cy="121920"/>
          </a:xfrm>
          <a:prstGeom xmlns:a="http://schemas.openxmlformats.org/drawingml/2006/main" prst="roundRect">
            <a:avLst>
              <a:gd name="adj" fmla="val 6250"/>
            </a:avLst>
          </a:prstGeom>
          <a:solidFill xmlns:a="http://schemas.openxmlformats.org/drawingml/2006/main">
            <a:srgbClr val="AAC1D5"/>
          </a:solidFill>
          <a:ln xmlns:a="http://schemas.openxmlformats.org/drawingml/2006/main" w="5334">
            <a:solidFill>
              <a:srgbClr val="8CA5B8"/>
            </a:solidFill>
          </a:ln>
        </p:spPr>
      </p:sp>
      <p:sp>
        <p:nvSpPr>
          <p:cNvPr id="154" name="typed-command-slot-02">
            <a:extLst xmlns:a="http://schemas.openxmlformats.org/drawingml/2006/main">
              <a:ext uri="{FF2B5EF4-FFF2-40B4-BE49-F238E27FC236}">
                <a16:creationId xmlns:a16="http://schemas.microsoft.com/office/drawing/2014/main" id="{5E3568B1-55E9-4508-92A0-6F9797563297}"/>
              </a:ext>
            </a:extLst>
          </p:cNvPr>
          <p:cNvSpPr>
            <a:spLocks xmlns:a="http://schemas.openxmlformats.org/drawingml/2006/main" noGrp="1"/>
          </p:cNvSpPr>
          <p:nvPr/>
        </p:nvSpPr>
        <p:spPr>
          <a:xfrm xmlns:a="http://schemas.openxmlformats.org/drawingml/2006/main">
            <a:off x="1303020" y="5173980"/>
            <a:ext cx="152400" cy="121920"/>
          </a:xfrm>
          <a:prstGeom xmlns:a="http://schemas.openxmlformats.org/drawingml/2006/main" prst="roundRect">
            <a:avLst>
              <a:gd name="adj" fmla="val 6250"/>
            </a:avLst>
          </a:prstGeom>
          <a:solidFill xmlns:a="http://schemas.openxmlformats.org/drawingml/2006/main">
            <a:srgbClr val="AAC1D5"/>
          </a:solidFill>
          <a:ln xmlns:a="http://schemas.openxmlformats.org/drawingml/2006/main" w="5334">
            <a:solidFill>
              <a:srgbClr val="8CA5B8"/>
            </a:solidFill>
          </a:ln>
        </p:spPr>
      </p:sp>
      <p:sp>
        <p:nvSpPr>
          <p:cNvPr id="155" name="command-field-1">
            <a:extLst xmlns:a="http://schemas.openxmlformats.org/drawingml/2006/main">
              <a:ext uri="{FF2B5EF4-FFF2-40B4-BE49-F238E27FC236}">
                <a16:creationId xmlns:a16="http://schemas.microsoft.com/office/drawing/2014/main" id="{407FE6B7-5606-4CC6-9C2B-15D309C0B0E6}"/>
              </a:ext>
            </a:extLst>
          </p:cNvPr>
          <p:cNvSpPr>
            <a:spLocks xmlns:a="http://schemas.openxmlformats.org/drawingml/2006/main" noGrp="1"/>
          </p:cNvSpPr>
          <p:nvPr/>
        </p:nvSpPr>
        <p:spPr>
          <a:xfrm xmlns:a="http://schemas.openxmlformats.org/drawingml/2006/main">
            <a:off x="381000" y="5356860"/>
            <a:ext cx="50292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20" i="0">
                <a:solidFill>
                  <a:srgbClr val="657580"/>
                </a:solidFill>
                <a:latin typeface="Toppan Bunkyu Mincho"/>
                <a:ea typeface="Toppan Bunkyu Mincho"/>
                <a:cs typeface="Toppan Bunkyu Mincho"/>
              </a:defRPr>
            </a:pPr>
            <a:r>
              <a:rPr sz="1020" i="0">
                <a:solidFill>
                  <a:srgbClr val="657580"/>
                </a:solidFill>
                <a:latin typeface="Toppan Bunkyu Mincho"/>
                <a:ea typeface="Toppan Bunkyu Mincho"/>
                <a:cs typeface="Toppan Bunkyu Mincho"/>
              </a:rPr>
              <a:t>Gripper</a:t>
            </a:r>
          </a:p>
        </p:txBody>
      </p:sp>
      <p:sp>
        <p:nvSpPr>
          <p:cNvPr id="156" name="typed-command-slot-10">
            <a:extLst xmlns:a="http://schemas.openxmlformats.org/drawingml/2006/main">
              <a:ext uri="{FF2B5EF4-FFF2-40B4-BE49-F238E27FC236}">
                <a16:creationId xmlns:a16="http://schemas.microsoft.com/office/drawing/2014/main" id="{733E7962-6612-4C26-94E9-A580B86CF329}"/>
              </a:ext>
            </a:extLst>
          </p:cNvPr>
          <p:cNvSpPr>
            <a:spLocks xmlns:a="http://schemas.openxmlformats.org/drawingml/2006/main" noGrp="1"/>
          </p:cNvSpPr>
          <p:nvPr/>
        </p:nvSpPr>
        <p:spPr>
          <a:xfrm xmlns:a="http://schemas.openxmlformats.org/drawingml/2006/main">
            <a:off x="922020" y="5394960"/>
            <a:ext cx="152400" cy="121920"/>
          </a:xfrm>
          <a:prstGeom xmlns:a="http://schemas.openxmlformats.org/drawingml/2006/main" prst="roundRect">
            <a:avLst>
              <a:gd name="adj" fmla="val 6250"/>
            </a:avLst>
          </a:prstGeom>
          <a:solidFill xmlns:a="http://schemas.openxmlformats.org/drawingml/2006/main">
            <a:srgbClr val="89A9C1"/>
          </a:solidFill>
          <a:ln xmlns:a="http://schemas.openxmlformats.org/drawingml/2006/main" w="5334">
            <a:solidFill>
              <a:srgbClr val="8CA5B8"/>
            </a:solidFill>
          </a:ln>
        </p:spPr>
      </p:sp>
      <p:sp>
        <p:nvSpPr>
          <p:cNvPr id="157" name="typed-command-slot-11">
            <a:extLst xmlns:a="http://schemas.openxmlformats.org/drawingml/2006/main">
              <a:ext uri="{FF2B5EF4-FFF2-40B4-BE49-F238E27FC236}">
                <a16:creationId xmlns:a16="http://schemas.microsoft.com/office/drawing/2014/main" id="{9C24E322-9D5E-4E55-A624-19FA287CE624}"/>
              </a:ext>
            </a:extLst>
          </p:cNvPr>
          <p:cNvSpPr>
            <a:spLocks xmlns:a="http://schemas.openxmlformats.org/drawingml/2006/main" noGrp="1"/>
          </p:cNvSpPr>
          <p:nvPr/>
        </p:nvSpPr>
        <p:spPr>
          <a:xfrm xmlns:a="http://schemas.openxmlformats.org/drawingml/2006/main">
            <a:off x="1112520" y="5394960"/>
            <a:ext cx="152400" cy="121920"/>
          </a:xfrm>
          <a:prstGeom xmlns:a="http://schemas.openxmlformats.org/drawingml/2006/main" prst="roundRect">
            <a:avLst>
              <a:gd name="adj" fmla="val 6250"/>
            </a:avLst>
          </a:prstGeom>
          <a:solidFill xmlns:a="http://schemas.openxmlformats.org/drawingml/2006/main">
            <a:srgbClr val="F8FAFB"/>
          </a:solidFill>
          <a:ln xmlns:a="http://schemas.openxmlformats.org/drawingml/2006/main" w="5334">
            <a:solidFill>
              <a:srgbClr val="C3CDD5"/>
            </a:solidFill>
          </a:ln>
        </p:spPr>
      </p:sp>
      <p:sp>
        <p:nvSpPr>
          <p:cNvPr id="158" name="unused-command-slot-11">
            <a:extLst xmlns:a="http://schemas.openxmlformats.org/drawingml/2006/main">
              <a:ext uri="{FF2B5EF4-FFF2-40B4-BE49-F238E27FC236}">
                <a16:creationId xmlns:a16="http://schemas.microsoft.com/office/drawing/2014/main" id="{0B206A8B-9F46-4279-A5A9-0C3CB414C427}"/>
              </a:ext>
            </a:extLst>
          </p:cNvPr>
          <p:cNvSpPr>
            <a:spLocks xmlns:a="http://schemas.openxmlformats.org/drawingml/2006/main" noGrp="1"/>
          </p:cNvSpPr>
          <p:nvPr/>
        </p:nvSpPr>
        <p:spPr>
          <a:xfrm xmlns:a="http://schemas.openxmlformats.org/drawingml/2006/main" flipH="0" flipV="1">
            <a:off x="1143000" y="5425440"/>
            <a:ext cx="91440" cy="60960"/>
          </a:xfrm>
          <a:prstGeom xmlns:a="http://schemas.openxmlformats.org/drawingml/2006/main" prst="line">
            <a:avLst/>
          </a:prstGeom>
          <a:noFill xmlns:a="http://schemas.openxmlformats.org/drawingml/2006/main"/>
          <a:ln xmlns:a="http://schemas.openxmlformats.org/drawingml/2006/main" w="6096">
            <a:solidFill>
              <a:srgbClr val="B7C4CE"/>
            </a:solidFill>
          </a:ln>
        </p:spPr>
      </p:sp>
      <p:sp>
        <p:nvSpPr>
          <p:cNvPr id="159" name="typed-command-slot-12">
            <a:extLst xmlns:a="http://schemas.openxmlformats.org/drawingml/2006/main">
              <a:ext uri="{FF2B5EF4-FFF2-40B4-BE49-F238E27FC236}">
                <a16:creationId xmlns:a16="http://schemas.microsoft.com/office/drawing/2014/main" id="{1DA4DF5F-C48B-4D2D-AD04-5D6923032198}"/>
              </a:ext>
            </a:extLst>
          </p:cNvPr>
          <p:cNvSpPr>
            <a:spLocks xmlns:a="http://schemas.openxmlformats.org/drawingml/2006/main" noGrp="1"/>
          </p:cNvSpPr>
          <p:nvPr/>
        </p:nvSpPr>
        <p:spPr>
          <a:xfrm xmlns:a="http://schemas.openxmlformats.org/drawingml/2006/main">
            <a:off x="1303020" y="5394960"/>
            <a:ext cx="152400" cy="121920"/>
          </a:xfrm>
          <a:prstGeom xmlns:a="http://schemas.openxmlformats.org/drawingml/2006/main" prst="roundRect">
            <a:avLst>
              <a:gd name="adj" fmla="val 6250"/>
            </a:avLst>
          </a:prstGeom>
          <a:solidFill xmlns:a="http://schemas.openxmlformats.org/drawingml/2006/main">
            <a:srgbClr val="F8FAFB"/>
          </a:solidFill>
          <a:ln xmlns:a="http://schemas.openxmlformats.org/drawingml/2006/main" w="5334">
            <a:solidFill>
              <a:srgbClr val="C3CDD5"/>
            </a:solidFill>
          </a:ln>
        </p:spPr>
      </p:sp>
      <p:sp>
        <p:nvSpPr>
          <p:cNvPr id="160" name="unused-command-slot-12">
            <a:extLst xmlns:a="http://schemas.openxmlformats.org/drawingml/2006/main">
              <a:ext uri="{FF2B5EF4-FFF2-40B4-BE49-F238E27FC236}">
                <a16:creationId xmlns:a16="http://schemas.microsoft.com/office/drawing/2014/main" id="{C36A24C2-F9AC-46C0-B155-0BDECF1D9CE1}"/>
              </a:ext>
            </a:extLst>
          </p:cNvPr>
          <p:cNvSpPr>
            <a:spLocks xmlns:a="http://schemas.openxmlformats.org/drawingml/2006/main" noGrp="1"/>
          </p:cNvSpPr>
          <p:nvPr/>
        </p:nvSpPr>
        <p:spPr>
          <a:xfrm xmlns:a="http://schemas.openxmlformats.org/drawingml/2006/main" flipH="0" flipV="1">
            <a:off x="1333500" y="5425440"/>
            <a:ext cx="91440" cy="60960"/>
          </a:xfrm>
          <a:prstGeom xmlns:a="http://schemas.openxmlformats.org/drawingml/2006/main" prst="line">
            <a:avLst/>
          </a:prstGeom>
          <a:noFill xmlns:a="http://schemas.openxmlformats.org/drawingml/2006/main"/>
          <a:ln xmlns:a="http://schemas.openxmlformats.org/drawingml/2006/main" w="6096">
            <a:solidFill>
              <a:srgbClr val="B7C4CE"/>
            </a:solidFill>
          </a:ln>
        </p:spPr>
      </p:sp>
      <p:sp>
        <p:nvSpPr>
          <p:cNvPr id="161" name="command-field-2">
            <a:extLst xmlns:a="http://schemas.openxmlformats.org/drawingml/2006/main">
              <a:ext uri="{FF2B5EF4-FFF2-40B4-BE49-F238E27FC236}">
                <a16:creationId xmlns:a16="http://schemas.microsoft.com/office/drawing/2014/main" id="{500B7343-BF60-4A5B-AFC1-F8C7F6EC4458}"/>
              </a:ext>
            </a:extLst>
          </p:cNvPr>
          <p:cNvSpPr>
            <a:spLocks xmlns:a="http://schemas.openxmlformats.org/drawingml/2006/main" noGrp="1"/>
          </p:cNvSpPr>
          <p:nvPr/>
        </p:nvSpPr>
        <p:spPr>
          <a:xfrm xmlns:a="http://schemas.openxmlformats.org/drawingml/2006/main">
            <a:off x="381000" y="5577840"/>
            <a:ext cx="50292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20" i="0">
                <a:solidFill>
                  <a:srgbClr val="657580"/>
                </a:solidFill>
                <a:latin typeface="Toppan Bunkyu Mincho"/>
                <a:ea typeface="Toppan Bunkyu Mincho"/>
                <a:cs typeface="Toppan Bunkyu Mincho"/>
              </a:defRPr>
            </a:pPr>
            <a:r>
              <a:rPr sz="1020" i="0">
                <a:solidFill>
                  <a:srgbClr val="657580"/>
                </a:solidFill>
                <a:latin typeface="Toppan Bunkyu Mincho"/>
                <a:ea typeface="Toppan Bunkyu Mincho"/>
                <a:cs typeface="Toppan Bunkyu Mincho"/>
              </a:rPr>
              <a:t>Joints</a:t>
            </a:r>
          </a:p>
        </p:txBody>
      </p:sp>
      <p:sp>
        <p:nvSpPr>
          <p:cNvPr id="162" name="typed-command-slot-20">
            <a:extLst xmlns:a="http://schemas.openxmlformats.org/drawingml/2006/main">
              <a:ext uri="{FF2B5EF4-FFF2-40B4-BE49-F238E27FC236}">
                <a16:creationId xmlns:a16="http://schemas.microsoft.com/office/drawing/2014/main" id="{291B8F40-D24B-4A22-AC1A-EA001E3022DD}"/>
              </a:ext>
            </a:extLst>
          </p:cNvPr>
          <p:cNvSpPr>
            <a:spLocks xmlns:a="http://schemas.openxmlformats.org/drawingml/2006/main" noGrp="1"/>
          </p:cNvSpPr>
          <p:nvPr/>
        </p:nvSpPr>
        <p:spPr>
          <a:xfrm xmlns:a="http://schemas.openxmlformats.org/drawingml/2006/main">
            <a:off x="922020" y="5615940"/>
            <a:ext cx="152400" cy="121920"/>
          </a:xfrm>
          <a:prstGeom xmlns:a="http://schemas.openxmlformats.org/drawingml/2006/main" prst="roundRect">
            <a:avLst>
              <a:gd name="adj" fmla="val 6250"/>
            </a:avLst>
          </a:prstGeom>
          <a:solidFill xmlns:a="http://schemas.openxmlformats.org/drawingml/2006/main">
            <a:srgbClr val="BBCDDC"/>
          </a:solidFill>
          <a:ln xmlns:a="http://schemas.openxmlformats.org/drawingml/2006/main" w="5334">
            <a:solidFill>
              <a:srgbClr val="8CA5B8"/>
            </a:solidFill>
          </a:ln>
        </p:spPr>
      </p:sp>
      <p:sp>
        <p:nvSpPr>
          <p:cNvPr id="163" name="typed-command-slot-21">
            <a:extLst xmlns:a="http://schemas.openxmlformats.org/drawingml/2006/main">
              <a:ext uri="{FF2B5EF4-FFF2-40B4-BE49-F238E27FC236}">
                <a16:creationId xmlns:a16="http://schemas.microsoft.com/office/drawing/2014/main" id="{0A6759CA-D01B-4DC5-9B40-95E6CE7AEFF1}"/>
              </a:ext>
            </a:extLst>
          </p:cNvPr>
          <p:cNvSpPr>
            <a:spLocks xmlns:a="http://schemas.openxmlformats.org/drawingml/2006/main" noGrp="1"/>
          </p:cNvSpPr>
          <p:nvPr/>
        </p:nvSpPr>
        <p:spPr>
          <a:xfrm xmlns:a="http://schemas.openxmlformats.org/drawingml/2006/main">
            <a:off x="1112520" y="5615940"/>
            <a:ext cx="152400" cy="121920"/>
          </a:xfrm>
          <a:prstGeom xmlns:a="http://schemas.openxmlformats.org/drawingml/2006/main" prst="roundRect">
            <a:avLst>
              <a:gd name="adj" fmla="val 6250"/>
            </a:avLst>
          </a:prstGeom>
          <a:solidFill xmlns:a="http://schemas.openxmlformats.org/drawingml/2006/main">
            <a:srgbClr val="BBCDDC"/>
          </a:solidFill>
          <a:ln xmlns:a="http://schemas.openxmlformats.org/drawingml/2006/main" w="5334">
            <a:solidFill>
              <a:srgbClr val="8CA5B8"/>
            </a:solidFill>
          </a:ln>
        </p:spPr>
      </p:sp>
      <p:sp>
        <p:nvSpPr>
          <p:cNvPr id="164" name="typed-command-slot-22">
            <a:extLst xmlns:a="http://schemas.openxmlformats.org/drawingml/2006/main">
              <a:ext uri="{FF2B5EF4-FFF2-40B4-BE49-F238E27FC236}">
                <a16:creationId xmlns:a16="http://schemas.microsoft.com/office/drawing/2014/main" id="{6A40E798-6784-4659-ADD5-69FFF1CF6B53}"/>
              </a:ext>
            </a:extLst>
          </p:cNvPr>
          <p:cNvSpPr>
            <a:spLocks xmlns:a="http://schemas.openxmlformats.org/drawingml/2006/main" noGrp="1"/>
          </p:cNvSpPr>
          <p:nvPr/>
        </p:nvSpPr>
        <p:spPr>
          <a:xfrm xmlns:a="http://schemas.openxmlformats.org/drawingml/2006/main">
            <a:off x="1303020" y="5615940"/>
            <a:ext cx="152400" cy="121920"/>
          </a:xfrm>
          <a:prstGeom xmlns:a="http://schemas.openxmlformats.org/drawingml/2006/main" prst="roundRect">
            <a:avLst>
              <a:gd name="adj" fmla="val 6250"/>
            </a:avLst>
          </a:prstGeom>
          <a:solidFill xmlns:a="http://schemas.openxmlformats.org/drawingml/2006/main">
            <a:srgbClr val="BBCDDC"/>
          </a:solidFill>
          <a:ln xmlns:a="http://schemas.openxmlformats.org/drawingml/2006/main" w="5334">
            <a:solidFill>
              <a:srgbClr val="8CA5B8"/>
            </a:solidFill>
          </a:ln>
        </p:spPr>
      </p:sp>
      <p:pic>
        <p:nvPicPr>
          <p:cNvPr id="640" name=""/>
          <p:cNvPicPr>
            <a:picLocks xmlns:a="http://schemas.openxmlformats.org/drawingml/2006/main" noChangeAspect="1"/>
          </p:cNvPicPr>
          <p:nvPr/>
        </p:nvPicPr>
        <p:blipFill>
          <a:blip xmlns:r="http://schemas.openxmlformats.org/officeDocument/2006/relationships" xmlns:a="http://schemas.openxmlformats.org/drawingml/2006/main" r:embed="R8e6c0163b07a4b33">
            <a:extLst>
              <a:ext uri="{96DAC541-7B7A-43D3-8B79-37D633B846F1}">
                <asvg:svgBlip xmlns:asvg="http://schemas.microsoft.com/office/drawing/2016/SVG/main" r:embed="R77b9148357674336"/>
              </a:ext>
            </a:extLst>
          </a:blip>
          <a:stretch xmlns:a="http://schemas.openxmlformats.org/drawingml/2006/main"/>
        </p:blipFill>
        <p:spPr>
          <a:xfrm xmlns:a="http://schemas.openxmlformats.org/drawingml/2006/main">
            <a:off x="403866" y="5980206"/>
            <a:ext cx="281928" cy="124907"/>
          </a:xfrm>
          <a:prstGeom xmlns:a="http://schemas.openxmlformats.org/drawingml/2006/main" prst="rect">
            <a:avLst/>
          </a:prstGeom>
        </p:spPr>
      </p:pic>
      <p:sp>
        <p:nvSpPr>
          <p:cNvPr id="166" name="command-mask-bit-0">
            <a:extLst xmlns:a="http://schemas.openxmlformats.org/drawingml/2006/main">
              <a:ext uri="{FF2B5EF4-FFF2-40B4-BE49-F238E27FC236}">
                <a16:creationId xmlns:a16="http://schemas.microsoft.com/office/drawing/2014/main" id="{91F83C6C-2552-4B1C-A29F-8DA1D24BA60F}"/>
              </a:ext>
            </a:extLst>
          </p:cNvPr>
          <p:cNvSpPr>
            <a:spLocks xmlns:a="http://schemas.openxmlformats.org/drawingml/2006/main" noGrp="1"/>
          </p:cNvSpPr>
          <p:nvPr/>
        </p:nvSpPr>
        <p:spPr>
          <a:xfrm xmlns:a="http://schemas.openxmlformats.org/drawingml/2006/main">
            <a:off x="845820" y="5989320"/>
            <a:ext cx="121920" cy="106680"/>
          </a:xfrm>
          <a:prstGeom xmlns:a="http://schemas.openxmlformats.org/drawingml/2006/main" prst="roundRect">
            <a:avLst>
              <a:gd name="adj" fmla="val 7143"/>
            </a:avLst>
          </a:prstGeom>
          <a:solidFill xmlns:a="http://schemas.openxmlformats.org/drawingml/2006/main">
            <a:srgbClr val="A9BECF"/>
          </a:solidFill>
          <a:ln xmlns:a="http://schemas.openxmlformats.org/drawingml/2006/main" w="4572">
            <a:solidFill>
              <a:srgbClr val="8FA6B8"/>
            </a:solidFill>
          </a:ln>
        </p:spPr>
      </p:sp>
      <p:sp>
        <p:nvSpPr>
          <p:cNvPr id="167" name="command-mask-bit-1">
            <a:extLst xmlns:a="http://schemas.openxmlformats.org/drawingml/2006/main">
              <a:ext uri="{FF2B5EF4-FFF2-40B4-BE49-F238E27FC236}">
                <a16:creationId xmlns:a16="http://schemas.microsoft.com/office/drawing/2014/main" id="{D9D3168E-96CE-48D2-9930-F96FF05C553A}"/>
              </a:ext>
            </a:extLst>
          </p:cNvPr>
          <p:cNvSpPr>
            <a:spLocks xmlns:a="http://schemas.openxmlformats.org/drawingml/2006/main" noGrp="1"/>
          </p:cNvSpPr>
          <p:nvPr/>
        </p:nvSpPr>
        <p:spPr>
          <a:xfrm xmlns:a="http://schemas.openxmlformats.org/drawingml/2006/main">
            <a:off x="1013460" y="5989320"/>
            <a:ext cx="121920" cy="106680"/>
          </a:xfrm>
          <a:prstGeom xmlns:a="http://schemas.openxmlformats.org/drawingml/2006/main" prst="roundRect">
            <a:avLst>
              <a:gd name="adj" fmla="val 7143"/>
            </a:avLst>
          </a:prstGeom>
          <a:solidFill xmlns:a="http://schemas.openxmlformats.org/drawingml/2006/main">
            <a:srgbClr val="A9BECF"/>
          </a:solidFill>
          <a:ln xmlns:a="http://schemas.openxmlformats.org/drawingml/2006/main" w="4572">
            <a:solidFill>
              <a:srgbClr val="8FA6B8"/>
            </a:solidFill>
          </a:ln>
        </p:spPr>
      </p:sp>
      <p:sp>
        <p:nvSpPr>
          <p:cNvPr id="168" name="command-mask-bit-2">
            <a:extLst xmlns:a="http://schemas.openxmlformats.org/drawingml/2006/main">
              <a:ext uri="{FF2B5EF4-FFF2-40B4-BE49-F238E27FC236}">
                <a16:creationId xmlns:a16="http://schemas.microsoft.com/office/drawing/2014/main" id="{DE4C81C3-66FE-46D4-81A9-9EA0F2666CEB}"/>
              </a:ext>
            </a:extLst>
          </p:cNvPr>
          <p:cNvSpPr>
            <a:spLocks xmlns:a="http://schemas.openxmlformats.org/drawingml/2006/main" noGrp="1"/>
          </p:cNvSpPr>
          <p:nvPr/>
        </p:nvSpPr>
        <p:spPr>
          <a:xfrm xmlns:a="http://schemas.openxmlformats.org/drawingml/2006/main">
            <a:off x="1181100" y="5989320"/>
            <a:ext cx="121920" cy="106680"/>
          </a:xfrm>
          <a:prstGeom xmlns:a="http://schemas.openxmlformats.org/drawingml/2006/main" prst="roundRect">
            <a:avLst>
              <a:gd name="adj" fmla="val 7143"/>
            </a:avLst>
          </a:prstGeom>
          <a:solidFill xmlns:a="http://schemas.openxmlformats.org/drawingml/2006/main">
            <a:srgbClr val="F8FAFB"/>
          </a:solidFill>
          <a:ln xmlns:a="http://schemas.openxmlformats.org/drawingml/2006/main" w="4572">
            <a:solidFill>
              <a:srgbClr val="BECAD3"/>
            </a:solidFill>
          </a:ln>
        </p:spPr>
      </p:sp>
      <p:sp>
        <p:nvSpPr>
          <p:cNvPr id="169" name="command-mask-bit-missing">
            <a:extLst xmlns:a="http://schemas.openxmlformats.org/drawingml/2006/main">
              <a:ext uri="{FF2B5EF4-FFF2-40B4-BE49-F238E27FC236}">
                <a16:creationId xmlns:a16="http://schemas.microsoft.com/office/drawing/2014/main" id="{4C1FDE7A-750D-4425-ACF9-5151E771B9A6}"/>
              </a:ext>
            </a:extLst>
          </p:cNvPr>
          <p:cNvSpPr>
            <a:spLocks xmlns:a="http://schemas.openxmlformats.org/drawingml/2006/main" noGrp="1"/>
          </p:cNvSpPr>
          <p:nvPr/>
        </p:nvSpPr>
        <p:spPr>
          <a:xfrm xmlns:a="http://schemas.openxmlformats.org/drawingml/2006/main" flipH="0" flipV="1">
            <a:off x="1203960" y="6004560"/>
            <a:ext cx="68580" cy="68580"/>
          </a:xfrm>
          <a:prstGeom xmlns:a="http://schemas.openxmlformats.org/drawingml/2006/main" prst="line">
            <a:avLst/>
          </a:prstGeom>
          <a:noFill xmlns:a="http://schemas.openxmlformats.org/drawingml/2006/main"/>
          <a:ln xmlns:a="http://schemas.openxmlformats.org/drawingml/2006/main" w="6096">
            <a:solidFill>
              <a:srgbClr val="B3C1CC"/>
            </a:solidFill>
          </a:ln>
        </p:spPr>
      </p:sp>
      <p:sp>
        <p:nvSpPr>
          <p:cNvPr id="170" name="command-mask-bit-3">
            <a:extLst xmlns:a="http://schemas.openxmlformats.org/drawingml/2006/main">
              <a:ext uri="{FF2B5EF4-FFF2-40B4-BE49-F238E27FC236}">
                <a16:creationId xmlns:a16="http://schemas.microsoft.com/office/drawing/2014/main" id="{EEF2ACD2-5F9D-4076-9D9F-D916A836A2EA}"/>
              </a:ext>
            </a:extLst>
          </p:cNvPr>
          <p:cNvSpPr>
            <a:spLocks xmlns:a="http://schemas.openxmlformats.org/drawingml/2006/main" noGrp="1"/>
          </p:cNvSpPr>
          <p:nvPr/>
        </p:nvSpPr>
        <p:spPr>
          <a:xfrm xmlns:a="http://schemas.openxmlformats.org/drawingml/2006/main">
            <a:off x="1348740" y="5989320"/>
            <a:ext cx="121920" cy="106680"/>
          </a:xfrm>
          <a:prstGeom xmlns:a="http://schemas.openxmlformats.org/drawingml/2006/main" prst="roundRect">
            <a:avLst>
              <a:gd name="adj" fmla="val 7143"/>
            </a:avLst>
          </a:prstGeom>
          <a:solidFill xmlns:a="http://schemas.openxmlformats.org/drawingml/2006/main">
            <a:srgbClr val="A9BECF"/>
          </a:solidFill>
          <a:ln xmlns:a="http://schemas.openxmlformats.org/drawingml/2006/main" w="4572">
            <a:solidFill>
              <a:srgbClr val="8FA6B8"/>
            </a:solidFill>
          </a:ln>
        </p:spPr>
      </p:sp>
      <p:sp>
        <p:nvSpPr>
          <p:cNvPr id="171" name="track-source-label">
            <a:extLst xmlns:a="http://schemas.openxmlformats.org/drawingml/2006/main">
              <a:ext uri="{FF2B5EF4-FFF2-40B4-BE49-F238E27FC236}">
                <a16:creationId xmlns:a16="http://schemas.microsoft.com/office/drawing/2014/main" id="{06741867-0ED4-4878-AC6B-6034678FEB61}"/>
              </a:ext>
            </a:extLst>
          </p:cNvPr>
          <p:cNvSpPr>
            <a:spLocks xmlns:a="http://schemas.openxmlformats.org/drawingml/2006/main" noGrp="1"/>
          </p:cNvSpPr>
          <p:nvPr/>
        </p:nvSpPr>
        <p:spPr>
          <a:xfrm xmlns:a="http://schemas.openxmlformats.org/drawingml/2006/main">
            <a:off x="1912620" y="4777740"/>
            <a:ext cx="153162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40" i="0">
                <a:solidFill>
                  <a:srgbClr val="202B33"/>
                </a:solidFill>
                <a:latin typeface="Toppan Bunkyu Mincho"/>
                <a:ea typeface="Toppan Bunkyu Mincho"/>
                <a:cs typeface="Toppan Bunkyu Mincho"/>
              </a:defRPr>
            </a:pPr>
            <a:r>
              <a:rPr sz="1140" i="0">
                <a:solidFill>
                  <a:srgbClr val="202B33"/>
                </a:solidFill>
                <a:latin typeface="Toppan Bunkyu Mincho"/>
                <a:ea typeface="Toppan Bunkyu Mincho"/>
                <a:cs typeface="Toppan Bunkyu Mincho"/>
              </a:rPr>
              <a:t>Anchor-relative tracks</a:t>
            </a:r>
          </a:p>
        </p:txBody>
      </p:sp>
      <p:pic>
        <p:nvPicPr>
          <p:cNvPr id="647" name=""/>
          <p:cNvPicPr>
            <a:picLocks xmlns:a="http://schemas.openxmlformats.org/drawingml/2006/main" noChangeAspect="1"/>
          </p:cNvPicPr>
          <p:nvPr/>
        </p:nvPicPr>
        <p:blipFill>
          <a:blip xmlns:r="http://schemas.openxmlformats.org/officeDocument/2006/relationships" xmlns:a="http://schemas.openxmlformats.org/drawingml/2006/main" r:embed="Rc3074aa5b4d54a3d"/>
          <a:stretch xmlns:a="http://schemas.openxmlformats.org/drawingml/2006/main"/>
        </p:blipFill>
        <p:spPr>
          <a:xfrm xmlns:a="http://schemas.openxmlformats.org/drawingml/2006/main">
            <a:off x="2011680" y="5021580"/>
            <a:ext cx="1325880" cy="883920"/>
          </a:xfrm>
          <a:prstGeom xmlns:a="http://schemas.openxmlformats.org/drawingml/2006/main" prst="rect">
            <a:avLst/>
          </a:prstGeom>
        </p:spPr>
      </p:pic>
      <p:pic>
        <p:nvPicPr>
          <p:cNvPr id="648" name=""/>
          <p:cNvPicPr>
            <a:picLocks xmlns:a="http://schemas.openxmlformats.org/drawingml/2006/main" noChangeAspect="1"/>
          </p:cNvPicPr>
          <p:nvPr/>
        </p:nvPicPr>
        <p:blipFill>
          <a:blip xmlns:r="http://schemas.openxmlformats.org/officeDocument/2006/relationships" xmlns:a="http://schemas.openxmlformats.org/drawingml/2006/main" r:embed="R440311208072435a">
            <a:extLst>
              <a:ext uri="{96DAC541-7B7A-43D3-8B79-37D633B846F1}">
                <asvg:svgBlip xmlns:asvg="http://schemas.microsoft.com/office/drawing/2016/SVG/main" r:embed="Rb7d7147243ce4257"/>
              </a:ext>
            </a:extLst>
          </a:blip>
          <a:stretch xmlns:a="http://schemas.openxmlformats.org/drawingml/2006/main"/>
        </p:blipFill>
        <p:spPr>
          <a:xfrm xmlns:a="http://schemas.openxmlformats.org/drawingml/2006/main">
            <a:off x="2044509" y="5962650"/>
            <a:ext cx="1298322" cy="167640"/>
          </a:xfrm>
          <a:prstGeom xmlns:a="http://schemas.openxmlformats.org/drawingml/2006/main" prst="rect">
            <a:avLst/>
          </a:prstGeom>
        </p:spPr>
      </p:pic>
      <p:sp>
        <p:nvSpPr>
          <p:cNvPr id="174" name="Overall straight block arrow action-input">
            <a:extLst xmlns:a="http://schemas.openxmlformats.org/drawingml/2006/main">
              <a:ext uri="{FF2B5EF4-FFF2-40B4-BE49-F238E27FC236}">
                <a16:creationId xmlns:a16="http://schemas.microsoft.com/office/drawing/2014/main" id="{57C86774-7A3A-4CDD-BD09-CB4A41B243AF}"/>
              </a:ext>
            </a:extLst>
          </p:cNvPr>
          <p:cNvSpPr>
            <a:spLocks xmlns:a="http://schemas.openxmlformats.org/drawingml/2006/main" noGrp="1"/>
          </p:cNvSpPr>
          <p:nvPr/>
        </p:nvSpPr>
        <p:spPr>
          <a:xfrm xmlns:a="http://schemas.openxmlformats.org/drawingml/2006/main">
            <a:off x="3619500" y="4244340"/>
            <a:ext cx="457200" cy="198120"/>
          </a:xfrm>
          <a:prstGeom xmlns:a="http://schemas.openxmlformats.org/drawingml/2006/main" prst="rightArrow">
            <a:avLst>
              <a:gd name="adj1" fmla="val 40000"/>
              <a:gd name="adj2" fmla="val 42000"/>
            </a:avLst>
          </a:prstGeom>
          <a:solidFill xmlns:a="http://schemas.openxmlformats.org/drawingml/2006/main">
            <a:srgbClr val="862B36"/>
          </a:solidFill>
          <a:ln xmlns:a="http://schemas.openxmlformats.org/drawingml/2006/main" w="4953">
            <a:solidFill>
              <a:srgbClr val="6D2530"/>
            </a:solidFill>
          </a:ln>
        </p:spPr>
      </p:sp>
      <p:sp>
        <p:nvSpPr>
          <p:cNvPr id="175" name="video-stream-title">
            <a:extLst xmlns:a="http://schemas.openxmlformats.org/drawingml/2006/main">
              <a:ext uri="{FF2B5EF4-FFF2-40B4-BE49-F238E27FC236}">
                <a16:creationId xmlns:a16="http://schemas.microsoft.com/office/drawing/2014/main" id="{ABBA154F-C979-499C-9567-00C823AB7C35}"/>
              </a:ext>
            </a:extLst>
          </p:cNvPr>
          <p:cNvSpPr>
            <a:spLocks xmlns:a="http://schemas.openxmlformats.org/drawingml/2006/main" noGrp="1"/>
          </p:cNvSpPr>
          <p:nvPr/>
        </p:nvSpPr>
        <p:spPr>
          <a:xfrm xmlns:a="http://schemas.openxmlformats.org/drawingml/2006/main">
            <a:off x="4091940" y="2263140"/>
            <a:ext cx="1562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60" i="0">
                <a:solidFill>
                  <a:srgbClr val="202B33"/>
                </a:solidFill>
                <a:latin typeface="Toppan Bunkyu Mincho"/>
                <a:ea typeface="Toppan Bunkyu Mincho"/>
                <a:cs typeface="Toppan Bunkyu Mincho"/>
              </a:defRPr>
            </a:pPr>
            <a:r>
              <a:rPr sz="1560" i="0">
                <a:solidFill>
                  <a:srgbClr val="202B33"/>
                </a:solidFill>
                <a:latin typeface="Toppan Bunkyu Mincho"/>
                <a:ea typeface="Toppan Bunkyu Mincho"/>
                <a:cs typeface="Toppan Bunkyu Mincho"/>
              </a:rPr>
              <a:t>Video stream</a:t>
            </a:r>
          </a:p>
        </p:txBody>
      </p:sp>
      <p:sp>
        <p:nvSpPr>
          <p:cNvPr id="176" name="video-backbone">
            <a:extLst xmlns:a="http://schemas.openxmlformats.org/drawingml/2006/main">
              <a:ext uri="{FF2B5EF4-FFF2-40B4-BE49-F238E27FC236}">
                <a16:creationId xmlns:a16="http://schemas.microsoft.com/office/drawing/2014/main" id="{FF908DE2-38A5-4494-9ABC-51628633343F}"/>
              </a:ext>
            </a:extLst>
          </p:cNvPr>
          <p:cNvSpPr>
            <a:spLocks xmlns:a="http://schemas.openxmlformats.org/drawingml/2006/main" noGrp="1"/>
          </p:cNvSpPr>
          <p:nvPr/>
        </p:nvSpPr>
        <p:spPr>
          <a:xfrm xmlns:a="http://schemas.openxmlformats.org/drawingml/2006/main">
            <a:off x="4069080" y="2491740"/>
            <a:ext cx="117348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20" i="0">
                <a:solidFill>
                  <a:srgbClr val="657580"/>
                </a:solidFill>
                <a:latin typeface="Toppan Bunkyu Mincho"/>
                <a:ea typeface="Toppan Bunkyu Mincho"/>
                <a:cs typeface="Toppan Bunkyu Mincho"/>
              </a:defRPr>
            </a:pPr>
            <a:r>
              <a:rPr sz="1020" i="0">
                <a:solidFill>
                  <a:srgbClr val="657580"/>
                </a:solidFill>
                <a:latin typeface="Toppan Bunkyu Mincho"/>
                <a:ea typeface="Toppan Bunkyu Mincho"/>
                <a:cs typeface="Toppan Bunkyu Mincho"/>
              </a:rPr>
              <a:t>Pretrained backbone</a:t>
            </a:r>
          </a:p>
        </p:txBody>
      </p:sp>
      <p:sp>
        <p:nvSpPr>
          <p:cNvPr id="177" name="clean-observation-prefix-top">
            <a:extLst xmlns:a="http://schemas.openxmlformats.org/drawingml/2006/main">
              <a:ext uri="{FF2B5EF4-FFF2-40B4-BE49-F238E27FC236}">
                <a16:creationId xmlns:a16="http://schemas.microsoft.com/office/drawing/2014/main" id="{B2E9CF01-66B3-4EA8-9BCC-0B69AE91C226}"/>
              </a:ext>
            </a:extLst>
          </p:cNvPr>
          <p:cNvSpPr>
            <a:spLocks xmlns:a="http://schemas.openxmlformats.org/drawingml/2006/main" noGrp="1"/>
          </p:cNvSpPr>
          <p:nvPr/>
        </p:nvSpPr>
        <p:spPr>
          <a:xfrm xmlns:a="http://schemas.openxmlformats.org/drawingml/2006/main">
            <a:off x="4122420" y="2842260"/>
            <a:ext cx="335280" cy="38100"/>
          </a:xfrm>
          <a:custGeom xmlns:a="http://schemas.openxmlformats.org/drawingml/2006/main">
            <a:pathLst>
              <a:path w="419100" h="47625">
                <a:moveTo>
                  <a:pt x="0" y="47625"/>
                </a:moveTo>
                <a:lnTo>
                  <a:pt x="47625" y="0"/>
                </a:lnTo>
                <a:lnTo>
                  <a:pt x="419100" y="0"/>
                </a:lnTo>
                <a:lnTo>
                  <a:pt x="371475" y="47625"/>
                </a:lnTo>
                <a:close/>
              </a:path>
            </a:pathLst>
          </a:custGeom>
          <a:solidFill xmlns:a="http://schemas.openxmlformats.org/drawingml/2006/main">
            <a:srgbClr val="F9FAFD"/>
          </a:solidFill>
          <a:ln xmlns:a="http://schemas.openxmlformats.org/drawingml/2006/main" w="11430">
            <a:solidFill>
              <a:srgbClr val="63788A"/>
            </a:solidFill>
          </a:ln>
        </p:spPr>
      </p:sp>
      <p:sp>
        <p:nvSpPr>
          <p:cNvPr id="178" name="clean-observation-prefix-side">
            <a:extLst xmlns:a="http://schemas.openxmlformats.org/drawingml/2006/main">
              <a:ext uri="{FF2B5EF4-FFF2-40B4-BE49-F238E27FC236}">
                <a16:creationId xmlns:a16="http://schemas.microsoft.com/office/drawing/2014/main" id="{7E2B3358-F77F-4999-9FD1-96EC7B96A5B5}"/>
              </a:ext>
            </a:extLst>
          </p:cNvPr>
          <p:cNvSpPr>
            <a:spLocks xmlns:a="http://schemas.openxmlformats.org/drawingml/2006/main" noGrp="1"/>
          </p:cNvSpPr>
          <p:nvPr/>
        </p:nvSpPr>
        <p:spPr>
          <a:xfrm xmlns:a="http://schemas.openxmlformats.org/drawingml/2006/main">
            <a:off x="4419600" y="2842260"/>
            <a:ext cx="38100" cy="525780"/>
          </a:xfrm>
          <a:custGeom xmlns:a="http://schemas.openxmlformats.org/drawingml/2006/main">
            <a:pathLst>
              <a:path w="47625" h="657225">
                <a:moveTo>
                  <a:pt x="0" y="47625"/>
                </a:moveTo>
                <a:lnTo>
                  <a:pt x="47625" y="0"/>
                </a:lnTo>
                <a:lnTo>
                  <a:pt x="47625" y="609600"/>
                </a:lnTo>
                <a:lnTo>
                  <a:pt x="0" y="657225"/>
                </a:lnTo>
                <a:close/>
              </a:path>
            </a:pathLst>
          </a:custGeom>
          <a:solidFill xmlns:a="http://schemas.openxmlformats.org/drawingml/2006/main">
            <a:srgbClr val="C7D0CA"/>
          </a:solidFill>
          <a:ln xmlns:a="http://schemas.openxmlformats.org/drawingml/2006/main" w="11430">
            <a:solidFill>
              <a:srgbClr val="63788A"/>
            </a:solidFill>
          </a:ln>
        </p:spPr>
      </p:sp>
      <p:sp>
        <p:nvSpPr>
          <p:cNvPr id="179" name="clean-observation-prefix-front">
            <a:extLst xmlns:a="http://schemas.openxmlformats.org/drawingml/2006/main">
              <a:ext uri="{FF2B5EF4-FFF2-40B4-BE49-F238E27FC236}">
                <a16:creationId xmlns:a16="http://schemas.microsoft.com/office/drawing/2014/main" id="{7D24F6D4-AA37-4591-8D36-FD624D5C3DE3}"/>
              </a:ext>
            </a:extLst>
          </p:cNvPr>
          <p:cNvSpPr>
            <a:spLocks xmlns:a="http://schemas.openxmlformats.org/drawingml/2006/main" noGrp="1"/>
          </p:cNvSpPr>
          <p:nvPr/>
        </p:nvSpPr>
        <p:spPr>
          <a:xfrm xmlns:a="http://schemas.openxmlformats.org/drawingml/2006/main">
            <a:off x="4122420" y="2880360"/>
            <a:ext cx="297180" cy="487680"/>
          </a:xfrm>
          <a:prstGeom xmlns:a="http://schemas.openxmlformats.org/drawingml/2006/main" prst="rect">
            <a:avLst/>
          </a:prstGeom>
          <a:solidFill xmlns:a="http://schemas.openxmlformats.org/drawingml/2006/main">
            <a:srgbClr val="F0F2ED"/>
          </a:solidFill>
          <a:ln xmlns:a="http://schemas.openxmlformats.org/drawingml/2006/main" w="8382">
            <a:solidFill>
              <a:srgbClr val="63788A"/>
            </a:solidFill>
          </a:ln>
        </p:spPr>
        <p:style>
          <a:lnRef xmlns:a="http://schemas.openxmlformats.org/drawingml/2006/main" idx="0"/>
          <a:fillRef xmlns:a="http://schemas.openxmlformats.org/drawingml/2006/main" idx="0"/>
          <a:effectRef xmlns:a="http://schemas.openxmlformats.org/drawingml/2006/main" idx="11"/>
          <a:fontRef xmlns:a="http://schemas.openxmlformats.org/drawingml/2006/main" idx="major"/>
        </p:style>
      </p:sp>
      <p:sp>
        <p:nvSpPr>
          <p:cNvPr id="180" name="observation-patch-00">
            <a:extLst xmlns:a="http://schemas.openxmlformats.org/drawingml/2006/main">
              <a:ext uri="{FF2B5EF4-FFF2-40B4-BE49-F238E27FC236}">
                <a16:creationId xmlns:a16="http://schemas.microsoft.com/office/drawing/2014/main" id="{09EBB9B0-4E0D-40C0-AC90-AA36F9668FF2}"/>
              </a:ext>
            </a:extLst>
          </p:cNvPr>
          <p:cNvSpPr>
            <a:spLocks xmlns:a="http://schemas.openxmlformats.org/drawingml/2006/main" noGrp="1"/>
          </p:cNvSpPr>
          <p:nvPr/>
        </p:nvSpPr>
        <p:spPr>
          <a:xfrm xmlns:a="http://schemas.openxmlformats.org/drawingml/2006/main">
            <a:off x="4160520" y="2948940"/>
            <a:ext cx="91440" cy="91440"/>
          </a:xfrm>
          <a:prstGeom xmlns:a="http://schemas.openxmlformats.org/drawingml/2006/main" prst="rect">
            <a:avLst/>
          </a:prstGeom>
          <a:solidFill xmlns:a="http://schemas.openxmlformats.org/drawingml/2006/main">
            <a:srgbClr val="C3CFCC"/>
          </a:solidFill>
          <a:ln xmlns:a="http://schemas.openxmlformats.org/drawingml/2006/main" w="0">
            <a:noFill/>
          </a:ln>
        </p:spPr>
      </p:sp>
      <p:sp>
        <p:nvSpPr>
          <p:cNvPr id="181" name="observation-patch-01">
            <a:extLst xmlns:a="http://schemas.openxmlformats.org/drawingml/2006/main">
              <a:ext uri="{FF2B5EF4-FFF2-40B4-BE49-F238E27FC236}">
                <a16:creationId xmlns:a16="http://schemas.microsoft.com/office/drawing/2014/main" id="{D45E4A08-0BED-423B-98CB-823AAE0E07DB}"/>
              </a:ext>
            </a:extLst>
          </p:cNvPr>
          <p:cNvSpPr>
            <a:spLocks xmlns:a="http://schemas.openxmlformats.org/drawingml/2006/main" noGrp="1"/>
          </p:cNvSpPr>
          <p:nvPr/>
        </p:nvSpPr>
        <p:spPr>
          <a:xfrm xmlns:a="http://schemas.openxmlformats.org/drawingml/2006/main">
            <a:off x="4274820" y="2948940"/>
            <a:ext cx="91440" cy="91440"/>
          </a:xfrm>
          <a:prstGeom xmlns:a="http://schemas.openxmlformats.org/drawingml/2006/main" prst="rect">
            <a:avLst/>
          </a:prstGeom>
          <a:solidFill xmlns:a="http://schemas.openxmlformats.org/drawingml/2006/main">
            <a:srgbClr val="D9E0DC"/>
          </a:solidFill>
          <a:ln xmlns:a="http://schemas.openxmlformats.org/drawingml/2006/main" w="0">
            <a:noFill/>
          </a:ln>
        </p:spPr>
      </p:sp>
      <p:sp>
        <p:nvSpPr>
          <p:cNvPr id="182" name="observation-patch-10">
            <a:extLst xmlns:a="http://schemas.openxmlformats.org/drawingml/2006/main">
              <a:ext uri="{FF2B5EF4-FFF2-40B4-BE49-F238E27FC236}">
                <a16:creationId xmlns:a16="http://schemas.microsoft.com/office/drawing/2014/main" id="{80577E39-F950-4A25-8021-22AF0075063B}"/>
              </a:ext>
            </a:extLst>
          </p:cNvPr>
          <p:cNvSpPr>
            <a:spLocks xmlns:a="http://schemas.openxmlformats.org/drawingml/2006/main" noGrp="1"/>
          </p:cNvSpPr>
          <p:nvPr/>
        </p:nvSpPr>
        <p:spPr>
          <a:xfrm xmlns:a="http://schemas.openxmlformats.org/drawingml/2006/main">
            <a:off x="4160520" y="3063240"/>
            <a:ext cx="91440" cy="91440"/>
          </a:xfrm>
          <a:prstGeom xmlns:a="http://schemas.openxmlformats.org/drawingml/2006/main" prst="rect">
            <a:avLst/>
          </a:prstGeom>
          <a:solidFill xmlns:a="http://schemas.openxmlformats.org/drawingml/2006/main">
            <a:srgbClr val="D9E0DC"/>
          </a:solidFill>
          <a:ln xmlns:a="http://schemas.openxmlformats.org/drawingml/2006/main" w="0">
            <a:noFill/>
          </a:ln>
        </p:spPr>
      </p:sp>
      <p:sp>
        <p:nvSpPr>
          <p:cNvPr id="183" name="observation-patch-11">
            <a:extLst xmlns:a="http://schemas.openxmlformats.org/drawingml/2006/main">
              <a:ext uri="{FF2B5EF4-FFF2-40B4-BE49-F238E27FC236}">
                <a16:creationId xmlns:a16="http://schemas.microsoft.com/office/drawing/2014/main" id="{EAECBFCF-9797-4E40-A3B2-C3CF15BE94FD}"/>
              </a:ext>
            </a:extLst>
          </p:cNvPr>
          <p:cNvSpPr>
            <a:spLocks xmlns:a="http://schemas.openxmlformats.org/drawingml/2006/main" noGrp="1"/>
          </p:cNvSpPr>
          <p:nvPr/>
        </p:nvSpPr>
        <p:spPr>
          <a:xfrm xmlns:a="http://schemas.openxmlformats.org/drawingml/2006/main">
            <a:off x="4274820" y="3063240"/>
            <a:ext cx="91440" cy="91440"/>
          </a:xfrm>
          <a:prstGeom xmlns:a="http://schemas.openxmlformats.org/drawingml/2006/main" prst="rect">
            <a:avLst/>
          </a:prstGeom>
          <a:solidFill xmlns:a="http://schemas.openxmlformats.org/drawingml/2006/main">
            <a:srgbClr val="B9783D"/>
          </a:solidFill>
          <a:ln xmlns:a="http://schemas.openxmlformats.org/drawingml/2006/main" w="0">
            <a:noFill/>
          </a:ln>
        </p:spPr>
      </p:sp>
      <p:sp>
        <p:nvSpPr>
          <p:cNvPr id="184" name="observation-patch-20">
            <a:extLst xmlns:a="http://schemas.openxmlformats.org/drawingml/2006/main">
              <a:ext uri="{FF2B5EF4-FFF2-40B4-BE49-F238E27FC236}">
                <a16:creationId xmlns:a16="http://schemas.microsoft.com/office/drawing/2014/main" id="{62720698-84DB-4647-9058-F7E1C1439993}"/>
              </a:ext>
            </a:extLst>
          </p:cNvPr>
          <p:cNvSpPr>
            <a:spLocks xmlns:a="http://schemas.openxmlformats.org/drawingml/2006/main" noGrp="1"/>
          </p:cNvSpPr>
          <p:nvPr/>
        </p:nvSpPr>
        <p:spPr>
          <a:xfrm xmlns:a="http://schemas.openxmlformats.org/drawingml/2006/main">
            <a:off x="4160520" y="3177540"/>
            <a:ext cx="91440" cy="91440"/>
          </a:xfrm>
          <a:prstGeom xmlns:a="http://schemas.openxmlformats.org/drawingml/2006/main" prst="rect">
            <a:avLst/>
          </a:prstGeom>
          <a:solidFill xmlns:a="http://schemas.openxmlformats.org/drawingml/2006/main">
            <a:srgbClr val="C3CFCC"/>
          </a:solidFill>
          <a:ln xmlns:a="http://schemas.openxmlformats.org/drawingml/2006/main" w="0">
            <a:noFill/>
          </a:ln>
        </p:spPr>
      </p:sp>
      <p:sp>
        <p:nvSpPr>
          <p:cNvPr id="185" name="observation-patch-21">
            <a:extLst xmlns:a="http://schemas.openxmlformats.org/drawingml/2006/main">
              <a:ext uri="{FF2B5EF4-FFF2-40B4-BE49-F238E27FC236}">
                <a16:creationId xmlns:a16="http://schemas.microsoft.com/office/drawing/2014/main" id="{3C365BBD-F25E-4226-8444-E89BBAE88ACD}"/>
              </a:ext>
            </a:extLst>
          </p:cNvPr>
          <p:cNvSpPr>
            <a:spLocks xmlns:a="http://schemas.openxmlformats.org/drawingml/2006/main" noGrp="1"/>
          </p:cNvSpPr>
          <p:nvPr/>
        </p:nvSpPr>
        <p:spPr>
          <a:xfrm xmlns:a="http://schemas.openxmlformats.org/drawingml/2006/main">
            <a:off x="4274820" y="3177540"/>
            <a:ext cx="91440" cy="91440"/>
          </a:xfrm>
          <a:prstGeom xmlns:a="http://schemas.openxmlformats.org/drawingml/2006/main" prst="rect">
            <a:avLst/>
          </a:prstGeom>
          <a:solidFill xmlns:a="http://schemas.openxmlformats.org/drawingml/2006/main">
            <a:srgbClr val="D9E0DC"/>
          </a:solidFill>
          <a:ln xmlns:a="http://schemas.openxmlformats.org/drawingml/2006/main" w="0">
            <a:noFill/>
          </a:ln>
        </p:spPr>
      </p:sp>
      <p:sp>
        <p:nvSpPr>
          <p:cNvPr id="186" name="video-token-tensor-slice2-top">
            <a:extLst xmlns:a="http://schemas.openxmlformats.org/drawingml/2006/main">
              <a:ext uri="{FF2B5EF4-FFF2-40B4-BE49-F238E27FC236}">
                <a16:creationId xmlns:a16="http://schemas.microsoft.com/office/drawing/2014/main" id="{CCBC9A76-6B84-4F3D-BC13-30BAE732344C}"/>
              </a:ext>
            </a:extLst>
          </p:cNvPr>
          <p:cNvSpPr>
            <a:spLocks xmlns:a="http://schemas.openxmlformats.org/drawingml/2006/main" noGrp="1"/>
          </p:cNvSpPr>
          <p:nvPr/>
        </p:nvSpPr>
        <p:spPr>
          <a:xfrm xmlns:a="http://schemas.openxmlformats.org/drawingml/2006/main">
            <a:off x="4701540" y="2689860"/>
            <a:ext cx="487680" cy="53340"/>
          </a:xfrm>
          <a:custGeom xmlns:a="http://schemas.openxmlformats.org/drawingml/2006/main">
            <a:pathLst>
              <a:path w="609600" h="66675">
                <a:moveTo>
                  <a:pt x="0" y="66675"/>
                </a:moveTo>
                <a:lnTo>
                  <a:pt x="66675" y="0"/>
                </a:lnTo>
                <a:lnTo>
                  <a:pt x="609600" y="0"/>
                </a:lnTo>
                <a:lnTo>
                  <a:pt x="542925" y="66675"/>
                </a:lnTo>
                <a:close/>
              </a:path>
            </a:pathLst>
          </a:custGeom>
          <a:solidFill xmlns:a="http://schemas.openxmlformats.org/drawingml/2006/main">
            <a:srgbClr val="F9FAFD"/>
          </a:solidFill>
          <a:ln xmlns:a="http://schemas.openxmlformats.org/drawingml/2006/main" w="11430">
            <a:solidFill>
              <a:srgbClr val="63788A"/>
            </a:solidFill>
          </a:ln>
        </p:spPr>
      </p:sp>
      <p:sp>
        <p:nvSpPr>
          <p:cNvPr id="187" name="video-token-tensor-slice2-side">
            <a:extLst xmlns:a="http://schemas.openxmlformats.org/drawingml/2006/main">
              <a:ext uri="{FF2B5EF4-FFF2-40B4-BE49-F238E27FC236}">
                <a16:creationId xmlns:a16="http://schemas.microsoft.com/office/drawing/2014/main" id="{F9AEB1E9-8ABD-4C35-8422-A42C573DE59B}"/>
              </a:ext>
            </a:extLst>
          </p:cNvPr>
          <p:cNvSpPr>
            <a:spLocks xmlns:a="http://schemas.openxmlformats.org/drawingml/2006/main" noGrp="1"/>
          </p:cNvSpPr>
          <p:nvPr/>
        </p:nvSpPr>
        <p:spPr>
          <a:xfrm xmlns:a="http://schemas.openxmlformats.org/drawingml/2006/main">
            <a:off x="5135880" y="2689860"/>
            <a:ext cx="53340" cy="541020"/>
          </a:xfrm>
          <a:custGeom xmlns:a="http://schemas.openxmlformats.org/drawingml/2006/main">
            <a:pathLst>
              <a:path w="66675" h="676275">
                <a:moveTo>
                  <a:pt x="0" y="66675"/>
                </a:moveTo>
                <a:lnTo>
                  <a:pt x="66675" y="0"/>
                </a:lnTo>
                <a:lnTo>
                  <a:pt x="66675" y="609600"/>
                </a:lnTo>
                <a:lnTo>
                  <a:pt x="0" y="676275"/>
                </a:lnTo>
                <a:close/>
              </a:path>
            </a:pathLst>
          </a:custGeom>
          <a:solidFill xmlns:a="http://schemas.openxmlformats.org/drawingml/2006/main">
            <a:srgbClr val="BFCCDF"/>
          </a:solidFill>
          <a:ln xmlns:a="http://schemas.openxmlformats.org/drawingml/2006/main" w="11430">
            <a:solidFill>
              <a:srgbClr val="63788A"/>
            </a:solidFill>
          </a:ln>
        </p:spPr>
      </p:sp>
      <p:sp>
        <p:nvSpPr>
          <p:cNvPr id="188" name="video-token-tensor-slice2-front">
            <a:extLst xmlns:a="http://schemas.openxmlformats.org/drawingml/2006/main">
              <a:ext uri="{FF2B5EF4-FFF2-40B4-BE49-F238E27FC236}">
                <a16:creationId xmlns:a16="http://schemas.microsoft.com/office/drawing/2014/main" id="{26DF0F10-6C69-4459-9FB6-F4CD3EA9A475}"/>
              </a:ext>
            </a:extLst>
          </p:cNvPr>
          <p:cNvSpPr>
            <a:spLocks xmlns:a="http://schemas.openxmlformats.org/drawingml/2006/main" noGrp="1"/>
          </p:cNvSpPr>
          <p:nvPr/>
        </p:nvSpPr>
        <p:spPr>
          <a:xfrm xmlns:a="http://schemas.openxmlformats.org/drawingml/2006/main">
            <a:off x="4701540" y="2743200"/>
            <a:ext cx="434340" cy="487680"/>
          </a:xfrm>
          <a:prstGeom xmlns:a="http://schemas.openxmlformats.org/drawingml/2006/main" prst="rect">
            <a:avLst/>
          </a:prstGeom>
          <a:solidFill xmlns:a="http://schemas.openxmlformats.org/drawingml/2006/main">
            <a:srgbClr val="E9EEF7"/>
          </a:solidFill>
          <a:ln xmlns:a="http://schemas.openxmlformats.org/drawingml/2006/main" w="8382">
            <a:solidFill>
              <a:srgbClr val="63788A"/>
            </a:solidFill>
          </a:ln>
        </p:spPr>
        <p:style>
          <a:lnRef xmlns:a="http://schemas.openxmlformats.org/drawingml/2006/main" idx="0"/>
          <a:fillRef xmlns:a="http://schemas.openxmlformats.org/drawingml/2006/main" idx="0"/>
          <a:effectRef xmlns:a="http://schemas.openxmlformats.org/drawingml/2006/main" idx="11"/>
          <a:fontRef xmlns:a="http://schemas.openxmlformats.org/drawingml/2006/main" idx="major"/>
        </p:style>
      </p:sp>
      <p:sp>
        <p:nvSpPr>
          <p:cNvPr id="189" name="video-token-tensor-slice1-top">
            <a:extLst xmlns:a="http://schemas.openxmlformats.org/drawingml/2006/main">
              <a:ext uri="{FF2B5EF4-FFF2-40B4-BE49-F238E27FC236}">
                <a16:creationId xmlns:a16="http://schemas.microsoft.com/office/drawing/2014/main" id="{5B7A54C2-949E-484D-8243-3BCB231410E0}"/>
              </a:ext>
            </a:extLst>
          </p:cNvPr>
          <p:cNvSpPr>
            <a:spLocks xmlns:a="http://schemas.openxmlformats.org/drawingml/2006/main" noGrp="1"/>
          </p:cNvSpPr>
          <p:nvPr/>
        </p:nvSpPr>
        <p:spPr>
          <a:xfrm xmlns:a="http://schemas.openxmlformats.org/drawingml/2006/main">
            <a:off x="4625340" y="2758440"/>
            <a:ext cx="487680" cy="53340"/>
          </a:xfrm>
          <a:custGeom xmlns:a="http://schemas.openxmlformats.org/drawingml/2006/main">
            <a:pathLst>
              <a:path w="609600" h="66675">
                <a:moveTo>
                  <a:pt x="0" y="66675"/>
                </a:moveTo>
                <a:lnTo>
                  <a:pt x="66675" y="0"/>
                </a:lnTo>
                <a:lnTo>
                  <a:pt x="609600" y="0"/>
                </a:lnTo>
                <a:lnTo>
                  <a:pt x="542925" y="66675"/>
                </a:lnTo>
                <a:close/>
              </a:path>
            </a:pathLst>
          </a:custGeom>
          <a:solidFill xmlns:a="http://schemas.openxmlformats.org/drawingml/2006/main">
            <a:srgbClr val="F9FAFD"/>
          </a:solidFill>
          <a:ln xmlns:a="http://schemas.openxmlformats.org/drawingml/2006/main" w="11430">
            <a:solidFill>
              <a:srgbClr val="63788A"/>
            </a:solidFill>
          </a:ln>
        </p:spPr>
      </p:sp>
      <p:sp>
        <p:nvSpPr>
          <p:cNvPr id="190" name="video-token-tensor-slice1-side">
            <a:extLst xmlns:a="http://schemas.openxmlformats.org/drawingml/2006/main">
              <a:ext uri="{FF2B5EF4-FFF2-40B4-BE49-F238E27FC236}">
                <a16:creationId xmlns:a16="http://schemas.microsoft.com/office/drawing/2014/main" id="{3E618559-B938-4F36-8DC9-FF509F9EE247}"/>
              </a:ext>
            </a:extLst>
          </p:cNvPr>
          <p:cNvSpPr>
            <a:spLocks xmlns:a="http://schemas.openxmlformats.org/drawingml/2006/main" noGrp="1"/>
          </p:cNvSpPr>
          <p:nvPr/>
        </p:nvSpPr>
        <p:spPr>
          <a:xfrm xmlns:a="http://schemas.openxmlformats.org/drawingml/2006/main">
            <a:off x="5059680" y="2758440"/>
            <a:ext cx="53340" cy="541020"/>
          </a:xfrm>
          <a:custGeom xmlns:a="http://schemas.openxmlformats.org/drawingml/2006/main">
            <a:pathLst>
              <a:path w="66675" h="676275">
                <a:moveTo>
                  <a:pt x="0" y="66675"/>
                </a:moveTo>
                <a:lnTo>
                  <a:pt x="66675" y="0"/>
                </a:lnTo>
                <a:lnTo>
                  <a:pt x="66675" y="609600"/>
                </a:lnTo>
                <a:lnTo>
                  <a:pt x="0" y="676275"/>
                </a:lnTo>
                <a:close/>
              </a:path>
            </a:pathLst>
          </a:custGeom>
          <a:solidFill xmlns:a="http://schemas.openxmlformats.org/drawingml/2006/main">
            <a:srgbClr val="BFCCDF"/>
          </a:solidFill>
          <a:ln xmlns:a="http://schemas.openxmlformats.org/drawingml/2006/main" w="11430">
            <a:solidFill>
              <a:srgbClr val="63788A"/>
            </a:solidFill>
          </a:ln>
        </p:spPr>
      </p:sp>
      <p:sp>
        <p:nvSpPr>
          <p:cNvPr id="191" name="video-token-tensor-slice1-front">
            <a:extLst xmlns:a="http://schemas.openxmlformats.org/drawingml/2006/main">
              <a:ext uri="{FF2B5EF4-FFF2-40B4-BE49-F238E27FC236}">
                <a16:creationId xmlns:a16="http://schemas.microsoft.com/office/drawing/2014/main" id="{845C5495-DAC7-44BA-B2EB-6257F4F653EB}"/>
              </a:ext>
            </a:extLst>
          </p:cNvPr>
          <p:cNvSpPr>
            <a:spLocks xmlns:a="http://schemas.openxmlformats.org/drawingml/2006/main" noGrp="1"/>
          </p:cNvSpPr>
          <p:nvPr/>
        </p:nvSpPr>
        <p:spPr>
          <a:xfrm xmlns:a="http://schemas.openxmlformats.org/drawingml/2006/main">
            <a:off x="4625340" y="2811780"/>
            <a:ext cx="434340" cy="487680"/>
          </a:xfrm>
          <a:prstGeom xmlns:a="http://schemas.openxmlformats.org/drawingml/2006/main" prst="rect">
            <a:avLst/>
          </a:prstGeom>
          <a:solidFill xmlns:a="http://schemas.openxmlformats.org/drawingml/2006/main">
            <a:srgbClr val="E9EEF7"/>
          </a:solidFill>
          <a:ln xmlns:a="http://schemas.openxmlformats.org/drawingml/2006/main" w="8382">
            <a:solidFill>
              <a:srgbClr val="63788A"/>
            </a:solidFill>
          </a:ln>
        </p:spPr>
        <p:style>
          <a:lnRef xmlns:a="http://schemas.openxmlformats.org/drawingml/2006/main" idx="0"/>
          <a:fillRef xmlns:a="http://schemas.openxmlformats.org/drawingml/2006/main" idx="0"/>
          <a:effectRef xmlns:a="http://schemas.openxmlformats.org/drawingml/2006/main" idx="11"/>
          <a:fontRef xmlns:a="http://schemas.openxmlformats.org/drawingml/2006/main" idx="major"/>
        </p:style>
      </p:sp>
      <p:sp>
        <p:nvSpPr>
          <p:cNvPr id="192" name="video-token-tensor-slice0-top">
            <a:extLst xmlns:a="http://schemas.openxmlformats.org/drawingml/2006/main">
              <a:ext uri="{FF2B5EF4-FFF2-40B4-BE49-F238E27FC236}">
                <a16:creationId xmlns:a16="http://schemas.microsoft.com/office/drawing/2014/main" id="{E0535FE7-2DB0-4AAD-8DB5-B6361C2F3ABE}"/>
              </a:ext>
            </a:extLst>
          </p:cNvPr>
          <p:cNvSpPr>
            <a:spLocks xmlns:a="http://schemas.openxmlformats.org/drawingml/2006/main" noGrp="1"/>
          </p:cNvSpPr>
          <p:nvPr/>
        </p:nvSpPr>
        <p:spPr>
          <a:xfrm xmlns:a="http://schemas.openxmlformats.org/drawingml/2006/main">
            <a:off x="4549140" y="2827020"/>
            <a:ext cx="487680" cy="53340"/>
          </a:xfrm>
          <a:custGeom xmlns:a="http://schemas.openxmlformats.org/drawingml/2006/main">
            <a:pathLst>
              <a:path w="609600" h="66675">
                <a:moveTo>
                  <a:pt x="0" y="66675"/>
                </a:moveTo>
                <a:lnTo>
                  <a:pt x="66675" y="0"/>
                </a:lnTo>
                <a:lnTo>
                  <a:pt x="609600" y="0"/>
                </a:lnTo>
                <a:lnTo>
                  <a:pt x="542925" y="66675"/>
                </a:lnTo>
                <a:close/>
              </a:path>
            </a:pathLst>
          </a:custGeom>
          <a:solidFill xmlns:a="http://schemas.openxmlformats.org/drawingml/2006/main">
            <a:srgbClr val="F9FAFD"/>
          </a:solidFill>
          <a:ln xmlns:a="http://schemas.openxmlformats.org/drawingml/2006/main" w="11430">
            <a:solidFill>
              <a:srgbClr val="63788A"/>
            </a:solidFill>
          </a:ln>
        </p:spPr>
      </p:sp>
      <p:sp>
        <p:nvSpPr>
          <p:cNvPr id="193" name="video-token-tensor-slice0-side">
            <a:extLst xmlns:a="http://schemas.openxmlformats.org/drawingml/2006/main">
              <a:ext uri="{FF2B5EF4-FFF2-40B4-BE49-F238E27FC236}">
                <a16:creationId xmlns:a16="http://schemas.microsoft.com/office/drawing/2014/main" id="{B60A31E5-E6B2-4150-869B-D294A2D74B54}"/>
              </a:ext>
            </a:extLst>
          </p:cNvPr>
          <p:cNvSpPr>
            <a:spLocks xmlns:a="http://schemas.openxmlformats.org/drawingml/2006/main" noGrp="1"/>
          </p:cNvSpPr>
          <p:nvPr/>
        </p:nvSpPr>
        <p:spPr>
          <a:xfrm xmlns:a="http://schemas.openxmlformats.org/drawingml/2006/main">
            <a:off x="4983480" y="2827020"/>
            <a:ext cx="53340" cy="541020"/>
          </a:xfrm>
          <a:custGeom xmlns:a="http://schemas.openxmlformats.org/drawingml/2006/main">
            <a:pathLst>
              <a:path w="66675" h="676275">
                <a:moveTo>
                  <a:pt x="0" y="66675"/>
                </a:moveTo>
                <a:lnTo>
                  <a:pt x="66675" y="0"/>
                </a:lnTo>
                <a:lnTo>
                  <a:pt x="66675" y="609600"/>
                </a:lnTo>
                <a:lnTo>
                  <a:pt x="0" y="676275"/>
                </a:lnTo>
                <a:close/>
              </a:path>
            </a:pathLst>
          </a:custGeom>
          <a:solidFill xmlns:a="http://schemas.openxmlformats.org/drawingml/2006/main">
            <a:srgbClr val="BFCCDF"/>
          </a:solidFill>
          <a:ln xmlns:a="http://schemas.openxmlformats.org/drawingml/2006/main" w="11430">
            <a:solidFill>
              <a:srgbClr val="63788A"/>
            </a:solidFill>
          </a:ln>
        </p:spPr>
      </p:sp>
      <p:sp>
        <p:nvSpPr>
          <p:cNvPr id="194" name="video-token-tensor-slice0-front">
            <a:extLst xmlns:a="http://schemas.openxmlformats.org/drawingml/2006/main">
              <a:ext uri="{FF2B5EF4-FFF2-40B4-BE49-F238E27FC236}">
                <a16:creationId xmlns:a16="http://schemas.microsoft.com/office/drawing/2014/main" id="{A0EB0E3E-D3B6-4553-9286-B9B2BE938E5E}"/>
              </a:ext>
            </a:extLst>
          </p:cNvPr>
          <p:cNvSpPr>
            <a:spLocks xmlns:a="http://schemas.openxmlformats.org/drawingml/2006/main" noGrp="1"/>
          </p:cNvSpPr>
          <p:nvPr/>
        </p:nvSpPr>
        <p:spPr>
          <a:xfrm xmlns:a="http://schemas.openxmlformats.org/drawingml/2006/main">
            <a:off x="4549140" y="2880360"/>
            <a:ext cx="434340" cy="487680"/>
          </a:xfrm>
          <a:prstGeom xmlns:a="http://schemas.openxmlformats.org/drawingml/2006/main" prst="rect">
            <a:avLst/>
          </a:prstGeom>
          <a:solidFill xmlns:a="http://schemas.openxmlformats.org/drawingml/2006/main">
            <a:srgbClr val="DCE6EE"/>
          </a:solidFill>
          <a:ln xmlns:a="http://schemas.openxmlformats.org/drawingml/2006/main" w="8382">
            <a:solidFill>
              <a:srgbClr val="63788A"/>
            </a:solidFill>
          </a:ln>
        </p:spPr>
        <p:style>
          <a:lnRef xmlns:a="http://schemas.openxmlformats.org/drawingml/2006/main" idx="0"/>
          <a:fillRef xmlns:a="http://schemas.openxmlformats.org/drawingml/2006/main" idx="0"/>
          <a:effectRef xmlns:a="http://schemas.openxmlformats.org/drawingml/2006/main" idx="11"/>
          <a:fontRef xmlns:a="http://schemas.openxmlformats.org/drawingml/2006/main" idx="major"/>
        </p:style>
      </p:sp>
      <p:sp>
        <p:nvSpPr>
          <p:cNvPr id="195" name="video-token-tensor-cell0-0">
            <a:extLst xmlns:a="http://schemas.openxmlformats.org/drawingml/2006/main">
              <a:ext uri="{FF2B5EF4-FFF2-40B4-BE49-F238E27FC236}">
                <a16:creationId xmlns:a16="http://schemas.microsoft.com/office/drawing/2014/main" id="{D93A1D0E-3AC5-454B-B517-DF42572D766D}"/>
              </a:ext>
            </a:extLst>
          </p:cNvPr>
          <p:cNvSpPr>
            <a:spLocks xmlns:a="http://schemas.openxmlformats.org/drawingml/2006/main" noGrp="1"/>
          </p:cNvSpPr>
          <p:nvPr/>
        </p:nvSpPr>
        <p:spPr>
          <a:xfrm xmlns:a="http://schemas.openxmlformats.org/drawingml/2006/main">
            <a:off x="4587240" y="2918460"/>
            <a:ext cx="96520" cy="114300"/>
          </a:xfrm>
          <a:prstGeom xmlns:a="http://schemas.openxmlformats.org/drawingml/2006/main" prst="rect">
            <a:avLst/>
          </a:prstGeom>
          <a:solidFill xmlns:a="http://schemas.openxmlformats.org/drawingml/2006/main">
            <a:srgbClr val="98ACD2"/>
          </a:solidFill>
          <a:ln xmlns:a="http://schemas.openxmlformats.org/drawingml/2006/main" w="0">
            <a:noFill/>
          </a:ln>
        </p:spPr>
      </p:sp>
      <p:sp>
        <p:nvSpPr>
          <p:cNvPr id="196" name="video-token-tensor-cell0-1">
            <a:extLst xmlns:a="http://schemas.openxmlformats.org/drawingml/2006/main">
              <a:ext uri="{FF2B5EF4-FFF2-40B4-BE49-F238E27FC236}">
                <a16:creationId xmlns:a16="http://schemas.microsoft.com/office/drawing/2014/main" id="{CCCAD6DF-9ECB-440C-A3BA-95E3A9FB6010}"/>
              </a:ext>
            </a:extLst>
          </p:cNvPr>
          <p:cNvSpPr>
            <a:spLocks xmlns:a="http://schemas.openxmlformats.org/drawingml/2006/main" noGrp="1"/>
          </p:cNvSpPr>
          <p:nvPr/>
        </p:nvSpPr>
        <p:spPr>
          <a:xfrm xmlns:a="http://schemas.openxmlformats.org/drawingml/2006/main">
            <a:off x="4706620" y="2918460"/>
            <a:ext cx="96520" cy="114300"/>
          </a:xfrm>
          <a:prstGeom xmlns:a="http://schemas.openxmlformats.org/drawingml/2006/main" prst="rect">
            <a:avLst/>
          </a:prstGeom>
          <a:solidFill xmlns:a="http://schemas.openxmlformats.org/drawingml/2006/main">
            <a:srgbClr val="B7C8E2"/>
          </a:solidFill>
          <a:ln xmlns:a="http://schemas.openxmlformats.org/drawingml/2006/main" w="0">
            <a:noFill/>
          </a:ln>
        </p:spPr>
      </p:sp>
      <p:sp>
        <p:nvSpPr>
          <p:cNvPr id="197" name="video-token-tensor-cell0-2">
            <a:extLst xmlns:a="http://schemas.openxmlformats.org/drawingml/2006/main">
              <a:ext uri="{FF2B5EF4-FFF2-40B4-BE49-F238E27FC236}">
                <a16:creationId xmlns:a16="http://schemas.microsoft.com/office/drawing/2014/main" id="{821B1757-539A-44A8-94A4-C694A2B294A9}"/>
              </a:ext>
            </a:extLst>
          </p:cNvPr>
          <p:cNvSpPr>
            <a:spLocks xmlns:a="http://schemas.openxmlformats.org/drawingml/2006/main" noGrp="1"/>
          </p:cNvSpPr>
          <p:nvPr/>
        </p:nvSpPr>
        <p:spPr>
          <a:xfrm xmlns:a="http://schemas.openxmlformats.org/drawingml/2006/main">
            <a:off x="4826000" y="2918460"/>
            <a:ext cx="96520" cy="114300"/>
          </a:xfrm>
          <a:prstGeom xmlns:a="http://schemas.openxmlformats.org/drawingml/2006/main" prst="rect">
            <a:avLst/>
          </a:prstGeom>
          <a:solidFill xmlns:a="http://schemas.openxmlformats.org/drawingml/2006/main">
            <a:srgbClr val="D7E1F0"/>
          </a:solidFill>
          <a:ln xmlns:a="http://schemas.openxmlformats.org/drawingml/2006/main" w="0">
            <a:noFill/>
          </a:ln>
        </p:spPr>
      </p:sp>
      <p:sp>
        <p:nvSpPr>
          <p:cNvPr id="198" name="video-token-tensor-cell1-0">
            <a:extLst xmlns:a="http://schemas.openxmlformats.org/drawingml/2006/main">
              <a:ext uri="{FF2B5EF4-FFF2-40B4-BE49-F238E27FC236}">
                <a16:creationId xmlns:a16="http://schemas.microsoft.com/office/drawing/2014/main" id="{9324C7D7-29C1-425A-8408-3B88E642D571}"/>
              </a:ext>
            </a:extLst>
          </p:cNvPr>
          <p:cNvSpPr>
            <a:spLocks xmlns:a="http://schemas.openxmlformats.org/drawingml/2006/main" noGrp="1"/>
          </p:cNvSpPr>
          <p:nvPr/>
        </p:nvSpPr>
        <p:spPr>
          <a:xfrm xmlns:a="http://schemas.openxmlformats.org/drawingml/2006/main">
            <a:off x="4587240" y="3055620"/>
            <a:ext cx="96520" cy="114300"/>
          </a:xfrm>
          <a:prstGeom xmlns:a="http://schemas.openxmlformats.org/drawingml/2006/main" prst="rect">
            <a:avLst/>
          </a:prstGeom>
          <a:solidFill xmlns:a="http://schemas.openxmlformats.org/drawingml/2006/main">
            <a:srgbClr val="D7E1F0"/>
          </a:solidFill>
          <a:ln xmlns:a="http://schemas.openxmlformats.org/drawingml/2006/main" w="0">
            <a:noFill/>
          </a:ln>
        </p:spPr>
      </p:sp>
      <p:sp>
        <p:nvSpPr>
          <p:cNvPr id="199" name="video-token-tensor-cell1-1">
            <a:extLst xmlns:a="http://schemas.openxmlformats.org/drawingml/2006/main">
              <a:ext uri="{FF2B5EF4-FFF2-40B4-BE49-F238E27FC236}">
                <a16:creationId xmlns:a16="http://schemas.microsoft.com/office/drawing/2014/main" id="{14BFACDD-5095-44D9-8D96-C15E8CD4D2B8}"/>
              </a:ext>
            </a:extLst>
          </p:cNvPr>
          <p:cNvSpPr>
            <a:spLocks xmlns:a="http://schemas.openxmlformats.org/drawingml/2006/main" noGrp="1"/>
          </p:cNvSpPr>
          <p:nvPr/>
        </p:nvSpPr>
        <p:spPr>
          <a:xfrm xmlns:a="http://schemas.openxmlformats.org/drawingml/2006/main">
            <a:off x="4706620" y="3055620"/>
            <a:ext cx="96520" cy="114300"/>
          </a:xfrm>
          <a:prstGeom xmlns:a="http://schemas.openxmlformats.org/drawingml/2006/main" prst="rect">
            <a:avLst/>
          </a:prstGeom>
          <a:solidFill xmlns:a="http://schemas.openxmlformats.org/drawingml/2006/main">
            <a:srgbClr val="98ACD2"/>
          </a:solidFill>
          <a:ln xmlns:a="http://schemas.openxmlformats.org/drawingml/2006/main" w="0">
            <a:noFill/>
          </a:ln>
        </p:spPr>
      </p:sp>
      <p:sp>
        <p:nvSpPr>
          <p:cNvPr id="200" name="video-token-tensor-cell1-2">
            <a:extLst xmlns:a="http://schemas.openxmlformats.org/drawingml/2006/main">
              <a:ext uri="{FF2B5EF4-FFF2-40B4-BE49-F238E27FC236}">
                <a16:creationId xmlns:a16="http://schemas.microsoft.com/office/drawing/2014/main" id="{253F017E-368D-4B69-BDE2-81248FE72126}"/>
              </a:ext>
            </a:extLst>
          </p:cNvPr>
          <p:cNvSpPr>
            <a:spLocks xmlns:a="http://schemas.openxmlformats.org/drawingml/2006/main" noGrp="1"/>
          </p:cNvSpPr>
          <p:nvPr/>
        </p:nvSpPr>
        <p:spPr>
          <a:xfrm xmlns:a="http://schemas.openxmlformats.org/drawingml/2006/main">
            <a:off x="4826000" y="3055620"/>
            <a:ext cx="96520" cy="114300"/>
          </a:xfrm>
          <a:prstGeom xmlns:a="http://schemas.openxmlformats.org/drawingml/2006/main" prst="rect">
            <a:avLst/>
          </a:prstGeom>
          <a:solidFill xmlns:a="http://schemas.openxmlformats.org/drawingml/2006/main">
            <a:srgbClr val="B7C8E2"/>
          </a:solidFill>
          <a:ln xmlns:a="http://schemas.openxmlformats.org/drawingml/2006/main" w="0">
            <a:noFill/>
          </a:ln>
        </p:spPr>
      </p:sp>
      <p:sp>
        <p:nvSpPr>
          <p:cNvPr id="201" name="video-token-tensor-cell2-0">
            <a:extLst xmlns:a="http://schemas.openxmlformats.org/drawingml/2006/main">
              <a:ext uri="{FF2B5EF4-FFF2-40B4-BE49-F238E27FC236}">
                <a16:creationId xmlns:a16="http://schemas.microsoft.com/office/drawing/2014/main" id="{8F3F1359-0A2A-40D4-B7E4-18FD3B56F409}"/>
              </a:ext>
            </a:extLst>
          </p:cNvPr>
          <p:cNvSpPr>
            <a:spLocks xmlns:a="http://schemas.openxmlformats.org/drawingml/2006/main" noGrp="1"/>
          </p:cNvSpPr>
          <p:nvPr/>
        </p:nvSpPr>
        <p:spPr>
          <a:xfrm xmlns:a="http://schemas.openxmlformats.org/drawingml/2006/main">
            <a:off x="4587240" y="3192780"/>
            <a:ext cx="96520" cy="114300"/>
          </a:xfrm>
          <a:prstGeom xmlns:a="http://schemas.openxmlformats.org/drawingml/2006/main" prst="rect">
            <a:avLst/>
          </a:prstGeom>
          <a:solidFill xmlns:a="http://schemas.openxmlformats.org/drawingml/2006/main">
            <a:srgbClr val="B7C8E2"/>
          </a:solidFill>
          <a:ln xmlns:a="http://schemas.openxmlformats.org/drawingml/2006/main" w="0">
            <a:noFill/>
          </a:ln>
        </p:spPr>
      </p:sp>
      <p:sp>
        <p:nvSpPr>
          <p:cNvPr id="202" name="video-token-tensor-cell2-1">
            <a:extLst xmlns:a="http://schemas.openxmlformats.org/drawingml/2006/main">
              <a:ext uri="{FF2B5EF4-FFF2-40B4-BE49-F238E27FC236}">
                <a16:creationId xmlns:a16="http://schemas.microsoft.com/office/drawing/2014/main" id="{D085F879-F338-4299-AC47-3CE0A5B8C1EA}"/>
              </a:ext>
            </a:extLst>
          </p:cNvPr>
          <p:cNvSpPr>
            <a:spLocks xmlns:a="http://schemas.openxmlformats.org/drawingml/2006/main" noGrp="1"/>
          </p:cNvSpPr>
          <p:nvPr/>
        </p:nvSpPr>
        <p:spPr>
          <a:xfrm xmlns:a="http://schemas.openxmlformats.org/drawingml/2006/main">
            <a:off x="4706620" y="3192780"/>
            <a:ext cx="96520" cy="114300"/>
          </a:xfrm>
          <a:prstGeom xmlns:a="http://schemas.openxmlformats.org/drawingml/2006/main" prst="rect">
            <a:avLst/>
          </a:prstGeom>
          <a:solidFill xmlns:a="http://schemas.openxmlformats.org/drawingml/2006/main">
            <a:srgbClr val="D7E1F0"/>
          </a:solidFill>
          <a:ln xmlns:a="http://schemas.openxmlformats.org/drawingml/2006/main" w="0">
            <a:noFill/>
          </a:ln>
        </p:spPr>
      </p:sp>
      <p:sp>
        <p:nvSpPr>
          <p:cNvPr id="203" name="video-token-tensor-cell2-2">
            <a:extLst xmlns:a="http://schemas.openxmlformats.org/drawingml/2006/main">
              <a:ext uri="{FF2B5EF4-FFF2-40B4-BE49-F238E27FC236}">
                <a16:creationId xmlns:a16="http://schemas.microsoft.com/office/drawing/2014/main" id="{B98FC641-8292-4C96-AF24-480736D22212}"/>
              </a:ext>
            </a:extLst>
          </p:cNvPr>
          <p:cNvSpPr>
            <a:spLocks xmlns:a="http://schemas.openxmlformats.org/drawingml/2006/main" noGrp="1"/>
          </p:cNvSpPr>
          <p:nvPr/>
        </p:nvSpPr>
        <p:spPr>
          <a:xfrm xmlns:a="http://schemas.openxmlformats.org/drawingml/2006/main">
            <a:off x="4826000" y="3192780"/>
            <a:ext cx="96520" cy="114300"/>
          </a:xfrm>
          <a:prstGeom xmlns:a="http://schemas.openxmlformats.org/drawingml/2006/main" prst="rect">
            <a:avLst/>
          </a:prstGeom>
          <a:solidFill xmlns:a="http://schemas.openxmlformats.org/drawingml/2006/main">
            <a:srgbClr val="98ACD2"/>
          </a:solidFill>
          <a:ln xmlns:a="http://schemas.openxmlformats.org/drawingml/2006/main" w="0">
            <a:noFill/>
          </a:ln>
        </p:spPr>
      </p:sp>
      <p:pic>
        <p:nvPicPr>
          <p:cNvPr id="679" name=""/>
          <p:cNvPicPr>
            <a:picLocks xmlns:a="http://schemas.openxmlformats.org/drawingml/2006/main" noChangeAspect="1"/>
          </p:cNvPicPr>
          <p:nvPr/>
        </p:nvPicPr>
        <p:blipFill>
          <a:blip xmlns:r="http://schemas.openxmlformats.org/officeDocument/2006/relationships" xmlns:a="http://schemas.openxmlformats.org/drawingml/2006/main" r:embed="R6049fc28b5da4800">
            <a:extLst>
              <a:ext uri="{96DAC541-7B7A-43D3-8B79-37D633B846F1}">
                <asvg:svgBlip xmlns:asvg="http://schemas.microsoft.com/office/drawing/2016/SVG/main" r:embed="Rcd3fae664e3542d0"/>
              </a:ext>
            </a:extLst>
          </a:blip>
          <a:stretch xmlns:a="http://schemas.openxmlformats.org/drawingml/2006/main"/>
        </p:blipFill>
        <p:spPr>
          <a:xfrm xmlns:a="http://schemas.openxmlformats.org/drawingml/2006/main">
            <a:off x="4188943" y="3466376"/>
            <a:ext cx="171755" cy="115748"/>
          </a:xfrm>
          <a:prstGeom xmlns:a="http://schemas.openxmlformats.org/drawingml/2006/main" prst="rect">
            <a:avLst/>
          </a:prstGeom>
        </p:spPr>
      </p:pic>
      <p:pic>
        <p:nvPicPr>
          <p:cNvPr id="680" name=""/>
          <p:cNvPicPr>
            <a:picLocks xmlns:a="http://schemas.openxmlformats.org/drawingml/2006/main" noChangeAspect="1"/>
          </p:cNvPicPr>
          <p:nvPr/>
        </p:nvPicPr>
        <p:blipFill>
          <a:blip xmlns:r="http://schemas.openxmlformats.org/officeDocument/2006/relationships" xmlns:a="http://schemas.openxmlformats.org/drawingml/2006/main" r:embed="R26aea3b0331a4dc2">
            <a:extLst>
              <a:ext uri="{96DAC541-7B7A-43D3-8B79-37D633B846F1}">
                <asvg:svgBlip xmlns:asvg="http://schemas.microsoft.com/office/drawing/2016/SVG/main" r:embed="R2778ef9bca524f6b"/>
              </a:ext>
            </a:extLst>
          </a:blip>
          <a:stretch xmlns:a="http://schemas.openxmlformats.org/drawingml/2006/main"/>
        </p:blipFill>
        <p:spPr>
          <a:xfrm xmlns:a="http://schemas.openxmlformats.org/drawingml/2006/main">
            <a:off x="4709474" y="3457232"/>
            <a:ext cx="243211" cy="134036"/>
          </a:xfrm>
          <a:prstGeom xmlns:a="http://schemas.openxmlformats.org/drawingml/2006/main" prst="rect">
            <a:avLst/>
          </a:prstGeom>
        </p:spPr>
      </p:pic>
      <p:pic>
        <p:nvPicPr>
          <p:cNvPr id="681" name=""/>
          <p:cNvPicPr>
            <a:picLocks xmlns:a="http://schemas.openxmlformats.org/drawingml/2006/main" noChangeAspect="1"/>
          </p:cNvPicPr>
          <p:nvPr/>
        </p:nvPicPr>
        <p:blipFill>
          <a:blip xmlns:r="http://schemas.openxmlformats.org/officeDocument/2006/relationships" xmlns:a="http://schemas.openxmlformats.org/drawingml/2006/main" r:embed="R297d3bd9ccf94bdb">
            <a:extLst>
              <a:ext uri="{96DAC541-7B7A-43D3-8B79-37D633B846F1}">
                <asvg:svgBlip xmlns:asvg="http://schemas.microsoft.com/office/drawing/2016/SVG/main" r:embed="R4068a823f0ec4638"/>
              </a:ext>
            </a:extLst>
          </a:blip>
          <a:stretch xmlns:a="http://schemas.openxmlformats.org/drawingml/2006/main"/>
        </p:blipFill>
        <p:spPr>
          <a:xfrm xmlns:a="http://schemas.openxmlformats.org/drawingml/2006/main">
            <a:off x="5536486" y="2676577"/>
            <a:ext cx="219867" cy="125626"/>
          </a:xfrm>
          <a:prstGeom xmlns:a="http://schemas.openxmlformats.org/drawingml/2006/main" prst="rect">
            <a:avLst/>
          </a:prstGeom>
        </p:spPr>
      </p:pic>
      <p:sp>
        <p:nvSpPr>
          <p:cNvPr id="207" name="video-projection-adaln-top">
            <a:extLst xmlns:a="http://schemas.openxmlformats.org/drawingml/2006/main">
              <a:ext uri="{FF2B5EF4-FFF2-40B4-BE49-F238E27FC236}">
                <a16:creationId xmlns:a16="http://schemas.microsoft.com/office/drawing/2014/main" id="{3039F918-ECDD-4382-A7D1-289A91C17A83}"/>
              </a:ext>
            </a:extLst>
          </p:cNvPr>
          <p:cNvSpPr>
            <a:spLocks xmlns:a="http://schemas.openxmlformats.org/drawingml/2006/main" noGrp="1"/>
          </p:cNvSpPr>
          <p:nvPr/>
        </p:nvSpPr>
        <p:spPr>
          <a:xfrm xmlns:a="http://schemas.openxmlformats.org/drawingml/2006/main">
            <a:off x="5303520" y="2819400"/>
            <a:ext cx="739140" cy="53340"/>
          </a:xfrm>
          <a:custGeom xmlns:a="http://schemas.openxmlformats.org/drawingml/2006/main">
            <a:pathLst>
              <a:path w="923925" h="66675">
                <a:moveTo>
                  <a:pt x="0" y="66675"/>
                </a:moveTo>
                <a:lnTo>
                  <a:pt x="66675" y="0"/>
                </a:lnTo>
                <a:lnTo>
                  <a:pt x="923925" y="0"/>
                </a:lnTo>
                <a:lnTo>
                  <a:pt x="857250" y="66675"/>
                </a:lnTo>
                <a:close/>
              </a:path>
            </a:pathLst>
          </a:custGeom>
          <a:solidFill xmlns:a="http://schemas.openxmlformats.org/drawingml/2006/main">
            <a:srgbClr val="F9FAFD"/>
          </a:solidFill>
          <a:ln xmlns:a="http://schemas.openxmlformats.org/drawingml/2006/main" w="11430">
            <a:solidFill>
              <a:srgbClr val="63788A"/>
            </a:solidFill>
          </a:ln>
        </p:spPr>
      </p:sp>
      <p:sp>
        <p:nvSpPr>
          <p:cNvPr id="208" name="video-projection-adaln-side">
            <a:extLst xmlns:a="http://schemas.openxmlformats.org/drawingml/2006/main">
              <a:ext uri="{FF2B5EF4-FFF2-40B4-BE49-F238E27FC236}">
                <a16:creationId xmlns:a16="http://schemas.microsoft.com/office/drawing/2014/main" id="{17828B87-B3A7-4B45-B514-6FD890519EF4}"/>
              </a:ext>
            </a:extLst>
          </p:cNvPr>
          <p:cNvSpPr>
            <a:spLocks xmlns:a="http://schemas.openxmlformats.org/drawingml/2006/main" noGrp="1"/>
          </p:cNvSpPr>
          <p:nvPr/>
        </p:nvSpPr>
        <p:spPr>
          <a:xfrm xmlns:a="http://schemas.openxmlformats.org/drawingml/2006/main">
            <a:off x="5989320" y="2819400"/>
            <a:ext cx="53340" cy="556260"/>
          </a:xfrm>
          <a:custGeom xmlns:a="http://schemas.openxmlformats.org/drawingml/2006/main">
            <a:pathLst>
              <a:path w="66675" h="695325">
                <a:moveTo>
                  <a:pt x="0" y="66675"/>
                </a:moveTo>
                <a:lnTo>
                  <a:pt x="66675" y="0"/>
                </a:lnTo>
                <a:lnTo>
                  <a:pt x="66675" y="628650"/>
                </a:lnTo>
                <a:lnTo>
                  <a:pt x="0" y="695325"/>
                </a:lnTo>
                <a:close/>
              </a:path>
            </a:pathLst>
          </a:custGeom>
          <a:solidFill xmlns:a="http://schemas.openxmlformats.org/drawingml/2006/main">
            <a:srgbClr val="BDCDD9"/>
          </a:solidFill>
          <a:ln xmlns:a="http://schemas.openxmlformats.org/drawingml/2006/main" w="11430">
            <a:solidFill>
              <a:srgbClr val="63788A"/>
            </a:solidFill>
          </a:ln>
        </p:spPr>
      </p:sp>
      <p:sp>
        <p:nvSpPr>
          <p:cNvPr id="209" name="video-projection-adaln-front">
            <a:extLst xmlns:a="http://schemas.openxmlformats.org/drawingml/2006/main">
              <a:ext uri="{FF2B5EF4-FFF2-40B4-BE49-F238E27FC236}">
                <a16:creationId xmlns:a16="http://schemas.microsoft.com/office/drawing/2014/main" id="{56CD14F9-F3D2-4079-8122-7CA0114571D4}"/>
              </a:ext>
            </a:extLst>
          </p:cNvPr>
          <p:cNvSpPr>
            <a:spLocks xmlns:a="http://schemas.openxmlformats.org/drawingml/2006/main" noGrp="1"/>
          </p:cNvSpPr>
          <p:nvPr/>
        </p:nvSpPr>
        <p:spPr>
          <a:xfrm xmlns:a="http://schemas.openxmlformats.org/drawingml/2006/main">
            <a:off x="5303520" y="2872740"/>
            <a:ext cx="685800" cy="502920"/>
          </a:xfrm>
          <a:prstGeom xmlns:a="http://schemas.openxmlformats.org/drawingml/2006/main" prst="rect">
            <a:avLst/>
          </a:prstGeom>
          <a:solidFill xmlns:a="http://schemas.openxmlformats.org/drawingml/2006/main">
            <a:srgbClr val="DCE6EE"/>
          </a:solidFill>
          <a:ln xmlns:a="http://schemas.openxmlformats.org/drawingml/2006/main" w="8382">
            <a:solidFill>
              <a:srgbClr val="63788A"/>
            </a:solidFill>
          </a:ln>
        </p:spPr>
        <p:style>
          <a:lnRef xmlns:a="http://schemas.openxmlformats.org/drawingml/2006/main" idx="0"/>
          <a:fillRef xmlns:a="http://schemas.openxmlformats.org/drawingml/2006/main" idx="0"/>
          <a:effectRef xmlns:a="http://schemas.openxmlformats.org/drawingml/2006/main" idx="11"/>
          <a:fontRef xmlns:a="http://schemas.openxmlformats.org/drawingml/2006/main" idx="major"/>
        </p:style>
      </p:sp>
      <p:sp>
        <p:nvSpPr>
          <p:cNvPr id="210" name="video-projection-adaln-label">
            <a:extLst xmlns:a="http://schemas.openxmlformats.org/drawingml/2006/main">
              <a:ext uri="{FF2B5EF4-FFF2-40B4-BE49-F238E27FC236}">
                <a16:creationId xmlns:a16="http://schemas.microsoft.com/office/drawing/2014/main" id="{8BFAF753-8ECD-4202-82E0-1372FEFD5689}"/>
              </a:ext>
            </a:extLst>
          </p:cNvPr>
          <p:cNvSpPr>
            <a:spLocks xmlns:a="http://schemas.openxmlformats.org/drawingml/2006/main" noGrp="1"/>
          </p:cNvSpPr>
          <p:nvPr/>
        </p:nvSpPr>
        <p:spPr>
          <a:xfrm xmlns:a="http://schemas.openxmlformats.org/drawingml/2006/main">
            <a:off x="5334000" y="2918460"/>
            <a:ext cx="62484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20" i="0">
                <a:solidFill>
                  <a:srgbClr val="202B33"/>
                </a:solidFill>
                <a:latin typeface="Toppan Bunkyu Mincho"/>
                <a:ea typeface="Toppan Bunkyu Mincho"/>
                <a:cs typeface="Toppan Bunkyu Mincho"/>
              </a:defRPr>
            </a:pPr>
            <a:r>
              <a:rPr sz="1320" i="0">
                <a:solidFill>
                  <a:srgbClr val="202B33"/>
                </a:solidFill>
                <a:latin typeface="Toppan Bunkyu Mincho"/>
                <a:ea typeface="Toppan Bunkyu Mincho"/>
                <a:cs typeface="Toppan Bunkyu Mincho"/>
              </a:rPr>
              <a:t>AdaLN</a:t>
            </a:r>
          </a:p>
        </p:txBody>
      </p:sp>
      <p:pic>
        <p:nvPicPr>
          <p:cNvPr id="686" name=""/>
          <p:cNvPicPr>
            <a:picLocks xmlns:a="http://schemas.openxmlformats.org/drawingml/2006/main" noChangeAspect="1"/>
          </p:cNvPicPr>
          <p:nvPr/>
        </p:nvPicPr>
        <p:blipFill>
          <a:blip xmlns:r="http://schemas.openxmlformats.org/officeDocument/2006/relationships" xmlns:a="http://schemas.openxmlformats.org/drawingml/2006/main" r:embed="R292d1a0caf3d451e">
            <a:extLst>
              <a:ext uri="{96DAC541-7B7A-43D3-8B79-37D633B846F1}">
                <asvg:svgBlip xmlns:asvg="http://schemas.microsoft.com/office/drawing/2016/SVG/main" r:embed="R14fb033a62e44083"/>
              </a:ext>
            </a:extLst>
          </a:blip>
          <a:stretch xmlns:a="http://schemas.openxmlformats.org/drawingml/2006/main"/>
        </p:blipFill>
        <p:spPr>
          <a:xfrm xmlns:a="http://schemas.openxmlformats.org/drawingml/2006/main">
            <a:off x="5392336" y="3184162"/>
            <a:ext cx="508167" cy="154396"/>
          </a:xfrm>
          <a:prstGeom xmlns:a="http://schemas.openxmlformats.org/drawingml/2006/main" prst="rect">
            <a:avLst/>
          </a:prstGeom>
        </p:spPr>
      </p:pic>
      <p:sp>
        <p:nvSpPr>
          <p:cNvPr id="212" name="Local block arrow 7">
            <a:extLst xmlns:a="http://schemas.openxmlformats.org/drawingml/2006/main">
              <a:ext uri="{FF2B5EF4-FFF2-40B4-BE49-F238E27FC236}">
                <a16:creationId xmlns:a16="http://schemas.microsoft.com/office/drawing/2014/main" id="{E2ACCCD8-3C53-4E2F-8768-EACE61EA55F4}"/>
              </a:ext>
            </a:extLst>
          </p:cNvPr>
          <p:cNvSpPr>
            <a:spLocks xmlns:a="http://schemas.openxmlformats.org/drawingml/2006/main" noGrp="1"/>
          </p:cNvSpPr>
          <p:nvPr/>
        </p:nvSpPr>
        <p:spPr>
          <a:xfrm xmlns:a="http://schemas.openxmlformats.org/drawingml/2006/main">
            <a:off x="6065520" y="3070860"/>
            <a:ext cx="137160" cy="106680"/>
          </a:xfrm>
          <a:prstGeom xmlns:a="http://schemas.openxmlformats.org/drawingml/2006/main" prst="right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sp>
        <p:nvSpPr>
          <p:cNvPr id="213" name="video-projection-qkv-top">
            <a:extLst xmlns:a="http://schemas.openxmlformats.org/drawingml/2006/main">
              <a:ext uri="{FF2B5EF4-FFF2-40B4-BE49-F238E27FC236}">
                <a16:creationId xmlns:a16="http://schemas.microsoft.com/office/drawing/2014/main" id="{6B1B6ED8-9FFA-4369-9853-1DBA6F7DF26F}"/>
              </a:ext>
            </a:extLst>
          </p:cNvPr>
          <p:cNvSpPr>
            <a:spLocks xmlns:a="http://schemas.openxmlformats.org/drawingml/2006/main" noGrp="1"/>
          </p:cNvSpPr>
          <p:nvPr/>
        </p:nvSpPr>
        <p:spPr>
          <a:xfrm xmlns:a="http://schemas.openxmlformats.org/drawingml/2006/main">
            <a:off x="6248400" y="2819400"/>
            <a:ext cx="746760" cy="53340"/>
          </a:xfrm>
          <a:custGeom xmlns:a="http://schemas.openxmlformats.org/drawingml/2006/main">
            <a:pathLst>
              <a:path w="933450" h="66675">
                <a:moveTo>
                  <a:pt x="0" y="66675"/>
                </a:moveTo>
                <a:lnTo>
                  <a:pt x="66675" y="0"/>
                </a:lnTo>
                <a:lnTo>
                  <a:pt x="933450" y="0"/>
                </a:lnTo>
                <a:lnTo>
                  <a:pt x="866775" y="66675"/>
                </a:lnTo>
                <a:close/>
              </a:path>
            </a:pathLst>
          </a:custGeom>
          <a:solidFill xmlns:a="http://schemas.openxmlformats.org/drawingml/2006/main">
            <a:srgbClr val="F9FAFD"/>
          </a:solidFill>
          <a:ln xmlns:a="http://schemas.openxmlformats.org/drawingml/2006/main" w="11430">
            <a:solidFill>
              <a:srgbClr val="63788A"/>
            </a:solidFill>
          </a:ln>
        </p:spPr>
      </p:sp>
      <p:sp>
        <p:nvSpPr>
          <p:cNvPr id="214" name="video-projection-qkv-side">
            <a:extLst xmlns:a="http://schemas.openxmlformats.org/drawingml/2006/main">
              <a:ext uri="{FF2B5EF4-FFF2-40B4-BE49-F238E27FC236}">
                <a16:creationId xmlns:a16="http://schemas.microsoft.com/office/drawing/2014/main" id="{4744D7C2-6822-4A60-B937-48C2923FC6C0}"/>
              </a:ext>
            </a:extLst>
          </p:cNvPr>
          <p:cNvSpPr>
            <a:spLocks xmlns:a="http://schemas.openxmlformats.org/drawingml/2006/main" noGrp="1"/>
          </p:cNvSpPr>
          <p:nvPr/>
        </p:nvSpPr>
        <p:spPr>
          <a:xfrm xmlns:a="http://schemas.openxmlformats.org/drawingml/2006/main">
            <a:off x="6941820" y="2819400"/>
            <a:ext cx="53340" cy="556260"/>
          </a:xfrm>
          <a:custGeom xmlns:a="http://schemas.openxmlformats.org/drawingml/2006/main">
            <a:pathLst>
              <a:path w="66675" h="695325">
                <a:moveTo>
                  <a:pt x="0" y="66675"/>
                </a:moveTo>
                <a:lnTo>
                  <a:pt x="66675" y="0"/>
                </a:lnTo>
                <a:lnTo>
                  <a:pt x="66675" y="628650"/>
                </a:lnTo>
                <a:lnTo>
                  <a:pt x="0" y="695325"/>
                </a:lnTo>
                <a:close/>
              </a:path>
            </a:pathLst>
          </a:custGeom>
          <a:solidFill xmlns:a="http://schemas.openxmlformats.org/drawingml/2006/main">
            <a:srgbClr val="C4CED8"/>
          </a:solidFill>
          <a:ln xmlns:a="http://schemas.openxmlformats.org/drawingml/2006/main" w="11430">
            <a:solidFill>
              <a:srgbClr val="63788A"/>
            </a:solidFill>
          </a:ln>
        </p:spPr>
      </p:sp>
      <p:sp>
        <p:nvSpPr>
          <p:cNvPr id="215" name="video-projection-qkv-front">
            <a:extLst xmlns:a="http://schemas.openxmlformats.org/drawingml/2006/main">
              <a:ext uri="{FF2B5EF4-FFF2-40B4-BE49-F238E27FC236}">
                <a16:creationId xmlns:a16="http://schemas.microsoft.com/office/drawing/2014/main" id="{0399AB8A-5CA4-435F-A4A8-62B5CAB250F5}"/>
              </a:ext>
            </a:extLst>
          </p:cNvPr>
          <p:cNvSpPr>
            <a:spLocks xmlns:a="http://schemas.openxmlformats.org/drawingml/2006/main" noGrp="1"/>
          </p:cNvSpPr>
          <p:nvPr/>
        </p:nvSpPr>
        <p:spPr>
          <a:xfrm xmlns:a="http://schemas.openxmlformats.org/drawingml/2006/main">
            <a:off x="6248400" y="2872740"/>
            <a:ext cx="693420" cy="502920"/>
          </a:xfrm>
          <a:prstGeom xmlns:a="http://schemas.openxmlformats.org/drawingml/2006/main" prst="rect">
            <a:avLst/>
          </a:prstGeom>
          <a:solidFill xmlns:a="http://schemas.openxmlformats.org/drawingml/2006/main">
            <a:srgbClr val="E8EDF2"/>
          </a:solidFill>
          <a:ln xmlns:a="http://schemas.openxmlformats.org/drawingml/2006/main" w="8382">
            <a:solidFill>
              <a:srgbClr val="63788A"/>
            </a:solidFill>
          </a:ln>
        </p:spPr>
        <p:style>
          <a:lnRef xmlns:a="http://schemas.openxmlformats.org/drawingml/2006/main" idx="0"/>
          <a:fillRef xmlns:a="http://schemas.openxmlformats.org/drawingml/2006/main" idx="0"/>
          <a:effectRef xmlns:a="http://schemas.openxmlformats.org/drawingml/2006/main" idx="11"/>
          <a:fontRef xmlns:a="http://schemas.openxmlformats.org/drawingml/2006/main" idx="major"/>
        </p:style>
      </p:sp>
      <p:pic>
        <p:nvPicPr>
          <p:cNvPr id="691" name=""/>
          <p:cNvPicPr>
            <a:picLocks xmlns:a="http://schemas.openxmlformats.org/drawingml/2006/main" noChangeAspect="1"/>
          </p:cNvPicPr>
          <p:nvPr/>
        </p:nvPicPr>
        <p:blipFill>
          <a:blip xmlns:r="http://schemas.openxmlformats.org/officeDocument/2006/relationships" xmlns:a="http://schemas.openxmlformats.org/drawingml/2006/main" r:embed="R7174f977ab3c4a18">
            <a:extLst>
              <a:ext uri="{96DAC541-7B7A-43D3-8B79-37D633B846F1}">
                <asvg:svgBlip xmlns:asvg="http://schemas.microsoft.com/office/drawing/2016/SVG/main" r:embed="R2984bb4cf2b54ade"/>
              </a:ext>
            </a:extLst>
          </a:blip>
          <a:stretch xmlns:a="http://schemas.openxmlformats.org/drawingml/2006/main"/>
        </p:blipFill>
        <p:spPr>
          <a:xfrm xmlns:a="http://schemas.openxmlformats.org/drawingml/2006/main">
            <a:off x="6278880" y="3051279"/>
            <a:ext cx="632460" cy="145841"/>
          </a:xfrm>
          <a:prstGeom xmlns:a="http://schemas.openxmlformats.org/drawingml/2006/main" prst="rect">
            <a:avLst/>
          </a:prstGeom>
        </p:spPr>
      </p:pic>
      <p:sp>
        <p:nvSpPr>
          <p:cNvPr id="217" name="Local block arrow 8">
            <a:extLst xmlns:a="http://schemas.openxmlformats.org/drawingml/2006/main">
              <a:ext uri="{FF2B5EF4-FFF2-40B4-BE49-F238E27FC236}">
                <a16:creationId xmlns:a16="http://schemas.microsoft.com/office/drawing/2014/main" id="{8505C7CD-6A47-495A-8383-EBEA1E36B5CE}"/>
              </a:ext>
            </a:extLst>
          </p:cNvPr>
          <p:cNvSpPr>
            <a:spLocks xmlns:a="http://schemas.openxmlformats.org/drawingml/2006/main" noGrp="1"/>
          </p:cNvSpPr>
          <p:nvPr/>
        </p:nvSpPr>
        <p:spPr>
          <a:xfrm xmlns:a="http://schemas.openxmlformats.org/drawingml/2006/main">
            <a:off x="5128260" y="3070860"/>
            <a:ext cx="144780" cy="106680"/>
          </a:xfrm>
          <a:prstGeom xmlns:a="http://schemas.openxmlformats.org/drawingml/2006/main" prst="right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sp>
        <p:nvSpPr>
          <p:cNvPr id="218" name="Local block arrow 9">
            <a:extLst xmlns:a="http://schemas.openxmlformats.org/drawingml/2006/main">
              <a:ext uri="{FF2B5EF4-FFF2-40B4-BE49-F238E27FC236}">
                <a16:creationId xmlns:a16="http://schemas.microsoft.com/office/drawing/2014/main" id="{E66130BF-1526-4F21-B19A-208F1F6780C4}"/>
              </a:ext>
            </a:extLst>
          </p:cNvPr>
          <p:cNvSpPr>
            <a:spLocks xmlns:a="http://schemas.openxmlformats.org/drawingml/2006/main" noGrp="1"/>
          </p:cNvSpPr>
          <p:nvPr/>
        </p:nvSpPr>
        <p:spPr>
          <a:xfrm xmlns:a="http://schemas.openxmlformats.org/drawingml/2006/main">
            <a:off x="7010400" y="3070860"/>
            <a:ext cx="182880" cy="106680"/>
          </a:xfrm>
          <a:prstGeom xmlns:a="http://schemas.openxmlformats.org/drawingml/2006/main" prst="right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pic>
        <p:nvPicPr>
          <p:cNvPr id="694" name=""/>
          <p:cNvPicPr>
            <a:picLocks xmlns:a="http://schemas.openxmlformats.org/drawingml/2006/main" noChangeAspect="1"/>
          </p:cNvPicPr>
          <p:nvPr/>
        </p:nvPicPr>
        <p:blipFill>
          <a:blip xmlns:r="http://schemas.openxmlformats.org/officeDocument/2006/relationships" xmlns:a="http://schemas.openxmlformats.org/drawingml/2006/main" r:embed="Rbe7be14bace34218">
            <a:extLst>
              <a:ext uri="{96DAC541-7B7A-43D3-8B79-37D633B846F1}">
                <asvg:svgBlip xmlns:asvg="http://schemas.microsoft.com/office/drawing/2016/SVG/main" r:embed="R28bfc7151e1a4bb1"/>
              </a:ext>
            </a:extLst>
          </a:blip>
          <a:stretch xmlns:a="http://schemas.openxmlformats.org/drawingml/2006/main"/>
        </p:blipFill>
        <p:spPr>
          <a:xfrm xmlns:a="http://schemas.openxmlformats.org/drawingml/2006/main">
            <a:off x="6509836" y="2650823"/>
            <a:ext cx="284847" cy="184755"/>
          </a:xfrm>
          <a:prstGeom xmlns:a="http://schemas.openxmlformats.org/drawingml/2006/main" prst="rect">
            <a:avLst/>
          </a:prstGeom>
        </p:spPr>
      </p:pic>
      <p:sp>
        <p:nvSpPr>
          <p:cNvPr id="220" name="action-stream-title">
            <a:extLst xmlns:a="http://schemas.openxmlformats.org/drawingml/2006/main">
              <a:ext uri="{FF2B5EF4-FFF2-40B4-BE49-F238E27FC236}">
                <a16:creationId xmlns:a16="http://schemas.microsoft.com/office/drawing/2014/main" id="{FB342767-9FB2-4B01-ACA0-31A20CEF4842}"/>
              </a:ext>
            </a:extLst>
          </p:cNvPr>
          <p:cNvSpPr>
            <a:spLocks xmlns:a="http://schemas.openxmlformats.org/drawingml/2006/main" noGrp="1"/>
          </p:cNvSpPr>
          <p:nvPr/>
        </p:nvSpPr>
        <p:spPr>
          <a:xfrm xmlns:a="http://schemas.openxmlformats.org/drawingml/2006/main">
            <a:off x="4091940" y="3726180"/>
            <a:ext cx="1257300" cy="236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i="0">
                <a:solidFill>
                  <a:srgbClr val="202B33"/>
                </a:solidFill>
                <a:latin typeface="Toppan Bunkyu Mincho"/>
                <a:ea typeface="Toppan Bunkyu Mincho"/>
                <a:cs typeface="Toppan Bunkyu Mincho"/>
              </a:defRPr>
            </a:pPr>
            <a:r>
              <a:rPr sz="1500" i="0">
                <a:solidFill>
                  <a:srgbClr val="202B33"/>
                </a:solidFill>
                <a:latin typeface="Toppan Bunkyu Mincho"/>
                <a:ea typeface="Toppan Bunkyu Mincho"/>
                <a:cs typeface="Toppan Bunkyu Mincho"/>
              </a:rPr>
              <a:t>Action stream</a:t>
            </a:r>
          </a:p>
        </p:txBody>
      </p:sp>
      <p:sp>
        <p:nvSpPr>
          <p:cNvPr id="221" name="action-token-sequence-top">
            <a:extLst xmlns:a="http://schemas.openxmlformats.org/drawingml/2006/main">
              <a:ext uri="{FF2B5EF4-FFF2-40B4-BE49-F238E27FC236}">
                <a16:creationId xmlns:a16="http://schemas.microsoft.com/office/drawing/2014/main" id="{EF07048D-6F40-4B0B-BC38-0BFBF9ABE4EA}"/>
              </a:ext>
            </a:extLst>
          </p:cNvPr>
          <p:cNvSpPr>
            <a:spLocks xmlns:a="http://schemas.openxmlformats.org/drawingml/2006/main" noGrp="1"/>
          </p:cNvSpPr>
          <p:nvPr/>
        </p:nvSpPr>
        <p:spPr>
          <a:xfrm xmlns:a="http://schemas.openxmlformats.org/drawingml/2006/main">
            <a:off x="4122420" y="4061460"/>
            <a:ext cx="922020" cy="53340"/>
          </a:xfrm>
          <a:custGeom xmlns:a="http://schemas.openxmlformats.org/drawingml/2006/main">
            <a:pathLst>
              <a:path w="1152525" h="66675">
                <a:moveTo>
                  <a:pt x="0" y="66675"/>
                </a:moveTo>
                <a:lnTo>
                  <a:pt x="66675" y="0"/>
                </a:lnTo>
                <a:lnTo>
                  <a:pt x="1152525" y="0"/>
                </a:lnTo>
                <a:lnTo>
                  <a:pt x="1085850" y="66675"/>
                </a:lnTo>
                <a:close/>
              </a:path>
            </a:pathLst>
          </a:custGeom>
          <a:solidFill xmlns:a="http://schemas.openxmlformats.org/drawingml/2006/main">
            <a:srgbClr val="F9FAFD"/>
          </a:solidFill>
          <a:ln xmlns:a="http://schemas.openxmlformats.org/drawingml/2006/main" w="11430">
            <a:solidFill>
              <a:srgbClr val="63788A"/>
            </a:solidFill>
          </a:ln>
        </p:spPr>
      </p:sp>
      <p:sp>
        <p:nvSpPr>
          <p:cNvPr id="222" name="action-token-sequence-side">
            <a:extLst xmlns:a="http://schemas.openxmlformats.org/drawingml/2006/main">
              <a:ext uri="{FF2B5EF4-FFF2-40B4-BE49-F238E27FC236}">
                <a16:creationId xmlns:a16="http://schemas.microsoft.com/office/drawing/2014/main" id="{62535A6A-6DA5-4E72-8157-B7CC3C1DBE94}"/>
              </a:ext>
            </a:extLst>
          </p:cNvPr>
          <p:cNvSpPr>
            <a:spLocks xmlns:a="http://schemas.openxmlformats.org/drawingml/2006/main" noGrp="1"/>
          </p:cNvSpPr>
          <p:nvPr/>
        </p:nvSpPr>
        <p:spPr>
          <a:xfrm xmlns:a="http://schemas.openxmlformats.org/drawingml/2006/main">
            <a:off x="4991100" y="4061460"/>
            <a:ext cx="53340" cy="236220"/>
          </a:xfrm>
          <a:custGeom xmlns:a="http://schemas.openxmlformats.org/drawingml/2006/main">
            <a:pathLst>
              <a:path w="66675" h="295275">
                <a:moveTo>
                  <a:pt x="0" y="66675"/>
                </a:moveTo>
                <a:lnTo>
                  <a:pt x="66675" y="0"/>
                </a:lnTo>
                <a:lnTo>
                  <a:pt x="66675" y="228600"/>
                </a:lnTo>
                <a:lnTo>
                  <a:pt x="0" y="295275"/>
                </a:lnTo>
                <a:close/>
              </a:path>
            </a:pathLst>
          </a:custGeom>
          <a:solidFill xmlns:a="http://schemas.openxmlformats.org/drawingml/2006/main">
            <a:srgbClr val="B6C8D8"/>
          </a:solidFill>
          <a:ln xmlns:a="http://schemas.openxmlformats.org/drawingml/2006/main" w="11430">
            <a:solidFill>
              <a:srgbClr val="63788A"/>
            </a:solidFill>
          </a:ln>
        </p:spPr>
      </p:sp>
      <p:sp>
        <p:nvSpPr>
          <p:cNvPr id="223" name="action-token-sequence-front">
            <a:extLst xmlns:a="http://schemas.openxmlformats.org/drawingml/2006/main">
              <a:ext uri="{FF2B5EF4-FFF2-40B4-BE49-F238E27FC236}">
                <a16:creationId xmlns:a16="http://schemas.microsoft.com/office/drawing/2014/main" id="{54644514-BAB2-4605-8FD8-F0642610755C}"/>
              </a:ext>
            </a:extLst>
          </p:cNvPr>
          <p:cNvSpPr>
            <a:spLocks xmlns:a="http://schemas.openxmlformats.org/drawingml/2006/main" noGrp="1"/>
          </p:cNvSpPr>
          <p:nvPr/>
        </p:nvSpPr>
        <p:spPr>
          <a:xfrm xmlns:a="http://schemas.openxmlformats.org/drawingml/2006/main">
            <a:off x="4122420" y="4114800"/>
            <a:ext cx="868680" cy="182880"/>
          </a:xfrm>
          <a:prstGeom xmlns:a="http://schemas.openxmlformats.org/drawingml/2006/main" prst="rect">
            <a:avLst/>
          </a:prstGeom>
          <a:solidFill xmlns:a="http://schemas.openxmlformats.org/drawingml/2006/main">
            <a:srgbClr val="DCE6EE"/>
          </a:solidFill>
          <a:ln xmlns:a="http://schemas.openxmlformats.org/drawingml/2006/main" w="8382">
            <a:solidFill>
              <a:srgbClr val="63788A"/>
            </a:solidFill>
          </a:ln>
        </p:spPr>
        <p:style>
          <a:lnRef xmlns:a="http://schemas.openxmlformats.org/drawingml/2006/main" idx="0"/>
          <a:fillRef xmlns:a="http://schemas.openxmlformats.org/drawingml/2006/main" idx="0"/>
          <a:effectRef xmlns:a="http://schemas.openxmlformats.org/drawingml/2006/main" idx="11"/>
          <a:fontRef xmlns:a="http://schemas.openxmlformats.org/drawingml/2006/main" idx="major"/>
        </p:style>
      </p:sp>
      <p:sp>
        <p:nvSpPr>
          <p:cNvPr id="224" name="consequence-token-sequence-top">
            <a:extLst xmlns:a="http://schemas.openxmlformats.org/drawingml/2006/main">
              <a:ext uri="{FF2B5EF4-FFF2-40B4-BE49-F238E27FC236}">
                <a16:creationId xmlns:a16="http://schemas.microsoft.com/office/drawing/2014/main" id="{07B94F24-0D70-402D-8536-CBB433AE2AC9}"/>
              </a:ext>
            </a:extLst>
          </p:cNvPr>
          <p:cNvSpPr>
            <a:spLocks xmlns:a="http://schemas.openxmlformats.org/drawingml/2006/main" noGrp="1"/>
          </p:cNvSpPr>
          <p:nvPr/>
        </p:nvSpPr>
        <p:spPr>
          <a:xfrm xmlns:a="http://schemas.openxmlformats.org/drawingml/2006/main">
            <a:off x="4122420" y="4358640"/>
            <a:ext cx="922020" cy="53340"/>
          </a:xfrm>
          <a:custGeom xmlns:a="http://schemas.openxmlformats.org/drawingml/2006/main">
            <a:pathLst>
              <a:path w="1152525" h="66675">
                <a:moveTo>
                  <a:pt x="0" y="66675"/>
                </a:moveTo>
                <a:lnTo>
                  <a:pt x="66675" y="0"/>
                </a:lnTo>
                <a:lnTo>
                  <a:pt x="1152525" y="0"/>
                </a:lnTo>
                <a:lnTo>
                  <a:pt x="1085850" y="66675"/>
                </a:lnTo>
                <a:close/>
              </a:path>
            </a:pathLst>
          </a:custGeom>
          <a:solidFill xmlns:a="http://schemas.openxmlformats.org/drawingml/2006/main">
            <a:srgbClr val="F9FAFD"/>
          </a:solidFill>
          <a:ln xmlns:a="http://schemas.openxmlformats.org/drawingml/2006/main" w="11430">
            <a:solidFill>
              <a:srgbClr val="63788A"/>
            </a:solidFill>
          </a:ln>
        </p:spPr>
      </p:sp>
      <p:sp>
        <p:nvSpPr>
          <p:cNvPr id="225" name="consequence-token-sequence-side">
            <a:extLst xmlns:a="http://schemas.openxmlformats.org/drawingml/2006/main">
              <a:ext uri="{FF2B5EF4-FFF2-40B4-BE49-F238E27FC236}">
                <a16:creationId xmlns:a16="http://schemas.microsoft.com/office/drawing/2014/main" id="{99DDCB97-39BC-422E-925F-A62E03C16F16}"/>
              </a:ext>
            </a:extLst>
          </p:cNvPr>
          <p:cNvSpPr>
            <a:spLocks xmlns:a="http://schemas.openxmlformats.org/drawingml/2006/main" noGrp="1"/>
          </p:cNvSpPr>
          <p:nvPr/>
        </p:nvSpPr>
        <p:spPr>
          <a:xfrm xmlns:a="http://schemas.openxmlformats.org/drawingml/2006/main">
            <a:off x="4991100" y="4358640"/>
            <a:ext cx="53340" cy="236220"/>
          </a:xfrm>
          <a:custGeom xmlns:a="http://schemas.openxmlformats.org/drawingml/2006/main">
            <a:pathLst>
              <a:path w="66675" h="295275">
                <a:moveTo>
                  <a:pt x="0" y="66675"/>
                </a:moveTo>
                <a:lnTo>
                  <a:pt x="66675" y="0"/>
                </a:lnTo>
                <a:lnTo>
                  <a:pt x="66675" y="228600"/>
                </a:lnTo>
                <a:lnTo>
                  <a:pt x="0" y="295275"/>
                </a:lnTo>
                <a:close/>
              </a:path>
            </a:pathLst>
          </a:custGeom>
          <a:solidFill xmlns:a="http://schemas.openxmlformats.org/drawingml/2006/main">
            <a:srgbClr val="C1D3CC"/>
          </a:solidFill>
          <a:ln xmlns:a="http://schemas.openxmlformats.org/drawingml/2006/main" w="11430">
            <a:solidFill>
              <a:srgbClr val="63788A"/>
            </a:solidFill>
          </a:ln>
        </p:spPr>
      </p:sp>
      <p:sp>
        <p:nvSpPr>
          <p:cNvPr id="226" name="consequence-token-sequence-front">
            <a:extLst xmlns:a="http://schemas.openxmlformats.org/drawingml/2006/main">
              <a:ext uri="{FF2B5EF4-FFF2-40B4-BE49-F238E27FC236}">
                <a16:creationId xmlns:a16="http://schemas.microsoft.com/office/drawing/2014/main" id="{D91FCB53-87B6-4F4B-898D-0ADA4951B057}"/>
              </a:ext>
            </a:extLst>
          </p:cNvPr>
          <p:cNvSpPr>
            <a:spLocks xmlns:a="http://schemas.openxmlformats.org/drawingml/2006/main" noGrp="1"/>
          </p:cNvSpPr>
          <p:nvPr/>
        </p:nvSpPr>
        <p:spPr>
          <a:xfrm xmlns:a="http://schemas.openxmlformats.org/drawingml/2006/main">
            <a:off x="4122420" y="4411980"/>
            <a:ext cx="868680" cy="182880"/>
          </a:xfrm>
          <a:prstGeom xmlns:a="http://schemas.openxmlformats.org/drawingml/2006/main" prst="rect">
            <a:avLst/>
          </a:prstGeom>
          <a:solidFill xmlns:a="http://schemas.openxmlformats.org/drawingml/2006/main">
            <a:srgbClr val="E5EEEA"/>
          </a:solidFill>
          <a:ln xmlns:a="http://schemas.openxmlformats.org/drawingml/2006/main" w="8382">
            <a:solidFill>
              <a:srgbClr val="63788A"/>
            </a:solidFill>
          </a:ln>
        </p:spPr>
        <p:style>
          <a:lnRef xmlns:a="http://schemas.openxmlformats.org/drawingml/2006/main" idx="0"/>
          <a:fillRef xmlns:a="http://schemas.openxmlformats.org/drawingml/2006/main" idx="0"/>
          <a:effectRef xmlns:a="http://schemas.openxmlformats.org/drawingml/2006/main" idx="11"/>
          <a:fontRef xmlns:a="http://schemas.openxmlformats.org/drawingml/2006/main" idx="major"/>
        </p:style>
      </p:sp>
      <p:sp>
        <p:nvSpPr>
          <p:cNvPr id="227" name="clean-state-token">
            <a:extLst xmlns:a="http://schemas.openxmlformats.org/drawingml/2006/main">
              <a:ext uri="{FF2B5EF4-FFF2-40B4-BE49-F238E27FC236}">
                <a16:creationId xmlns:a16="http://schemas.microsoft.com/office/drawing/2014/main" id="{71FE8D6C-E28B-4F6B-8A23-0D91A82AEBF0}"/>
              </a:ext>
            </a:extLst>
          </p:cNvPr>
          <p:cNvSpPr>
            <a:spLocks xmlns:a="http://schemas.openxmlformats.org/drawingml/2006/main" noGrp="1"/>
          </p:cNvSpPr>
          <p:nvPr/>
        </p:nvSpPr>
        <p:spPr>
          <a:xfrm xmlns:a="http://schemas.openxmlformats.org/drawingml/2006/main">
            <a:off x="4152900" y="4145280"/>
            <a:ext cx="213360" cy="129540"/>
          </a:xfrm>
          <a:prstGeom xmlns:a="http://schemas.openxmlformats.org/drawingml/2006/main" prst="roundRect">
            <a:avLst>
              <a:gd name="adj" fmla="val 11765"/>
            </a:avLst>
          </a:prstGeom>
          <a:solidFill xmlns:a="http://schemas.openxmlformats.org/drawingml/2006/main">
            <a:srgbClr val="F0F2ED"/>
          </a:solidFill>
          <a:ln xmlns:a="http://schemas.openxmlformats.org/drawingml/2006/main" w="5334">
            <a:solidFill>
              <a:srgbClr val="97A6A1"/>
            </a:solidFill>
          </a:ln>
        </p:spPr>
      </p:sp>
      <p:pic>
        <p:nvPicPr>
          <p:cNvPr id="703" name=""/>
          <p:cNvPicPr>
            <a:picLocks xmlns:a="http://schemas.openxmlformats.org/drawingml/2006/main" noChangeAspect="1"/>
          </p:cNvPicPr>
          <p:nvPr/>
        </p:nvPicPr>
        <p:blipFill>
          <a:blip xmlns:r="http://schemas.openxmlformats.org/officeDocument/2006/relationships" xmlns:a="http://schemas.openxmlformats.org/drawingml/2006/main" r:embed="Raccdae0a7c0e45c4">
            <a:extLst>
              <a:ext uri="{96DAC541-7B7A-43D3-8B79-37D633B846F1}">
                <asvg:svgBlip xmlns:asvg="http://schemas.microsoft.com/office/drawing/2016/SVG/main" r:embed="Rc147c20176d2472c"/>
              </a:ext>
            </a:extLst>
          </a:blip>
          <a:stretch xmlns:a="http://schemas.openxmlformats.org/drawingml/2006/main"/>
        </p:blipFill>
        <p:spPr>
          <a:xfrm xmlns:a="http://schemas.openxmlformats.org/drawingml/2006/main">
            <a:off x="4197474" y="4164571"/>
            <a:ext cx="124212" cy="83338"/>
          </a:xfrm>
          <a:prstGeom xmlns:a="http://schemas.openxmlformats.org/drawingml/2006/main" prst="rect">
            <a:avLst/>
          </a:prstGeom>
        </p:spPr>
      </p:pic>
      <p:sp>
        <p:nvSpPr>
          <p:cNvPr id="229" name="command-token-0">
            <a:extLst xmlns:a="http://schemas.openxmlformats.org/drawingml/2006/main">
              <a:ext uri="{FF2B5EF4-FFF2-40B4-BE49-F238E27FC236}">
                <a16:creationId xmlns:a16="http://schemas.microsoft.com/office/drawing/2014/main" id="{089B1EA2-D037-4734-8B29-66D64053A780}"/>
              </a:ext>
            </a:extLst>
          </p:cNvPr>
          <p:cNvSpPr>
            <a:spLocks xmlns:a="http://schemas.openxmlformats.org/drawingml/2006/main" noGrp="1"/>
          </p:cNvSpPr>
          <p:nvPr/>
        </p:nvSpPr>
        <p:spPr>
          <a:xfrm xmlns:a="http://schemas.openxmlformats.org/drawingml/2006/main">
            <a:off x="4411980" y="4152900"/>
            <a:ext cx="144780" cy="106680"/>
          </a:xfrm>
          <a:prstGeom xmlns:a="http://schemas.openxmlformats.org/drawingml/2006/main" prst="roundRect">
            <a:avLst>
              <a:gd name="adj" fmla="val 7143"/>
            </a:avLst>
          </a:prstGeom>
          <a:solidFill xmlns:a="http://schemas.openxmlformats.org/drawingml/2006/main">
            <a:srgbClr val="B2C6D9"/>
          </a:solidFill>
          <a:ln xmlns:a="http://schemas.openxmlformats.org/drawingml/2006/main" w="6096">
            <a:solidFill>
              <a:srgbClr val="4E718D"/>
            </a:solidFill>
          </a:ln>
        </p:spPr>
      </p:sp>
      <p:sp>
        <p:nvSpPr>
          <p:cNvPr id="230" name="command-token-1">
            <a:extLst xmlns:a="http://schemas.openxmlformats.org/drawingml/2006/main">
              <a:ext uri="{FF2B5EF4-FFF2-40B4-BE49-F238E27FC236}">
                <a16:creationId xmlns:a16="http://schemas.microsoft.com/office/drawing/2014/main" id="{8508EE27-E1EA-40D5-ADAE-DBF22D5AF413}"/>
              </a:ext>
            </a:extLst>
          </p:cNvPr>
          <p:cNvSpPr>
            <a:spLocks xmlns:a="http://schemas.openxmlformats.org/drawingml/2006/main" noGrp="1"/>
          </p:cNvSpPr>
          <p:nvPr/>
        </p:nvSpPr>
        <p:spPr>
          <a:xfrm xmlns:a="http://schemas.openxmlformats.org/drawingml/2006/main">
            <a:off x="4602480" y="4152900"/>
            <a:ext cx="144780" cy="106680"/>
          </a:xfrm>
          <a:prstGeom xmlns:a="http://schemas.openxmlformats.org/drawingml/2006/main" prst="roundRect">
            <a:avLst>
              <a:gd name="adj" fmla="val 7143"/>
            </a:avLst>
          </a:prstGeom>
          <a:solidFill xmlns:a="http://schemas.openxmlformats.org/drawingml/2006/main">
            <a:srgbClr val="B2C6D9"/>
          </a:solidFill>
          <a:ln xmlns:a="http://schemas.openxmlformats.org/drawingml/2006/main" w="6096">
            <a:solidFill>
              <a:srgbClr val="4E718D"/>
            </a:solidFill>
          </a:ln>
        </p:spPr>
      </p:sp>
      <p:sp>
        <p:nvSpPr>
          <p:cNvPr id="231" name="command-token-2">
            <a:extLst xmlns:a="http://schemas.openxmlformats.org/drawingml/2006/main">
              <a:ext uri="{FF2B5EF4-FFF2-40B4-BE49-F238E27FC236}">
                <a16:creationId xmlns:a16="http://schemas.microsoft.com/office/drawing/2014/main" id="{A8C0C3A6-56B2-4A95-9105-44091E175461}"/>
              </a:ext>
            </a:extLst>
          </p:cNvPr>
          <p:cNvSpPr>
            <a:spLocks xmlns:a="http://schemas.openxmlformats.org/drawingml/2006/main" noGrp="1"/>
          </p:cNvSpPr>
          <p:nvPr/>
        </p:nvSpPr>
        <p:spPr>
          <a:xfrm xmlns:a="http://schemas.openxmlformats.org/drawingml/2006/main">
            <a:off x="4792980" y="4152900"/>
            <a:ext cx="144780" cy="106680"/>
          </a:xfrm>
          <a:prstGeom xmlns:a="http://schemas.openxmlformats.org/drawingml/2006/main" prst="roundRect">
            <a:avLst>
              <a:gd name="adj" fmla="val 7143"/>
            </a:avLst>
          </a:prstGeom>
          <a:solidFill xmlns:a="http://schemas.openxmlformats.org/drawingml/2006/main">
            <a:srgbClr val="B2C6D9"/>
          </a:solidFill>
          <a:ln xmlns:a="http://schemas.openxmlformats.org/drawingml/2006/main" w="6096">
            <a:solidFill>
              <a:srgbClr val="4E718D"/>
            </a:solidFill>
          </a:ln>
        </p:spPr>
      </p:sp>
      <p:sp>
        <p:nvSpPr>
          <p:cNvPr id="232" name="consequence-token-0">
            <a:extLst xmlns:a="http://schemas.openxmlformats.org/drawingml/2006/main">
              <a:ext uri="{FF2B5EF4-FFF2-40B4-BE49-F238E27FC236}">
                <a16:creationId xmlns:a16="http://schemas.microsoft.com/office/drawing/2014/main" id="{3066941F-48BC-4E0F-AAFB-78147DCD2B28}"/>
              </a:ext>
            </a:extLst>
          </p:cNvPr>
          <p:cNvSpPr>
            <a:spLocks xmlns:a="http://schemas.openxmlformats.org/drawingml/2006/main" noGrp="1"/>
          </p:cNvSpPr>
          <p:nvPr/>
        </p:nvSpPr>
        <p:spPr>
          <a:xfrm xmlns:a="http://schemas.openxmlformats.org/drawingml/2006/main">
            <a:off x="4160520" y="4450080"/>
            <a:ext cx="121920" cy="106680"/>
          </a:xfrm>
          <a:prstGeom xmlns:a="http://schemas.openxmlformats.org/drawingml/2006/main" prst="roundRect">
            <a:avLst>
              <a:gd name="adj" fmla="val 7143"/>
            </a:avLst>
          </a:prstGeom>
          <a:solidFill xmlns:a="http://schemas.openxmlformats.org/drawingml/2006/main">
            <a:srgbClr val="A8C0B7"/>
          </a:solidFill>
          <a:ln xmlns:a="http://schemas.openxmlformats.org/drawingml/2006/main" w="6096">
            <a:solidFill>
              <a:srgbClr val="668B80"/>
            </a:solidFill>
          </a:ln>
        </p:spPr>
      </p:sp>
      <p:sp>
        <p:nvSpPr>
          <p:cNvPr id="233" name="consequence-token-1">
            <a:extLst xmlns:a="http://schemas.openxmlformats.org/drawingml/2006/main">
              <a:ext uri="{FF2B5EF4-FFF2-40B4-BE49-F238E27FC236}">
                <a16:creationId xmlns:a16="http://schemas.microsoft.com/office/drawing/2014/main" id="{D7AFFDAD-F401-4A50-BBE9-F641E623486C}"/>
              </a:ext>
            </a:extLst>
          </p:cNvPr>
          <p:cNvSpPr>
            <a:spLocks xmlns:a="http://schemas.openxmlformats.org/drawingml/2006/main" noGrp="1"/>
          </p:cNvSpPr>
          <p:nvPr/>
        </p:nvSpPr>
        <p:spPr>
          <a:xfrm xmlns:a="http://schemas.openxmlformats.org/drawingml/2006/main">
            <a:off x="4320540" y="4450080"/>
            <a:ext cx="121920" cy="106680"/>
          </a:xfrm>
          <a:prstGeom xmlns:a="http://schemas.openxmlformats.org/drawingml/2006/main" prst="roundRect">
            <a:avLst>
              <a:gd name="adj" fmla="val 7143"/>
            </a:avLst>
          </a:prstGeom>
          <a:solidFill xmlns:a="http://schemas.openxmlformats.org/drawingml/2006/main">
            <a:srgbClr val="A8C0B7"/>
          </a:solidFill>
          <a:ln xmlns:a="http://schemas.openxmlformats.org/drawingml/2006/main" w="6096">
            <a:solidFill>
              <a:srgbClr val="668B80"/>
            </a:solidFill>
          </a:ln>
        </p:spPr>
      </p:sp>
      <p:sp>
        <p:nvSpPr>
          <p:cNvPr id="234" name="consequence-token-2">
            <a:extLst xmlns:a="http://schemas.openxmlformats.org/drawingml/2006/main">
              <a:ext uri="{FF2B5EF4-FFF2-40B4-BE49-F238E27FC236}">
                <a16:creationId xmlns:a16="http://schemas.microsoft.com/office/drawing/2014/main" id="{E8754170-C34B-4762-B2E3-B6A9F2BD656E}"/>
              </a:ext>
            </a:extLst>
          </p:cNvPr>
          <p:cNvSpPr>
            <a:spLocks xmlns:a="http://schemas.openxmlformats.org/drawingml/2006/main" noGrp="1"/>
          </p:cNvSpPr>
          <p:nvPr/>
        </p:nvSpPr>
        <p:spPr>
          <a:xfrm xmlns:a="http://schemas.openxmlformats.org/drawingml/2006/main">
            <a:off x="4480560" y="4450080"/>
            <a:ext cx="121920" cy="106680"/>
          </a:xfrm>
          <a:prstGeom xmlns:a="http://schemas.openxmlformats.org/drawingml/2006/main" prst="roundRect">
            <a:avLst>
              <a:gd name="adj" fmla="val 7143"/>
            </a:avLst>
          </a:prstGeom>
          <a:solidFill xmlns:a="http://schemas.openxmlformats.org/drawingml/2006/main">
            <a:srgbClr val="A8C0B7"/>
          </a:solidFill>
          <a:ln xmlns:a="http://schemas.openxmlformats.org/drawingml/2006/main" w="6096">
            <a:solidFill>
              <a:srgbClr val="668B80"/>
            </a:solidFill>
          </a:ln>
        </p:spPr>
      </p:sp>
      <p:sp>
        <p:nvSpPr>
          <p:cNvPr id="235" name="consequence-token-3">
            <a:extLst xmlns:a="http://schemas.openxmlformats.org/drawingml/2006/main">
              <a:ext uri="{FF2B5EF4-FFF2-40B4-BE49-F238E27FC236}">
                <a16:creationId xmlns:a16="http://schemas.microsoft.com/office/drawing/2014/main" id="{81FF0846-A445-4FE9-8BC1-22F0DFD71EC2}"/>
              </a:ext>
            </a:extLst>
          </p:cNvPr>
          <p:cNvSpPr>
            <a:spLocks xmlns:a="http://schemas.openxmlformats.org/drawingml/2006/main" noGrp="1"/>
          </p:cNvSpPr>
          <p:nvPr/>
        </p:nvSpPr>
        <p:spPr>
          <a:xfrm xmlns:a="http://schemas.openxmlformats.org/drawingml/2006/main">
            <a:off x="4640580" y="4450080"/>
            <a:ext cx="121920" cy="106680"/>
          </a:xfrm>
          <a:prstGeom xmlns:a="http://schemas.openxmlformats.org/drawingml/2006/main" prst="roundRect">
            <a:avLst>
              <a:gd name="adj" fmla="val 7143"/>
            </a:avLst>
          </a:prstGeom>
          <a:solidFill xmlns:a="http://schemas.openxmlformats.org/drawingml/2006/main">
            <a:srgbClr val="A8C0B7"/>
          </a:solidFill>
          <a:ln xmlns:a="http://schemas.openxmlformats.org/drawingml/2006/main" w="6096">
            <a:solidFill>
              <a:srgbClr val="668B80"/>
            </a:solidFill>
          </a:ln>
        </p:spPr>
      </p:sp>
      <p:sp>
        <p:nvSpPr>
          <p:cNvPr id="236" name="consequence-token-4">
            <a:extLst xmlns:a="http://schemas.openxmlformats.org/drawingml/2006/main">
              <a:ext uri="{FF2B5EF4-FFF2-40B4-BE49-F238E27FC236}">
                <a16:creationId xmlns:a16="http://schemas.microsoft.com/office/drawing/2014/main" id="{0BFE1AF7-A489-4714-98CE-CF351457389B}"/>
              </a:ext>
            </a:extLst>
          </p:cNvPr>
          <p:cNvSpPr>
            <a:spLocks xmlns:a="http://schemas.openxmlformats.org/drawingml/2006/main" noGrp="1"/>
          </p:cNvSpPr>
          <p:nvPr/>
        </p:nvSpPr>
        <p:spPr>
          <a:xfrm xmlns:a="http://schemas.openxmlformats.org/drawingml/2006/main">
            <a:off x="4800600" y="4450080"/>
            <a:ext cx="121920" cy="106680"/>
          </a:xfrm>
          <a:prstGeom xmlns:a="http://schemas.openxmlformats.org/drawingml/2006/main" prst="roundRect">
            <a:avLst>
              <a:gd name="adj" fmla="val 7143"/>
            </a:avLst>
          </a:prstGeom>
          <a:solidFill xmlns:a="http://schemas.openxmlformats.org/drawingml/2006/main">
            <a:srgbClr val="A8C0B7"/>
          </a:solidFill>
          <a:ln xmlns:a="http://schemas.openxmlformats.org/drawingml/2006/main" w="6096">
            <a:solidFill>
              <a:srgbClr val="668B80"/>
            </a:solidFill>
          </a:ln>
        </p:spPr>
      </p:sp>
      <p:pic>
        <p:nvPicPr>
          <p:cNvPr id="712" name=""/>
          <p:cNvPicPr>
            <a:picLocks xmlns:a="http://schemas.openxmlformats.org/drawingml/2006/main" noChangeAspect="1"/>
          </p:cNvPicPr>
          <p:nvPr/>
        </p:nvPicPr>
        <p:blipFill>
          <a:blip xmlns:r="http://schemas.openxmlformats.org/officeDocument/2006/relationships" xmlns:a="http://schemas.openxmlformats.org/drawingml/2006/main" r:embed="R55e25c7392f34fa6">
            <a:extLst>
              <a:ext uri="{96DAC541-7B7A-43D3-8B79-37D633B846F1}">
                <asvg:svgBlip xmlns:asvg="http://schemas.microsoft.com/office/drawing/2016/SVG/main" r:embed="R0cd45ae863474f5d"/>
              </a:ext>
            </a:extLst>
          </a:blip>
          <a:stretch xmlns:a="http://schemas.openxmlformats.org/drawingml/2006/main"/>
        </p:blipFill>
        <p:spPr>
          <a:xfrm xmlns:a="http://schemas.openxmlformats.org/drawingml/2006/main">
            <a:off x="5108353" y="4167092"/>
            <a:ext cx="100775" cy="85916"/>
          </a:xfrm>
          <a:prstGeom xmlns:a="http://schemas.openxmlformats.org/drawingml/2006/main" prst="rect">
            <a:avLst/>
          </a:prstGeom>
        </p:spPr>
      </p:pic>
      <p:pic>
        <p:nvPicPr>
          <p:cNvPr id="713" name=""/>
          <p:cNvPicPr>
            <a:picLocks xmlns:a="http://schemas.openxmlformats.org/drawingml/2006/main" noChangeAspect="1"/>
          </p:cNvPicPr>
          <p:nvPr/>
        </p:nvPicPr>
        <p:blipFill>
          <a:blip xmlns:r="http://schemas.openxmlformats.org/officeDocument/2006/relationships" xmlns:a="http://schemas.openxmlformats.org/drawingml/2006/main" r:embed="Rf04c0101cd3c43e4">
            <a:extLst>
              <a:ext uri="{96DAC541-7B7A-43D3-8B79-37D633B846F1}">
                <asvg:svgBlip xmlns:asvg="http://schemas.microsoft.com/office/drawing/2016/SVG/main" r:embed="R67c3c694f5f247fd"/>
              </a:ext>
            </a:extLst>
          </a:blip>
          <a:stretch xmlns:a="http://schemas.openxmlformats.org/drawingml/2006/main"/>
        </p:blipFill>
        <p:spPr>
          <a:xfrm xmlns:a="http://schemas.openxmlformats.org/drawingml/2006/main">
            <a:off x="5117497" y="4464082"/>
            <a:ext cx="82487" cy="86297"/>
          </a:xfrm>
          <a:prstGeom xmlns:a="http://schemas.openxmlformats.org/drawingml/2006/main" prst="rect">
            <a:avLst/>
          </a:prstGeom>
        </p:spPr>
      </p:pic>
      <p:sp>
        <p:nvSpPr>
          <p:cNvPr id="239" name="action-token-types">
            <a:extLst xmlns:a="http://schemas.openxmlformats.org/drawingml/2006/main">
              <a:ext uri="{FF2B5EF4-FFF2-40B4-BE49-F238E27FC236}">
                <a16:creationId xmlns:a16="http://schemas.microsoft.com/office/drawing/2014/main" id="{14F27C27-AA45-4F7A-8E01-2C742A814D4C}"/>
              </a:ext>
            </a:extLst>
          </p:cNvPr>
          <p:cNvSpPr>
            <a:spLocks xmlns:a="http://schemas.openxmlformats.org/drawingml/2006/main" noGrp="1"/>
          </p:cNvSpPr>
          <p:nvPr/>
        </p:nvSpPr>
        <p:spPr>
          <a:xfrm xmlns:a="http://schemas.openxmlformats.org/drawingml/2006/main">
            <a:off x="4030980" y="4678680"/>
            <a:ext cx="14325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20" i="0">
                <a:solidFill>
                  <a:srgbClr val="657580"/>
                </a:solidFill>
                <a:latin typeface="Toppan Bunkyu Mincho"/>
                <a:ea typeface="Toppan Bunkyu Mincho"/>
                <a:cs typeface="Toppan Bunkyu Mincho"/>
              </a:defRPr>
            </a:pPr>
            <a:r>
              <a:rPr sz="1020" i="0">
                <a:solidFill>
                  <a:srgbClr val="657580"/>
                </a:solidFill>
                <a:latin typeface="Toppan Bunkyu Mincho"/>
                <a:ea typeface="Toppan Bunkyu Mincho"/>
                <a:cs typeface="Toppan Bunkyu Mincho"/>
              </a:rPr>
              <a:t>Action and consequence</a:t>
            </a:r>
          </a:p>
        </p:txBody>
      </p:sp>
      <p:pic>
        <p:nvPicPr>
          <p:cNvPr id="715" name=""/>
          <p:cNvPicPr>
            <a:picLocks xmlns:a="http://schemas.openxmlformats.org/drawingml/2006/main" noChangeAspect="1"/>
          </p:cNvPicPr>
          <p:nvPr/>
        </p:nvPicPr>
        <p:blipFill>
          <a:blip xmlns:r="http://schemas.openxmlformats.org/officeDocument/2006/relationships" xmlns:a="http://schemas.openxmlformats.org/drawingml/2006/main" r:embed="Rba4539c798314eb8">
            <a:extLst>
              <a:ext uri="{96DAC541-7B7A-43D3-8B79-37D633B846F1}">
                <asvg:svgBlip xmlns:asvg="http://schemas.microsoft.com/office/drawing/2016/SVG/main" r:embed="R16f758dc72c240c9"/>
              </a:ext>
            </a:extLst>
          </a:blip>
          <a:stretch xmlns:a="http://schemas.openxmlformats.org/drawingml/2006/main"/>
        </p:blipFill>
        <p:spPr>
          <a:xfrm xmlns:a="http://schemas.openxmlformats.org/drawingml/2006/main">
            <a:off x="5449765" y="3879056"/>
            <a:ext cx="499989" cy="128588"/>
          </a:xfrm>
          <a:prstGeom xmlns:a="http://schemas.openxmlformats.org/drawingml/2006/main" prst="rect">
            <a:avLst/>
          </a:prstGeom>
        </p:spPr>
      </p:pic>
      <p:sp>
        <p:nvSpPr>
          <p:cNvPr id="241" name="action-projection-adaln-top">
            <a:extLst xmlns:a="http://schemas.openxmlformats.org/drawingml/2006/main">
              <a:ext uri="{FF2B5EF4-FFF2-40B4-BE49-F238E27FC236}">
                <a16:creationId xmlns:a16="http://schemas.microsoft.com/office/drawing/2014/main" id="{DB181784-55E3-48DC-BDD6-04930EFAC3C7}"/>
              </a:ext>
            </a:extLst>
          </p:cNvPr>
          <p:cNvSpPr>
            <a:spLocks xmlns:a="http://schemas.openxmlformats.org/drawingml/2006/main" noGrp="1"/>
          </p:cNvSpPr>
          <p:nvPr/>
        </p:nvSpPr>
        <p:spPr>
          <a:xfrm xmlns:a="http://schemas.openxmlformats.org/drawingml/2006/main">
            <a:off x="5303520" y="4038600"/>
            <a:ext cx="739140" cy="53340"/>
          </a:xfrm>
          <a:custGeom xmlns:a="http://schemas.openxmlformats.org/drawingml/2006/main">
            <a:pathLst>
              <a:path w="923925" h="66675">
                <a:moveTo>
                  <a:pt x="0" y="66675"/>
                </a:moveTo>
                <a:lnTo>
                  <a:pt x="66675" y="0"/>
                </a:lnTo>
                <a:lnTo>
                  <a:pt x="923925" y="0"/>
                </a:lnTo>
                <a:lnTo>
                  <a:pt x="857250" y="66675"/>
                </a:lnTo>
                <a:close/>
              </a:path>
            </a:pathLst>
          </a:custGeom>
          <a:solidFill xmlns:a="http://schemas.openxmlformats.org/drawingml/2006/main">
            <a:srgbClr val="F9FAFD"/>
          </a:solidFill>
          <a:ln xmlns:a="http://schemas.openxmlformats.org/drawingml/2006/main" w="11430">
            <a:solidFill>
              <a:srgbClr val="63788A"/>
            </a:solidFill>
          </a:ln>
        </p:spPr>
      </p:sp>
      <p:sp>
        <p:nvSpPr>
          <p:cNvPr id="242" name="action-projection-adaln-side">
            <a:extLst xmlns:a="http://schemas.openxmlformats.org/drawingml/2006/main">
              <a:ext uri="{FF2B5EF4-FFF2-40B4-BE49-F238E27FC236}">
                <a16:creationId xmlns:a16="http://schemas.microsoft.com/office/drawing/2014/main" id="{8C002CCF-4FD0-4430-9CCD-423AF58AAE98}"/>
              </a:ext>
            </a:extLst>
          </p:cNvPr>
          <p:cNvSpPr>
            <a:spLocks xmlns:a="http://schemas.openxmlformats.org/drawingml/2006/main" noGrp="1"/>
          </p:cNvSpPr>
          <p:nvPr/>
        </p:nvSpPr>
        <p:spPr>
          <a:xfrm xmlns:a="http://schemas.openxmlformats.org/drawingml/2006/main">
            <a:off x="5989320" y="4038600"/>
            <a:ext cx="53340" cy="556260"/>
          </a:xfrm>
          <a:custGeom xmlns:a="http://schemas.openxmlformats.org/drawingml/2006/main">
            <a:pathLst>
              <a:path w="66675" h="695325">
                <a:moveTo>
                  <a:pt x="0" y="66675"/>
                </a:moveTo>
                <a:lnTo>
                  <a:pt x="66675" y="0"/>
                </a:lnTo>
                <a:lnTo>
                  <a:pt x="66675" y="628650"/>
                </a:lnTo>
                <a:lnTo>
                  <a:pt x="0" y="695325"/>
                </a:lnTo>
                <a:close/>
              </a:path>
            </a:pathLst>
          </a:custGeom>
          <a:solidFill xmlns:a="http://schemas.openxmlformats.org/drawingml/2006/main">
            <a:srgbClr val="BDCDD9"/>
          </a:solidFill>
          <a:ln xmlns:a="http://schemas.openxmlformats.org/drawingml/2006/main" w="11430">
            <a:solidFill>
              <a:srgbClr val="63788A"/>
            </a:solidFill>
          </a:ln>
        </p:spPr>
      </p:sp>
      <p:sp>
        <p:nvSpPr>
          <p:cNvPr id="243" name="action-projection-adaln-front">
            <a:extLst xmlns:a="http://schemas.openxmlformats.org/drawingml/2006/main">
              <a:ext uri="{FF2B5EF4-FFF2-40B4-BE49-F238E27FC236}">
                <a16:creationId xmlns:a16="http://schemas.microsoft.com/office/drawing/2014/main" id="{A8BBB375-5ACF-418F-926B-35E68FEE7B3A}"/>
              </a:ext>
            </a:extLst>
          </p:cNvPr>
          <p:cNvSpPr>
            <a:spLocks xmlns:a="http://schemas.openxmlformats.org/drawingml/2006/main" noGrp="1"/>
          </p:cNvSpPr>
          <p:nvPr/>
        </p:nvSpPr>
        <p:spPr>
          <a:xfrm xmlns:a="http://schemas.openxmlformats.org/drawingml/2006/main">
            <a:off x="5303520" y="4091940"/>
            <a:ext cx="685800" cy="502920"/>
          </a:xfrm>
          <a:prstGeom xmlns:a="http://schemas.openxmlformats.org/drawingml/2006/main" prst="rect">
            <a:avLst/>
          </a:prstGeom>
          <a:solidFill xmlns:a="http://schemas.openxmlformats.org/drawingml/2006/main">
            <a:srgbClr val="DCE6EE"/>
          </a:solidFill>
          <a:ln xmlns:a="http://schemas.openxmlformats.org/drawingml/2006/main" w="8382">
            <a:solidFill>
              <a:srgbClr val="63788A"/>
            </a:solidFill>
          </a:ln>
        </p:spPr>
        <p:style>
          <a:lnRef xmlns:a="http://schemas.openxmlformats.org/drawingml/2006/main" idx="0"/>
          <a:fillRef xmlns:a="http://schemas.openxmlformats.org/drawingml/2006/main" idx="0"/>
          <a:effectRef xmlns:a="http://schemas.openxmlformats.org/drawingml/2006/main" idx="11"/>
          <a:fontRef xmlns:a="http://schemas.openxmlformats.org/drawingml/2006/main" idx="major"/>
        </p:style>
      </p:sp>
      <p:sp>
        <p:nvSpPr>
          <p:cNvPr id="244" name="action-projection-adaln-label">
            <a:extLst xmlns:a="http://schemas.openxmlformats.org/drawingml/2006/main">
              <a:ext uri="{FF2B5EF4-FFF2-40B4-BE49-F238E27FC236}">
                <a16:creationId xmlns:a16="http://schemas.microsoft.com/office/drawing/2014/main" id="{683BF215-13E7-4992-819C-B46F487FB0F2}"/>
              </a:ext>
            </a:extLst>
          </p:cNvPr>
          <p:cNvSpPr>
            <a:spLocks xmlns:a="http://schemas.openxmlformats.org/drawingml/2006/main" noGrp="1"/>
          </p:cNvSpPr>
          <p:nvPr/>
        </p:nvSpPr>
        <p:spPr>
          <a:xfrm xmlns:a="http://schemas.openxmlformats.org/drawingml/2006/main">
            <a:off x="5334000" y="4137660"/>
            <a:ext cx="62484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20" i="0">
                <a:solidFill>
                  <a:srgbClr val="202B33"/>
                </a:solidFill>
                <a:latin typeface="Toppan Bunkyu Mincho"/>
                <a:ea typeface="Toppan Bunkyu Mincho"/>
                <a:cs typeface="Toppan Bunkyu Mincho"/>
              </a:defRPr>
            </a:pPr>
            <a:r>
              <a:rPr sz="1320" i="0">
                <a:solidFill>
                  <a:srgbClr val="202B33"/>
                </a:solidFill>
                <a:latin typeface="Toppan Bunkyu Mincho"/>
                <a:ea typeface="Toppan Bunkyu Mincho"/>
                <a:cs typeface="Toppan Bunkyu Mincho"/>
              </a:rPr>
              <a:t>AdaLN</a:t>
            </a:r>
          </a:p>
        </p:txBody>
      </p:sp>
      <p:pic>
        <p:nvPicPr>
          <p:cNvPr id="720" name=""/>
          <p:cNvPicPr>
            <a:picLocks xmlns:a="http://schemas.openxmlformats.org/drawingml/2006/main" noChangeAspect="1"/>
          </p:cNvPicPr>
          <p:nvPr/>
        </p:nvPicPr>
        <p:blipFill>
          <a:blip xmlns:r="http://schemas.openxmlformats.org/officeDocument/2006/relationships" xmlns:a="http://schemas.openxmlformats.org/drawingml/2006/main" r:embed="R9b6aaafa17794de2">
            <a:extLst>
              <a:ext uri="{96DAC541-7B7A-43D3-8B79-37D633B846F1}">
                <asvg:svgBlip xmlns:asvg="http://schemas.microsoft.com/office/drawing/2016/SVG/main" r:embed="R979ad00eb1234295"/>
              </a:ext>
            </a:extLst>
          </a:blip>
          <a:stretch xmlns:a="http://schemas.openxmlformats.org/drawingml/2006/main"/>
        </p:blipFill>
        <p:spPr>
          <a:xfrm xmlns:a="http://schemas.openxmlformats.org/drawingml/2006/main">
            <a:off x="5392336" y="4403362"/>
            <a:ext cx="508167" cy="154396"/>
          </a:xfrm>
          <a:prstGeom xmlns:a="http://schemas.openxmlformats.org/drawingml/2006/main" prst="rect">
            <a:avLst/>
          </a:prstGeom>
        </p:spPr>
      </p:pic>
      <p:sp>
        <p:nvSpPr>
          <p:cNvPr id="246" name="Local block arrow 10">
            <a:extLst xmlns:a="http://schemas.openxmlformats.org/drawingml/2006/main">
              <a:ext uri="{FF2B5EF4-FFF2-40B4-BE49-F238E27FC236}">
                <a16:creationId xmlns:a16="http://schemas.microsoft.com/office/drawing/2014/main" id="{7305CCA6-304D-4A4E-9EBA-00B59D236C6C}"/>
              </a:ext>
            </a:extLst>
          </p:cNvPr>
          <p:cNvSpPr>
            <a:spLocks xmlns:a="http://schemas.openxmlformats.org/drawingml/2006/main" noGrp="1"/>
          </p:cNvSpPr>
          <p:nvPr/>
        </p:nvSpPr>
        <p:spPr>
          <a:xfrm xmlns:a="http://schemas.openxmlformats.org/drawingml/2006/main">
            <a:off x="6065520" y="4290060"/>
            <a:ext cx="137160" cy="106680"/>
          </a:xfrm>
          <a:prstGeom xmlns:a="http://schemas.openxmlformats.org/drawingml/2006/main" prst="right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sp>
        <p:nvSpPr>
          <p:cNvPr id="247" name="action-projection-qkv-top">
            <a:extLst xmlns:a="http://schemas.openxmlformats.org/drawingml/2006/main">
              <a:ext uri="{FF2B5EF4-FFF2-40B4-BE49-F238E27FC236}">
                <a16:creationId xmlns:a16="http://schemas.microsoft.com/office/drawing/2014/main" id="{D02C3901-9444-4B5C-A967-227EB3C1E7A9}"/>
              </a:ext>
            </a:extLst>
          </p:cNvPr>
          <p:cNvSpPr>
            <a:spLocks xmlns:a="http://schemas.openxmlformats.org/drawingml/2006/main" noGrp="1"/>
          </p:cNvSpPr>
          <p:nvPr/>
        </p:nvSpPr>
        <p:spPr>
          <a:xfrm xmlns:a="http://schemas.openxmlformats.org/drawingml/2006/main">
            <a:off x="6248400" y="4038600"/>
            <a:ext cx="746760" cy="53340"/>
          </a:xfrm>
          <a:custGeom xmlns:a="http://schemas.openxmlformats.org/drawingml/2006/main">
            <a:pathLst>
              <a:path w="933450" h="66675">
                <a:moveTo>
                  <a:pt x="0" y="66675"/>
                </a:moveTo>
                <a:lnTo>
                  <a:pt x="66675" y="0"/>
                </a:lnTo>
                <a:lnTo>
                  <a:pt x="933450" y="0"/>
                </a:lnTo>
                <a:lnTo>
                  <a:pt x="866775" y="66675"/>
                </a:lnTo>
                <a:close/>
              </a:path>
            </a:pathLst>
          </a:custGeom>
          <a:solidFill xmlns:a="http://schemas.openxmlformats.org/drawingml/2006/main">
            <a:srgbClr val="F9FAFD"/>
          </a:solidFill>
          <a:ln xmlns:a="http://schemas.openxmlformats.org/drawingml/2006/main" w="11430">
            <a:solidFill>
              <a:srgbClr val="63788A"/>
            </a:solidFill>
          </a:ln>
        </p:spPr>
      </p:sp>
      <p:sp>
        <p:nvSpPr>
          <p:cNvPr id="248" name="action-projection-qkv-side">
            <a:extLst xmlns:a="http://schemas.openxmlformats.org/drawingml/2006/main">
              <a:ext uri="{FF2B5EF4-FFF2-40B4-BE49-F238E27FC236}">
                <a16:creationId xmlns:a16="http://schemas.microsoft.com/office/drawing/2014/main" id="{8E6D64F4-D21E-4E89-AA00-BE7E81146A4C}"/>
              </a:ext>
            </a:extLst>
          </p:cNvPr>
          <p:cNvSpPr>
            <a:spLocks xmlns:a="http://schemas.openxmlformats.org/drawingml/2006/main" noGrp="1"/>
          </p:cNvSpPr>
          <p:nvPr/>
        </p:nvSpPr>
        <p:spPr>
          <a:xfrm xmlns:a="http://schemas.openxmlformats.org/drawingml/2006/main">
            <a:off x="6941820" y="4038600"/>
            <a:ext cx="53340" cy="556260"/>
          </a:xfrm>
          <a:custGeom xmlns:a="http://schemas.openxmlformats.org/drawingml/2006/main">
            <a:pathLst>
              <a:path w="66675" h="695325">
                <a:moveTo>
                  <a:pt x="0" y="66675"/>
                </a:moveTo>
                <a:lnTo>
                  <a:pt x="66675" y="0"/>
                </a:lnTo>
                <a:lnTo>
                  <a:pt x="66675" y="628650"/>
                </a:lnTo>
                <a:lnTo>
                  <a:pt x="0" y="695325"/>
                </a:lnTo>
                <a:close/>
              </a:path>
            </a:pathLst>
          </a:custGeom>
          <a:solidFill xmlns:a="http://schemas.openxmlformats.org/drawingml/2006/main">
            <a:srgbClr val="C4CED8"/>
          </a:solidFill>
          <a:ln xmlns:a="http://schemas.openxmlformats.org/drawingml/2006/main" w="11430">
            <a:solidFill>
              <a:srgbClr val="63788A"/>
            </a:solidFill>
          </a:ln>
        </p:spPr>
      </p:sp>
      <p:sp>
        <p:nvSpPr>
          <p:cNvPr id="249" name="action-projection-qkv-front">
            <a:extLst xmlns:a="http://schemas.openxmlformats.org/drawingml/2006/main">
              <a:ext uri="{FF2B5EF4-FFF2-40B4-BE49-F238E27FC236}">
                <a16:creationId xmlns:a16="http://schemas.microsoft.com/office/drawing/2014/main" id="{2852C2A2-C2B4-4C40-B970-8C91437990D0}"/>
              </a:ext>
            </a:extLst>
          </p:cNvPr>
          <p:cNvSpPr>
            <a:spLocks xmlns:a="http://schemas.openxmlformats.org/drawingml/2006/main" noGrp="1"/>
          </p:cNvSpPr>
          <p:nvPr/>
        </p:nvSpPr>
        <p:spPr>
          <a:xfrm xmlns:a="http://schemas.openxmlformats.org/drawingml/2006/main">
            <a:off x="6248400" y="4091940"/>
            <a:ext cx="693420" cy="502920"/>
          </a:xfrm>
          <a:prstGeom xmlns:a="http://schemas.openxmlformats.org/drawingml/2006/main" prst="rect">
            <a:avLst/>
          </a:prstGeom>
          <a:solidFill xmlns:a="http://schemas.openxmlformats.org/drawingml/2006/main">
            <a:srgbClr val="E8EDF2"/>
          </a:solidFill>
          <a:ln xmlns:a="http://schemas.openxmlformats.org/drawingml/2006/main" w="8382">
            <a:solidFill>
              <a:srgbClr val="63788A"/>
            </a:solidFill>
          </a:ln>
        </p:spPr>
        <p:style>
          <a:lnRef xmlns:a="http://schemas.openxmlformats.org/drawingml/2006/main" idx="0"/>
          <a:fillRef xmlns:a="http://schemas.openxmlformats.org/drawingml/2006/main" idx="0"/>
          <a:effectRef xmlns:a="http://schemas.openxmlformats.org/drawingml/2006/main" idx="11"/>
          <a:fontRef xmlns:a="http://schemas.openxmlformats.org/drawingml/2006/main" idx="major"/>
        </p:style>
      </p:sp>
      <p:pic>
        <p:nvPicPr>
          <p:cNvPr id="725" name=""/>
          <p:cNvPicPr>
            <a:picLocks xmlns:a="http://schemas.openxmlformats.org/drawingml/2006/main" noChangeAspect="1"/>
          </p:cNvPicPr>
          <p:nvPr/>
        </p:nvPicPr>
        <p:blipFill>
          <a:blip xmlns:r="http://schemas.openxmlformats.org/officeDocument/2006/relationships" xmlns:a="http://schemas.openxmlformats.org/drawingml/2006/main" r:embed="R46cd0ed570b645c4">
            <a:extLst>
              <a:ext uri="{96DAC541-7B7A-43D3-8B79-37D633B846F1}">
                <asvg:svgBlip xmlns:asvg="http://schemas.microsoft.com/office/drawing/2016/SVG/main" r:embed="R23f02c6dfac941c2"/>
              </a:ext>
            </a:extLst>
          </a:blip>
          <a:stretch xmlns:a="http://schemas.openxmlformats.org/drawingml/2006/main"/>
        </p:blipFill>
        <p:spPr>
          <a:xfrm xmlns:a="http://schemas.openxmlformats.org/drawingml/2006/main">
            <a:off x="6278880" y="4270479"/>
            <a:ext cx="632460" cy="145841"/>
          </a:xfrm>
          <a:prstGeom xmlns:a="http://schemas.openxmlformats.org/drawingml/2006/main" prst="rect">
            <a:avLst/>
          </a:prstGeom>
        </p:spPr>
      </p:pic>
      <p:sp>
        <p:nvSpPr>
          <p:cNvPr id="251" name="Local block arrow 11">
            <a:extLst xmlns:a="http://schemas.openxmlformats.org/drawingml/2006/main">
              <a:ext uri="{FF2B5EF4-FFF2-40B4-BE49-F238E27FC236}">
                <a16:creationId xmlns:a16="http://schemas.microsoft.com/office/drawing/2014/main" id="{3E355EBB-9A72-4ACE-BE40-0337A16B00D3}"/>
              </a:ext>
            </a:extLst>
          </p:cNvPr>
          <p:cNvSpPr>
            <a:spLocks xmlns:a="http://schemas.openxmlformats.org/drawingml/2006/main" noGrp="1"/>
          </p:cNvSpPr>
          <p:nvPr/>
        </p:nvSpPr>
        <p:spPr>
          <a:xfrm xmlns:a="http://schemas.openxmlformats.org/drawingml/2006/main">
            <a:off x="5128260" y="4290060"/>
            <a:ext cx="144780" cy="106680"/>
          </a:xfrm>
          <a:prstGeom xmlns:a="http://schemas.openxmlformats.org/drawingml/2006/main" prst="right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sp>
        <p:nvSpPr>
          <p:cNvPr id="252" name="Local block arrow 12">
            <a:extLst xmlns:a="http://schemas.openxmlformats.org/drawingml/2006/main">
              <a:ext uri="{FF2B5EF4-FFF2-40B4-BE49-F238E27FC236}">
                <a16:creationId xmlns:a16="http://schemas.microsoft.com/office/drawing/2014/main" id="{E166B0AB-5D44-4844-8F48-1D784326D62C}"/>
              </a:ext>
            </a:extLst>
          </p:cNvPr>
          <p:cNvSpPr>
            <a:spLocks xmlns:a="http://schemas.openxmlformats.org/drawingml/2006/main" noGrp="1"/>
          </p:cNvSpPr>
          <p:nvPr/>
        </p:nvSpPr>
        <p:spPr>
          <a:xfrm xmlns:a="http://schemas.openxmlformats.org/drawingml/2006/main">
            <a:off x="7010400" y="4290060"/>
            <a:ext cx="182880" cy="106680"/>
          </a:xfrm>
          <a:prstGeom xmlns:a="http://schemas.openxmlformats.org/drawingml/2006/main" prst="right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pic>
        <p:nvPicPr>
          <p:cNvPr id="728" name=""/>
          <p:cNvPicPr>
            <a:picLocks xmlns:a="http://schemas.openxmlformats.org/drawingml/2006/main" noChangeAspect="1"/>
          </p:cNvPicPr>
          <p:nvPr/>
        </p:nvPicPr>
        <p:blipFill>
          <a:blip xmlns:r="http://schemas.openxmlformats.org/officeDocument/2006/relationships" xmlns:a="http://schemas.openxmlformats.org/drawingml/2006/main" r:embed="Ra2712548e3c64916">
            <a:extLst>
              <a:ext uri="{96DAC541-7B7A-43D3-8B79-37D633B846F1}">
                <asvg:svgBlip xmlns:asvg="http://schemas.microsoft.com/office/drawing/2016/SVG/main" r:embed="R2ef615a673d742c4"/>
              </a:ext>
            </a:extLst>
          </a:blip>
          <a:stretch xmlns:a="http://schemas.openxmlformats.org/drawingml/2006/main"/>
        </p:blipFill>
        <p:spPr>
          <a:xfrm xmlns:a="http://schemas.openxmlformats.org/drawingml/2006/main">
            <a:off x="6525977" y="3870023"/>
            <a:ext cx="252566" cy="184755"/>
          </a:xfrm>
          <a:prstGeom xmlns:a="http://schemas.openxmlformats.org/drawingml/2006/main" prst="rect">
            <a:avLst/>
          </a:prstGeom>
        </p:spPr>
      </p:pic>
      <p:sp>
        <p:nvSpPr>
          <p:cNvPr id="254" name="attention-plane-top">
            <a:extLst xmlns:a="http://schemas.openxmlformats.org/drawingml/2006/main">
              <a:ext uri="{FF2B5EF4-FFF2-40B4-BE49-F238E27FC236}">
                <a16:creationId xmlns:a16="http://schemas.microsoft.com/office/drawing/2014/main" id="{CF2B33E9-3BE4-4FF3-A256-59523E2C19A5}"/>
              </a:ext>
            </a:extLst>
          </p:cNvPr>
          <p:cNvSpPr>
            <a:spLocks xmlns:a="http://schemas.openxmlformats.org/drawingml/2006/main" noGrp="1"/>
          </p:cNvSpPr>
          <p:nvPr/>
        </p:nvSpPr>
        <p:spPr>
          <a:xfrm xmlns:a="http://schemas.openxmlformats.org/drawingml/2006/main">
            <a:off x="7239000" y="2598420"/>
            <a:ext cx="2377440" cy="68580"/>
          </a:xfrm>
          <a:custGeom xmlns:a="http://schemas.openxmlformats.org/drawingml/2006/main">
            <a:pathLst>
              <a:path w="2971800" h="85725">
                <a:moveTo>
                  <a:pt x="0" y="85725"/>
                </a:moveTo>
                <a:lnTo>
                  <a:pt x="85725" y="0"/>
                </a:lnTo>
                <a:lnTo>
                  <a:pt x="2971800" y="0"/>
                </a:lnTo>
                <a:lnTo>
                  <a:pt x="2886075" y="85725"/>
                </a:lnTo>
                <a:close/>
              </a:path>
            </a:pathLst>
          </a:custGeom>
          <a:solidFill xmlns:a="http://schemas.openxmlformats.org/drawingml/2006/main">
            <a:srgbClr val="F9FAFD"/>
          </a:solidFill>
          <a:ln xmlns:a="http://schemas.openxmlformats.org/drawingml/2006/main" w="11430">
            <a:solidFill>
              <a:srgbClr val="63788A"/>
            </a:solidFill>
          </a:ln>
        </p:spPr>
      </p:sp>
      <p:sp>
        <p:nvSpPr>
          <p:cNvPr id="255" name="attention-plane-side">
            <a:extLst xmlns:a="http://schemas.openxmlformats.org/drawingml/2006/main">
              <a:ext uri="{FF2B5EF4-FFF2-40B4-BE49-F238E27FC236}">
                <a16:creationId xmlns:a16="http://schemas.microsoft.com/office/drawing/2014/main" id="{D7493FC0-B0C3-4A96-A42F-1E448EA09342}"/>
              </a:ext>
            </a:extLst>
          </p:cNvPr>
          <p:cNvSpPr>
            <a:spLocks xmlns:a="http://schemas.openxmlformats.org/drawingml/2006/main" noGrp="1"/>
          </p:cNvSpPr>
          <p:nvPr/>
        </p:nvSpPr>
        <p:spPr>
          <a:xfrm xmlns:a="http://schemas.openxmlformats.org/drawingml/2006/main">
            <a:off x="9547860" y="2598420"/>
            <a:ext cx="68580" cy="2202180"/>
          </a:xfrm>
          <a:custGeom xmlns:a="http://schemas.openxmlformats.org/drawingml/2006/main">
            <a:pathLst>
              <a:path w="85725" h="2752725">
                <a:moveTo>
                  <a:pt x="0" y="85725"/>
                </a:moveTo>
                <a:lnTo>
                  <a:pt x="85725" y="0"/>
                </a:lnTo>
                <a:lnTo>
                  <a:pt x="85725" y="2667000"/>
                </a:lnTo>
                <a:lnTo>
                  <a:pt x="0" y="2752725"/>
                </a:lnTo>
                <a:close/>
              </a:path>
            </a:pathLst>
          </a:custGeom>
          <a:solidFill xmlns:a="http://schemas.openxmlformats.org/drawingml/2006/main">
            <a:srgbClr val="C3CED7"/>
          </a:solidFill>
          <a:ln xmlns:a="http://schemas.openxmlformats.org/drawingml/2006/main" w="11430">
            <a:solidFill>
              <a:srgbClr val="63788A"/>
            </a:solidFill>
          </a:ln>
        </p:spPr>
      </p:sp>
      <p:sp>
        <p:nvSpPr>
          <p:cNvPr id="256" name="attention-plane-front">
            <a:extLst xmlns:a="http://schemas.openxmlformats.org/drawingml/2006/main">
              <a:ext uri="{FF2B5EF4-FFF2-40B4-BE49-F238E27FC236}">
                <a16:creationId xmlns:a16="http://schemas.microsoft.com/office/drawing/2014/main" id="{D68DB430-5F56-49FD-9B47-16F3FE67B2A5}"/>
              </a:ext>
            </a:extLst>
          </p:cNvPr>
          <p:cNvSpPr>
            <a:spLocks xmlns:a="http://schemas.openxmlformats.org/drawingml/2006/main" noGrp="1"/>
          </p:cNvSpPr>
          <p:nvPr/>
        </p:nvSpPr>
        <p:spPr>
          <a:xfrm xmlns:a="http://schemas.openxmlformats.org/drawingml/2006/main">
            <a:off x="7239000" y="2667000"/>
            <a:ext cx="2308860" cy="2133600"/>
          </a:xfrm>
          <a:prstGeom xmlns:a="http://schemas.openxmlformats.org/drawingml/2006/main" prst="rect">
            <a:avLst/>
          </a:prstGeom>
          <a:solidFill xmlns:a="http://schemas.openxmlformats.org/drawingml/2006/main">
            <a:srgbClr val="FAFBFC"/>
          </a:solidFill>
          <a:ln xmlns:a="http://schemas.openxmlformats.org/drawingml/2006/main" w="8382">
            <a:solidFill>
              <a:srgbClr val="63788A"/>
            </a:solidFill>
          </a:ln>
        </p:spPr>
        <p:style>
          <a:lnRef xmlns:a="http://schemas.openxmlformats.org/drawingml/2006/main" idx="0"/>
          <a:fillRef xmlns:a="http://schemas.openxmlformats.org/drawingml/2006/main" idx="0"/>
          <a:effectRef xmlns:a="http://schemas.openxmlformats.org/drawingml/2006/main" idx="11"/>
          <a:fontRef xmlns:a="http://schemas.openxmlformats.org/drawingml/2006/main" idx="major"/>
        </p:style>
      </p:sp>
      <p:sp>
        <p:nvSpPr>
          <p:cNvPr id="257" name="video-self">
            <a:extLst xmlns:a="http://schemas.openxmlformats.org/drawingml/2006/main">
              <a:ext uri="{FF2B5EF4-FFF2-40B4-BE49-F238E27FC236}">
                <a16:creationId xmlns:a16="http://schemas.microsoft.com/office/drawing/2014/main" id="{351B9352-74B2-4C2B-8999-0AAED2B5BE95}"/>
              </a:ext>
            </a:extLst>
          </p:cNvPr>
          <p:cNvSpPr>
            <a:spLocks xmlns:a="http://schemas.openxmlformats.org/drawingml/2006/main" noGrp="1"/>
          </p:cNvSpPr>
          <p:nvPr/>
        </p:nvSpPr>
        <p:spPr>
          <a:xfrm xmlns:a="http://schemas.openxmlformats.org/drawingml/2006/main">
            <a:off x="7307580" y="2674620"/>
            <a:ext cx="1066800" cy="899160"/>
          </a:xfrm>
          <a:prstGeom xmlns:a="http://schemas.openxmlformats.org/drawingml/2006/main" prst="roundRect">
            <a:avLst>
              <a:gd name="adj" fmla="val 2542"/>
            </a:avLst>
          </a:prstGeom>
          <a:solidFill xmlns:a="http://schemas.openxmlformats.org/drawingml/2006/main">
            <a:srgbClr val="E8EEF4"/>
          </a:solidFill>
          <a:ln xmlns:a="http://schemas.openxmlformats.org/drawingml/2006/main" w="5334">
            <a:solidFill>
              <a:srgbClr val="A2B7C9"/>
            </a:solidFill>
          </a:ln>
        </p:spPr>
      </p:sp>
      <p:sp>
        <p:nvSpPr>
          <p:cNvPr id="258" name="video-self-tile-00">
            <a:extLst xmlns:a="http://schemas.openxmlformats.org/drawingml/2006/main">
              <a:ext uri="{FF2B5EF4-FFF2-40B4-BE49-F238E27FC236}">
                <a16:creationId xmlns:a16="http://schemas.microsoft.com/office/drawing/2014/main" id="{274F191D-C3C7-4854-A91C-E64D731A3B10}"/>
              </a:ext>
            </a:extLst>
          </p:cNvPr>
          <p:cNvSpPr>
            <a:spLocks xmlns:a="http://schemas.openxmlformats.org/drawingml/2006/main" noGrp="1"/>
          </p:cNvSpPr>
          <p:nvPr/>
        </p:nvSpPr>
        <p:spPr>
          <a:xfrm xmlns:a="http://schemas.openxmlformats.org/drawingml/2006/main">
            <a:off x="7383780" y="2773680"/>
            <a:ext cx="175260" cy="76200"/>
          </a:xfrm>
          <a:prstGeom xmlns:a="http://schemas.openxmlformats.org/drawingml/2006/main" prst="roundRect">
            <a:avLst>
              <a:gd name="adj" fmla="val 10000"/>
            </a:avLst>
          </a:prstGeom>
          <a:solidFill xmlns:a="http://schemas.openxmlformats.org/drawingml/2006/main">
            <a:srgbClr val="A2B7C9"/>
          </a:solidFill>
          <a:ln xmlns:a="http://schemas.openxmlformats.org/drawingml/2006/main" w="0">
            <a:noFill/>
          </a:ln>
        </p:spPr>
      </p:sp>
      <p:sp>
        <p:nvSpPr>
          <p:cNvPr id="259" name="video-self-tile-01">
            <a:extLst xmlns:a="http://schemas.openxmlformats.org/drawingml/2006/main">
              <a:ext uri="{FF2B5EF4-FFF2-40B4-BE49-F238E27FC236}">
                <a16:creationId xmlns:a16="http://schemas.microsoft.com/office/drawing/2014/main" id="{1A5BE1B6-B8AC-48B2-B455-D9F23A92510E}"/>
              </a:ext>
            </a:extLst>
          </p:cNvPr>
          <p:cNvSpPr>
            <a:spLocks xmlns:a="http://schemas.openxmlformats.org/drawingml/2006/main" noGrp="1"/>
          </p:cNvSpPr>
          <p:nvPr/>
        </p:nvSpPr>
        <p:spPr>
          <a:xfrm xmlns:a="http://schemas.openxmlformats.org/drawingml/2006/main">
            <a:off x="7604760" y="2773680"/>
            <a:ext cx="175260" cy="76200"/>
          </a:xfrm>
          <a:prstGeom xmlns:a="http://schemas.openxmlformats.org/drawingml/2006/main" prst="roundRect">
            <a:avLst>
              <a:gd name="adj" fmla="val 10000"/>
            </a:avLst>
          </a:prstGeom>
          <a:solidFill xmlns:a="http://schemas.openxmlformats.org/drawingml/2006/main">
            <a:srgbClr val="CFDBE4"/>
          </a:solidFill>
          <a:ln xmlns:a="http://schemas.openxmlformats.org/drawingml/2006/main" w="0">
            <a:noFill/>
          </a:ln>
        </p:spPr>
      </p:sp>
      <p:sp>
        <p:nvSpPr>
          <p:cNvPr id="260" name="video-self-tile-02">
            <a:extLst xmlns:a="http://schemas.openxmlformats.org/drawingml/2006/main">
              <a:ext uri="{FF2B5EF4-FFF2-40B4-BE49-F238E27FC236}">
                <a16:creationId xmlns:a16="http://schemas.microsoft.com/office/drawing/2014/main" id="{769F01E4-EA9E-4099-BFE1-7448ABB0F42A}"/>
              </a:ext>
            </a:extLst>
          </p:cNvPr>
          <p:cNvSpPr>
            <a:spLocks xmlns:a="http://schemas.openxmlformats.org/drawingml/2006/main" noGrp="1"/>
          </p:cNvSpPr>
          <p:nvPr/>
        </p:nvSpPr>
        <p:spPr>
          <a:xfrm xmlns:a="http://schemas.openxmlformats.org/drawingml/2006/main">
            <a:off x="7825740" y="2773680"/>
            <a:ext cx="175260" cy="76200"/>
          </a:xfrm>
          <a:prstGeom xmlns:a="http://schemas.openxmlformats.org/drawingml/2006/main" prst="roundRect">
            <a:avLst>
              <a:gd name="adj" fmla="val 10000"/>
            </a:avLst>
          </a:prstGeom>
          <a:solidFill xmlns:a="http://schemas.openxmlformats.org/drawingml/2006/main">
            <a:srgbClr val="CFDBE4"/>
          </a:solidFill>
          <a:ln xmlns:a="http://schemas.openxmlformats.org/drawingml/2006/main" w="0">
            <a:noFill/>
          </a:ln>
        </p:spPr>
      </p:sp>
      <p:sp>
        <p:nvSpPr>
          <p:cNvPr id="261" name="video-self-tile-03">
            <a:extLst xmlns:a="http://schemas.openxmlformats.org/drawingml/2006/main">
              <a:ext uri="{FF2B5EF4-FFF2-40B4-BE49-F238E27FC236}">
                <a16:creationId xmlns:a16="http://schemas.microsoft.com/office/drawing/2014/main" id="{B210487E-02C8-47A1-B83A-A8D8BCBB4E60}"/>
              </a:ext>
            </a:extLst>
          </p:cNvPr>
          <p:cNvSpPr>
            <a:spLocks xmlns:a="http://schemas.openxmlformats.org/drawingml/2006/main" noGrp="1"/>
          </p:cNvSpPr>
          <p:nvPr/>
        </p:nvSpPr>
        <p:spPr>
          <a:xfrm xmlns:a="http://schemas.openxmlformats.org/drawingml/2006/main">
            <a:off x="8046720" y="2773680"/>
            <a:ext cx="175260" cy="76200"/>
          </a:xfrm>
          <a:prstGeom xmlns:a="http://schemas.openxmlformats.org/drawingml/2006/main" prst="roundRect">
            <a:avLst>
              <a:gd name="adj" fmla="val 10000"/>
            </a:avLst>
          </a:prstGeom>
          <a:solidFill xmlns:a="http://schemas.openxmlformats.org/drawingml/2006/main">
            <a:srgbClr val="A2B7C9"/>
          </a:solidFill>
          <a:ln xmlns:a="http://schemas.openxmlformats.org/drawingml/2006/main" w="0">
            <a:noFill/>
          </a:ln>
        </p:spPr>
      </p:sp>
      <p:sp>
        <p:nvSpPr>
          <p:cNvPr id="262" name="video-self-tile-10">
            <a:extLst xmlns:a="http://schemas.openxmlformats.org/drawingml/2006/main">
              <a:ext uri="{FF2B5EF4-FFF2-40B4-BE49-F238E27FC236}">
                <a16:creationId xmlns:a16="http://schemas.microsoft.com/office/drawing/2014/main" id="{F2B22825-447B-4A2E-A149-2C6A33473014}"/>
              </a:ext>
            </a:extLst>
          </p:cNvPr>
          <p:cNvSpPr>
            <a:spLocks xmlns:a="http://schemas.openxmlformats.org/drawingml/2006/main" noGrp="1"/>
          </p:cNvSpPr>
          <p:nvPr/>
        </p:nvSpPr>
        <p:spPr>
          <a:xfrm xmlns:a="http://schemas.openxmlformats.org/drawingml/2006/main">
            <a:off x="7383780" y="2895600"/>
            <a:ext cx="175260" cy="76200"/>
          </a:xfrm>
          <a:prstGeom xmlns:a="http://schemas.openxmlformats.org/drawingml/2006/main" prst="roundRect">
            <a:avLst>
              <a:gd name="adj" fmla="val 10000"/>
            </a:avLst>
          </a:prstGeom>
          <a:solidFill xmlns:a="http://schemas.openxmlformats.org/drawingml/2006/main">
            <a:srgbClr val="CFDBE4"/>
          </a:solidFill>
          <a:ln xmlns:a="http://schemas.openxmlformats.org/drawingml/2006/main" w="0">
            <a:noFill/>
          </a:ln>
        </p:spPr>
      </p:sp>
      <p:sp>
        <p:nvSpPr>
          <p:cNvPr id="263" name="video-self-tile-11">
            <a:extLst xmlns:a="http://schemas.openxmlformats.org/drawingml/2006/main">
              <a:ext uri="{FF2B5EF4-FFF2-40B4-BE49-F238E27FC236}">
                <a16:creationId xmlns:a16="http://schemas.microsoft.com/office/drawing/2014/main" id="{1F55723E-CA6D-4B9D-B8EB-40092B4C43AF}"/>
              </a:ext>
            </a:extLst>
          </p:cNvPr>
          <p:cNvSpPr>
            <a:spLocks xmlns:a="http://schemas.openxmlformats.org/drawingml/2006/main" noGrp="1"/>
          </p:cNvSpPr>
          <p:nvPr/>
        </p:nvSpPr>
        <p:spPr>
          <a:xfrm xmlns:a="http://schemas.openxmlformats.org/drawingml/2006/main">
            <a:off x="7604760" y="2895600"/>
            <a:ext cx="175260" cy="76200"/>
          </a:xfrm>
          <a:prstGeom xmlns:a="http://schemas.openxmlformats.org/drawingml/2006/main" prst="roundRect">
            <a:avLst>
              <a:gd name="adj" fmla="val 10000"/>
            </a:avLst>
          </a:prstGeom>
          <a:solidFill xmlns:a="http://schemas.openxmlformats.org/drawingml/2006/main">
            <a:srgbClr val="A2B7C9"/>
          </a:solidFill>
          <a:ln xmlns:a="http://schemas.openxmlformats.org/drawingml/2006/main" w="0">
            <a:noFill/>
          </a:ln>
        </p:spPr>
      </p:sp>
      <p:sp>
        <p:nvSpPr>
          <p:cNvPr id="264" name="video-self-tile-12">
            <a:extLst xmlns:a="http://schemas.openxmlformats.org/drawingml/2006/main">
              <a:ext uri="{FF2B5EF4-FFF2-40B4-BE49-F238E27FC236}">
                <a16:creationId xmlns:a16="http://schemas.microsoft.com/office/drawing/2014/main" id="{E443DDA7-D2D3-4600-B3EB-3FFA3155679C}"/>
              </a:ext>
            </a:extLst>
          </p:cNvPr>
          <p:cNvSpPr>
            <a:spLocks xmlns:a="http://schemas.openxmlformats.org/drawingml/2006/main" noGrp="1"/>
          </p:cNvSpPr>
          <p:nvPr/>
        </p:nvSpPr>
        <p:spPr>
          <a:xfrm xmlns:a="http://schemas.openxmlformats.org/drawingml/2006/main">
            <a:off x="7825740" y="2895600"/>
            <a:ext cx="175260" cy="76200"/>
          </a:xfrm>
          <a:prstGeom xmlns:a="http://schemas.openxmlformats.org/drawingml/2006/main" prst="roundRect">
            <a:avLst>
              <a:gd name="adj" fmla="val 10000"/>
            </a:avLst>
          </a:prstGeom>
          <a:solidFill xmlns:a="http://schemas.openxmlformats.org/drawingml/2006/main">
            <a:srgbClr val="CFDBE4"/>
          </a:solidFill>
          <a:ln xmlns:a="http://schemas.openxmlformats.org/drawingml/2006/main" w="0">
            <a:noFill/>
          </a:ln>
        </p:spPr>
      </p:sp>
      <p:sp>
        <p:nvSpPr>
          <p:cNvPr id="265" name="video-self-tile-13">
            <a:extLst xmlns:a="http://schemas.openxmlformats.org/drawingml/2006/main">
              <a:ext uri="{FF2B5EF4-FFF2-40B4-BE49-F238E27FC236}">
                <a16:creationId xmlns:a16="http://schemas.microsoft.com/office/drawing/2014/main" id="{2770935F-61A3-4C5A-A456-8F85988757B8}"/>
              </a:ext>
            </a:extLst>
          </p:cNvPr>
          <p:cNvSpPr>
            <a:spLocks xmlns:a="http://schemas.openxmlformats.org/drawingml/2006/main" noGrp="1"/>
          </p:cNvSpPr>
          <p:nvPr/>
        </p:nvSpPr>
        <p:spPr>
          <a:xfrm xmlns:a="http://schemas.openxmlformats.org/drawingml/2006/main">
            <a:off x="8046720" y="2895600"/>
            <a:ext cx="175260" cy="76200"/>
          </a:xfrm>
          <a:prstGeom xmlns:a="http://schemas.openxmlformats.org/drawingml/2006/main" prst="roundRect">
            <a:avLst>
              <a:gd name="adj" fmla="val 10000"/>
            </a:avLst>
          </a:prstGeom>
          <a:solidFill xmlns:a="http://schemas.openxmlformats.org/drawingml/2006/main">
            <a:srgbClr val="CFDBE4"/>
          </a:solidFill>
          <a:ln xmlns:a="http://schemas.openxmlformats.org/drawingml/2006/main" w="0">
            <a:noFill/>
          </a:ln>
        </p:spPr>
      </p:sp>
      <p:sp>
        <p:nvSpPr>
          <p:cNvPr id="266" name="video-self-tile-20">
            <a:extLst xmlns:a="http://schemas.openxmlformats.org/drawingml/2006/main">
              <a:ext uri="{FF2B5EF4-FFF2-40B4-BE49-F238E27FC236}">
                <a16:creationId xmlns:a16="http://schemas.microsoft.com/office/drawing/2014/main" id="{E7DA8519-CA98-415E-B270-BD96623E335A}"/>
              </a:ext>
            </a:extLst>
          </p:cNvPr>
          <p:cNvSpPr>
            <a:spLocks xmlns:a="http://schemas.openxmlformats.org/drawingml/2006/main" noGrp="1"/>
          </p:cNvSpPr>
          <p:nvPr/>
        </p:nvSpPr>
        <p:spPr>
          <a:xfrm xmlns:a="http://schemas.openxmlformats.org/drawingml/2006/main">
            <a:off x="7383780" y="3017520"/>
            <a:ext cx="175260" cy="76200"/>
          </a:xfrm>
          <a:prstGeom xmlns:a="http://schemas.openxmlformats.org/drawingml/2006/main" prst="roundRect">
            <a:avLst>
              <a:gd name="adj" fmla="val 10000"/>
            </a:avLst>
          </a:prstGeom>
          <a:solidFill xmlns:a="http://schemas.openxmlformats.org/drawingml/2006/main">
            <a:srgbClr val="CFDBE4"/>
          </a:solidFill>
          <a:ln xmlns:a="http://schemas.openxmlformats.org/drawingml/2006/main" w="0">
            <a:noFill/>
          </a:ln>
        </p:spPr>
      </p:sp>
      <p:sp>
        <p:nvSpPr>
          <p:cNvPr id="267" name="video-self-tile-21">
            <a:extLst xmlns:a="http://schemas.openxmlformats.org/drawingml/2006/main">
              <a:ext uri="{FF2B5EF4-FFF2-40B4-BE49-F238E27FC236}">
                <a16:creationId xmlns:a16="http://schemas.microsoft.com/office/drawing/2014/main" id="{89327A42-79DB-47E6-937B-806CDECAF923}"/>
              </a:ext>
            </a:extLst>
          </p:cNvPr>
          <p:cNvSpPr>
            <a:spLocks xmlns:a="http://schemas.openxmlformats.org/drawingml/2006/main" noGrp="1"/>
          </p:cNvSpPr>
          <p:nvPr/>
        </p:nvSpPr>
        <p:spPr>
          <a:xfrm xmlns:a="http://schemas.openxmlformats.org/drawingml/2006/main">
            <a:off x="7604760" y="3017520"/>
            <a:ext cx="175260" cy="76200"/>
          </a:xfrm>
          <a:prstGeom xmlns:a="http://schemas.openxmlformats.org/drawingml/2006/main" prst="roundRect">
            <a:avLst>
              <a:gd name="adj" fmla="val 10000"/>
            </a:avLst>
          </a:prstGeom>
          <a:solidFill xmlns:a="http://schemas.openxmlformats.org/drawingml/2006/main">
            <a:srgbClr val="CFDBE4"/>
          </a:solidFill>
          <a:ln xmlns:a="http://schemas.openxmlformats.org/drawingml/2006/main" w="0">
            <a:noFill/>
          </a:ln>
        </p:spPr>
      </p:sp>
      <p:sp>
        <p:nvSpPr>
          <p:cNvPr id="268" name="video-self-tile-22">
            <a:extLst xmlns:a="http://schemas.openxmlformats.org/drawingml/2006/main">
              <a:ext uri="{FF2B5EF4-FFF2-40B4-BE49-F238E27FC236}">
                <a16:creationId xmlns:a16="http://schemas.microsoft.com/office/drawing/2014/main" id="{02B32A38-C053-4F4D-9B22-1208618E7892}"/>
              </a:ext>
            </a:extLst>
          </p:cNvPr>
          <p:cNvSpPr>
            <a:spLocks xmlns:a="http://schemas.openxmlformats.org/drawingml/2006/main" noGrp="1"/>
          </p:cNvSpPr>
          <p:nvPr/>
        </p:nvSpPr>
        <p:spPr>
          <a:xfrm xmlns:a="http://schemas.openxmlformats.org/drawingml/2006/main">
            <a:off x="7825740" y="3017520"/>
            <a:ext cx="175260" cy="76200"/>
          </a:xfrm>
          <a:prstGeom xmlns:a="http://schemas.openxmlformats.org/drawingml/2006/main" prst="roundRect">
            <a:avLst>
              <a:gd name="adj" fmla="val 10000"/>
            </a:avLst>
          </a:prstGeom>
          <a:solidFill xmlns:a="http://schemas.openxmlformats.org/drawingml/2006/main">
            <a:srgbClr val="A2B7C9"/>
          </a:solidFill>
          <a:ln xmlns:a="http://schemas.openxmlformats.org/drawingml/2006/main" w="0">
            <a:noFill/>
          </a:ln>
        </p:spPr>
      </p:sp>
      <p:sp>
        <p:nvSpPr>
          <p:cNvPr id="269" name="video-self-tile-23">
            <a:extLst xmlns:a="http://schemas.openxmlformats.org/drawingml/2006/main">
              <a:ext uri="{FF2B5EF4-FFF2-40B4-BE49-F238E27FC236}">
                <a16:creationId xmlns:a16="http://schemas.microsoft.com/office/drawing/2014/main" id="{F704425D-635E-4E12-93BE-32ED0196BDF1}"/>
              </a:ext>
            </a:extLst>
          </p:cNvPr>
          <p:cNvSpPr>
            <a:spLocks xmlns:a="http://schemas.openxmlformats.org/drawingml/2006/main" noGrp="1"/>
          </p:cNvSpPr>
          <p:nvPr/>
        </p:nvSpPr>
        <p:spPr>
          <a:xfrm xmlns:a="http://schemas.openxmlformats.org/drawingml/2006/main">
            <a:off x="8046720" y="3017520"/>
            <a:ext cx="175260" cy="76200"/>
          </a:xfrm>
          <a:prstGeom xmlns:a="http://schemas.openxmlformats.org/drawingml/2006/main" prst="roundRect">
            <a:avLst>
              <a:gd name="adj" fmla="val 10000"/>
            </a:avLst>
          </a:prstGeom>
          <a:solidFill xmlns:a="http://schemas.openxmlformats.org/drawingml/2006/main">
            <a:srgbClr val="CFDBE4"/>
          </a:solidFill>
          <a:ln xmlns:a="http://schemas.openxmlformats.org/drawingml/2006/main" w="0">
            <a:noFill/>
          </a:ln>
        </p:spPr>
      </p:sp>
      <p:sp>
        <p:nvSpPr>
          <p:cNvPr id="270" name="video-self-read-label">
            <a:extLst xmlns:a="http://schemas.openxmlformats.org/drawingml/2006/main">
              <a:ext uri="{FF2B5EF4-FFF2-40B4-BE49-F238E27FC236}">
                <a16:creationId xmlns:a16="http://schemas.microsoft.com/office/drawing/2014/main" id="{A63D9618-8380-4A9C-AE31-05C60D11447D}"/>
              </a:ext>
            </a:extLst>
          </p:cNvPr>
          <p:cNvSpPr>
            <a:spLocks xmlns:a="http://schemas.openxmlformats.org/drawingml/2006/main" noGrp="1"/>
          </p:cNvSpPr>
          <p:nvPr/>
        </p:nvSpPr>
        <p:spPr>
          <a:xfrm xmlns:a="http://schemas.openxmlformats.org/drawingml/2006/main">
            <a:off x="7330440" y="3223260"/>
            <a:ext cx="102108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80" i="0">
                <a:solidFill>
                  <a:srgbClr val="202B33"/>
                </a:solidFill>
                <a:latin typeface="Toppan Bunkyu Mincho"/>
                <a:ea typeface="Toppan Bunkyu Mincho"/>
                <a:cs typeface="Toppan Bunkyu Mincho"/>
              </a:defRPr>
            </a:pPr>
            <a:r>
              <a:rPr sz="1080" i="0">
                <a:solidFill>
                  <a:srgbClr val="202B33"/>
                </a:solidFill>
                <a:latin typeface="Toppan Bunkyu Mincho"/>
                <a:ea typeface="Toppan Bunkyu Mincho"/>
                <a:cs typeface="Toppan Bunkyu Mincho"/>
              </a:rPr>
              <a:t>Video context</a:t>
            </a:r>
          </a:p>
        </p:txBody>
      </p:sp>
      <p:sp>
        <p:nvSpPr>
          <p:cNvPr id="271" name="video-cross-top">
            <a:extLst xmlns:a="http://schemas.openxmlformats.org/drawingml/2006/main">
              <a:ext uri="{FF2B5EF4-FFF2-40B4-BE49-F238E27FC236}">
                <a16:creationId xmlns:a16="http://schemas.microsoft.com/office/drawing/2014/main" id="{1D5322F7-96C4-4E2C-B73B-4C07AEF9B9BA}"/>
              </a:ext>
            </a:extLst>
          </p:cNvPr>
          <p:cNvSpPr>
            <a:spLocks xmlns:a="http://schemas.openxmlformats.org/drawingml/2006/main" noGrp="1"/>
          </p:cNvSpPr>
          <p:nvPr/>
        </p:nvSpPr>
        <p:spPr>
          <a:xfrm xmlns:a="http://schemas.openxmlformats.org/drawingml/2006/main">
            <a:off x="8450580" y="2636520"/>
            <a:ext cx="1066800" cy="38100"/>
          </a:xfrm>
          <a:custGeom xmlns:a="http://schemas.openxmlformats.org/drawingml/2006/main">
            <a:pathLst>
              <a:path w="1333500" h="47625">
                <a:moveTo>
                  <a:pt x="0" y="47625"/>
                </a:moveTo>
                <a:lnTo>
                  <a:pt x="47625" y="0"/>
                </a:lnTo>
                <a:lnTo>
                  <a:pt x="1333500" y="0"/>
                </a:lnTo>
                <a:lnTo>
                  <a:pt x="1285875" y="47625"/>
                </a:lnTo>
                <a:close/>
              </a:path>
            </a:pathLst>
          </a:custGeom>
          <a:solidFill xmlns:a="http://schemas.openxmlformats.org/drawingml/2006/main">
            <a:srgbClr val="F9FAFD"/>
          </a:solidFill>
          <a:ln xmlns:a="http://schemas.openxmlformats.org/drawingml/2006/main" w="11430">
            <a:solidFill>
              <a:srgbClr val="63788A"/>
            </a:solidFill>
          </a:ln>
        </p:spPr>
      </p:sp>
      <p:sp>
        <p:nvSpPr>
          <p:cNvPr id="272" name="video-cross-side">
            <a:extLst xmlns:a="http://schemas.openxmlformats.org/drawingml/2006/main">
              <a:ext uri="{FF2B5EF4-FFF2-40B4-BE49-F238E27FC236}">
                <a16:creationId xmlns:a16="http://schemas.microsoft.com/office/drawing/2014/main" id="{08C97AC8-DCEF-4D25-B13C-EA5250C3BDBD}"/>
              </a:ext>
            </a:extLst>
          </p:cNvPr>
          <p:cNvSpPr>
            <a:spLocks xmlns:a="http://schemas.openxmlformats.org/drawingml/2006/main" noGrp="1"/>
          </p:cNvSpPr>
          <p:nvPr/>
        </p:nvSpPr>
        <p:spPr>
          <a:xfrm xmlns:a="http://schemas.openxmlformats.org/drawingml/2006/main">
            <a:off x="9479280" y="2636520"/>
            <a:ext cx="38100" cy="937260"/>
          </a:xfrm>
          <a:custGeom xmlns:a="http://schemas.openxmlformats.org/drawingml/2006/main">
            <a:pathLst>
              <a:path w="47625" h="1171575">
                <a:moveTo>
                  <a:pt x="0" y="47625"/>
                </a:moveTo>
                <a:lnTo>
                  <a:pt x="47625" y="0"/>
                </a:lnTo>
                <a:lnTo>
                  <a:pt x="47625" y="1123950"/>
                </a:lnTo>
                <a:lnTo>
                  <a:pt x="0" y="1171575"/>
                </a:lnTo>
                <a:close/>
              </a:path>
            </a:pathLst>
          </a:custGeom>
          <a:solidFill xmlns:a="http://schemas.openxmlformats.org/drawingml/2006/main">
            <a:srgbClr val="ADC5C5"/>
          </a:solidFill>
          <a:ln xmlns:a="http://schemas.openxmlformats.org/drawingml/2006/main" w="11430">
            <a:solidFill>
              <a:srgbClr val="63788A"/>
            </a:solidFill>
          </a:ln>
        </p:spPr>
      </p:sp>
      <p:sp>
        <p:nvSpPr>
          <p:cNvPr id="273" name="video-cross-front">
            <a:extLst xmlns:a="http://schemas.openxmlformats.org/drawingml/2006/main">
              <a:ext uri="{FF2B5EF4-FFF2-40B4-BE49-F238E27FC236}">
                <a16:creationId xmlns:a16="http://schemas.microsoft.com/office/drawing/2014/main" id="{5E1B6B5B-ED12-4048-B127-638CC2985F09}"/>
              </a:ext>
            </a:extLst>
          </p:cNvPr>
          <p:cNvSpPr>
            <a:spLocks xmlns:a="http://schemas.openxmlformats.org/drawingml/2006/main" noGrp="1"/>
          </p:cNvSpPr>
          <p:nvPr/>
        </p:nvSpPr>
        <p:spPr>
          <a:xfrm xmlns:a="http://schemas.openxmlformats.org/drawingml/2006/main">
            <a:off x="8450580" y="2674620"/>
            <a:ext cx="1028700" cy="899160"/>
          </a:xfrm>
          <a:prstGeom xmlns:a="http://schemas.openxmlformats.org/drawingml/2006/main" prst="rect">
            <a:avLst/>
          </a:prstGeom>
          <a:solidFill xmlns:a="http://schemas.openxmlformats.org/drawingml/2006/main">
            <a:srgbClr val="DCE9E9"/>
          </a:solidFill>
          <a:ln xmlns:a="http://schemas.openxmlformats.org/drawingml/2006/main" w="8382">
            <a:solidFill>
              <a:srgbClr val="63788A"/>
            </a:solidFill>
          </a:ln>
        </p:spPr>
        <p:style>
          <a:lnRef xmlns:a="http://schemas.openxmlformats.org/drawingml/2006/main" idx="0"/>
          <a:fillRef xmlns:a="http://schemas.openxmlformats.org/drawingml/2006/main" idx="0"/>
          <a:effectRef xmlns:a="http://schemas.openxmlformats.org/drawingml/2006/main" idx="11"/>
          <a:fontRef xmlns:a="http://schemas.openxmlformats.org/drawingml/2006/main" idx="major"/>
        </p:style>
      </p:sp>
      <p:sp>
        <p:nvSpPr>
          <p:cNvPr id="274" name="video-cross-source-0">
            <a:extLst xmlns:a="http://schemas.openxmlformats.org/drawingml/2006/main">
              <a:ext uri="{FF2B5EF4-FFF2-40B4-BE49-F238E27FC236}">
                <a16:creationId xmlns:a16="http://schemas.microsoft.com/office/drawing/2014/main" id="{50C0C511-9831-4A97-8910-E702945B1343}"/>
              </a:ext>
            </a:extLst>
          </p:cNvPr>
          <p:cNvSpPr>
            <a:spLocks xmlns:a="http://schemas.openxmlformats.org/drawingml/2006/main" noGrp="1"/>
          </p:cNvSpPr>
          <p:nvPr/>
        </p:nvSpPr>
        <p:spPr>
          <a:xfrm xmlns:a="http://schemas.openxmlformats.org/drawingml/2006/main">
            <a:off x="8534400" y="2773680"/>
            <a:ext cx="137160" cy="121920"/>
          </a:xfrm>
          <a:prstGeom xmlns:a="http://schemas.openxmlformats.org/drawingml/2006/main" prst="roundRect">
            <a:avLst>
              <a:gd name="adj" fmla="val 6250"/>
            </a:avLst>
          </a:prstGeom>
          <a:solidFill xmlns:a="http://schemas.openxmlformats.org/drawingml/2006/main">
            <a:srgbClr val="AFC6D8"/>
          </a:solidFill>
          <a:ln xmlns:a="http://schemas.openxmlformats.org/drawingml/2006/main" w="4572">
            <a:solidFill>
              <a:srgbClr val="8CA6AE"/>
            </a:solidFill>
          </a:ln>
        </p:spPr>
      </p:sp>
      <p:sp>
        <p:nvSpPr>
          <p:cNvPr id="275" name="video-cross-source-1">
            <a:extLst xmlns:a="http://schemas.openxmlformats.org/drawingml/2006/main">
              <a:ext uri="{FF2B5EF4-FFF2-40B4-BE49-F238E27FC236}">
                <a16:creationId xmlns:a16="http://schemas.microsoft.com/office/drawing/2014/main" id="{711F1827-95F6-482B-B3E3-7033EEDDE754}"/>
              </a:ext>
            </a:extLst>
          </p:cNvPr>
          <p:cNvSpPr>
            <a:spLocks xmlns:a="http://schemas.openxmlformats.org/drawingml/2006/main" noGrp="1"/>
          </p:cNvSpPr>
          <p:nvPr/>
        </p:nvSpPr>
        <p:spPr>
          <a:xfrm xmlns:a="http://schemas.openxmlformats.org/drawingml/2006/main">
            <a:off x="8709660" y="2773680"/>
            <a:ext cx="137160" cy="121920"/>
          </a:xfrm>
          <a:prstGeom xmlns:a="http://schemas.openxmlformats.org/drawingml/2006/main" prst="roundRect">
            <a:avLst>
              <a:gd name="adj" fmla="val 6250"/>
            </a:avLst>
          </a:prstGeom>
          <a:solidFill xmlns:a="http://schemas.openxmlformats.org/drawingml/2006/main">
            <a:srgbClr val="AFC6D8"/>
          </a:solidFill>
          <a:ln xmlns:a="http://schemas.openxmlformats.org/drawingml/2006/main" w="4572">
            <a:solidFill>
              <a:srgbClr val="8CA6AE"/>
            </a:solidFill>
          </a:ln>
        </p:spPr>
      </p:sp>
      <p:sp>
        <p:nvSpPr>
          <p:cNvPr id="276" name="video-cross-source-2">
            <a:extLst xmlns:a="http://schemas.openxmlformats.org/drawingml/2006/main">
              <a:ext uri="{FF2B5EF4-FFF2-40B4-BE49-F238E27FC236}">
                <a16:creationId xmlns:a16="http://schemas.microsoft.com/office/drawing/2014/main" id="{9C93617E-1B65-4F13-8B69-F98F4D618EBB}"/>
              </a:ext>
            </a:extLst>
          </p:cNvPr>
          <p:cNvSpPr>
            <a:spLocks xmlns:a="http://schemas.openxmlformats.org/drawingml/2006/main" noGrp="1"/>
          </p:cNvSpPr>
          <p:nvPr/>
        </p:nvSpPr>
        <p:spPr>
          <a:xfrm xmlns:a="http://schemas.openxmlformats.org/drawingml/2006/main">
            <a:off x="8884920" y="2773680"/>
            <a:ext cx="137160" cy="121920"/>
          </a:xfrm>
          <a:prstGeom xmlns:a="http://schemas.openxmlformats.org/drawingml/2006/main" prst="roundRect">
            <a:avLst>
              <a:gd name="adj" fmla="val 6250"/>
            </a:avLst>
          </a:prstGeom>
          <a:solidFill xmlns:a="http://schemas.openxmlformats.org/drawingml/2006/main">
            <a:srgbClr val="8DAC9F"/>
          </a:solidFill>
          <a:ln xmlns:a="http://schemas.openxmlformats.org/drawingml/2006/main" w="4572">
            <a:solidFill>
              <a:srgbClr val="8CA6AE"/>
            </a:solidFill>
          </a:ln>
        </p:spPr>
      </p:sp>
      <p:sp>
        <p:nvSpPr>
          <p:cNvPr id="277" name="video-cross-source-3">
            <a:extLst xmlns:a="http://schemas.openxmlformats.org/drawingml/2006/main">
              <a:ext uri="{FF2B5EF4-FFF2-40B4-BE49-F238E27FC236}">
                <a16:creationId xmlns:a16="http://schemas.microsoft.com/office/drawing/2014/main" id="{5C9915FE-24B4-4742-BC1C-D0622625573D}"/>
              </a:ext>
            </a:extLst>
          </p:cNvPr>
          <p:cNvSpPr>
            <a:spLocks xmlns:a="http://schemas.openxmlformats.org/drawingml/2006/main" noGrp="1"/>
          </p:cNvSpPr>
          <p:nvPr/>
        </p:nvSpPr>
        <p:spPr>
          <a:xfrm xmlns:a="http://schemas.openxmlformats.org/drawingml/2006/main">
            <a:off x="9060180" y="2773680"/>
            <a:ext cx="137160" cy="121920"/>
          </a:xfrm>
          <a:prstGeom xmlns:a="http://schemas.openxmlformats.org/drawingml/2006/main" prst="roundRect">
            <a:avLst>
              <a:gd name="adj" fmla="val 6250"/>
            </a:avLst>
          </a:prstGeom>
          <a:solidFill xmlns:a="http://schemas.openxmlformats.org/drawingml/2006/main">
            <a:srgbClr val="8DAC9F"/>
          </a:solidFill>
          <a:ln xmlns:a="http://schemas.openxmlformats.org/drawingml/2006/main" w="4572">
            <a:solidFill>
              <a:srgbClr val="8CA6AE"/>
            </a:solidFill>
          </a:ln>
        </p:spPr>
      </p:sp>
      <p:sp>
        <p:nvSpPr>
          <p:cNvPr id="278" name="video-cross-source-4">
            <a:extLst xmlns:a="http://schemas.openxmlformats.org/drawingml/2006/main">
              <a:ext uri="{FF2B5EF4-FFF2-40B4-BE49-F238E27FC236}">
                <a16:creationId xmlns:a16="http://schemas.microsoft.com/office/drawing/2014/main" id="{EEFE1D2E-CC24-43A6-A93B-3FD1BFBAEB9C}"/>
              </a:ext>
            </a:extLst>
          </p:cNvPr>
          <p:cNvSpPr>
            <a:spLocks xmlns:a="http://schemas.openxmlformats.org/drawingml/2006/main" noGrp="1"/>
          </p:cNvSpPr>
          <p:nvPr/>
        </p:nvSpPr>
        <p:spPr>
          <a:xfrm xmlns:a="http://schemas.openxmlformats.org/drawingml/2006/main">
            <a:off x="9235440" y="2773680"/>
            <a:ext cx="137160" cy="121920"/>
          </a:xfrm>
          <a:prstGeom xmlns:a="http://schemas.openxmlformats.org/drawingml/2006/main" prst="roundRect">
            <a:avLst>
              <a:gd name="adj" fmla="val 6250"/>
            </a:avLst>
          </a:prstGeom>
          <a:solidFill xmlns:a="http://schemas.openxmlformats.org/drawingml/2006/main">
            <a:srgbClr val="8DAC9F"/>
          </a:solidFill>
          <a:ln xmlns:a="http://schemas.openxmlformats.org/drawingml/2006/main" w="4572">
            <a:solidFill>
              <a:srgbClr val="8CA6AE"/>
            </a:solidFill>
          </a:ln>
        </p:spPr>
      </p:sp>
      <p:sp>
        <p:nvSpPr>
          <p:cNvPr id="279" name="Local block arrow 13">
            <a:extLst xmlns:a="http://schemas.openxmlformats.org/drawingml/2006/main">
              <a:ext uri="{FF2B5EF4-FFF2-40B4-BE49-F238E27FC236}">
                <a16:creationId xmlns:a16="http://schemas.microsoft.com/office/drawing/2014/main" id="{F59BBBAA-8FE2-4F97-9DEF-7031252F3121}"/>
              </a:ext>
            </a:extLst>
          </p:cNvPr>
          <p:cNvSpPr>
            <a:spLocks xmlns:a="http://schemas.openxmlformats.org/drawingml/2006/main" noGrp="1"/>
          </p:cNvSpPr>
          <p:nvPr/>
        </p:nvSpPr>
        <p:spPr>
          <a:xfrm xmlns:a="http://schemas.openxmlformats.org/drawingml/2006/main">
            <a:off x="8911590" y="2933700"/>
            <a:ext cx="106680" cy="99060"/>
          </a:xfrm>
          <a:prstGeom xmlns:a="http://schemas.openxmlformats.org/drawingml/2006/main" prst="down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sp>
        <p:nvSpPr>
          <p:cNvPr id="280" name="video-cross-mixed-0">
            <a:extLst xmlns:a="http://schemas.openxmlformats.org/drawingml/2006/main">
              <a:ext uri="{FF2B5EF4-FFF2-40B4-BE49-F238E27FC236}">
                <a16:creationId xmlns:a16="http://schemas.microsoft.com/office/drawing/2014/main" id="{6F08FAB2-87B4-482F-B344-1B7FB7FC0954}"/>
              </a:ext>
            </a:extLst>
          </p:cNvPr>
          <p:cNvSpPr>
            <a:spLocks xmlns:a="http://schemas.openxmlformats.org/drawingml/2006/main" noGrp="1"/>
          </p:cNvSpPr>
          <p:nvPr/>
        </p:nvSpPr>
        <p:spPr>
          <a:xfrm xmlns:a="http://schemas.openxmlformats.org/drawingml/2006/main">
            <a:off x="8580120" y="3063240"/>
            <a:ext cx="144780" cy="99060"/>
          </a:xfrm>
          <a:prstGeom xmlns:a="http://schemas.openxmlformats.org/drawingml/2006/main" prst="roundRect">
            <a:avLst>
              <a:gd name="adj" fmla="val 7692"/>
            </a:avLst>
          </a:prstGeom>
          <a:solidFill xmlns:a="http://schemas.openxmlformats.org/drawingml/2006/main">
            <a:srgbClr val="8CAEB2"/>
          </a:solidFill>
          <a:ln xmlns:a="http://schemas.openxmlformats.org/drawingml/2006/main" w="0">
            <a:noFill/>
          </a:ln>
        </p:spPr>
      </p:sp>
      <p:sp>
        <p:nvSpPr>
          <p:cNvPr id="281" name="video-cross-mixed-accent-0">
            <a:extLst xmlns:a="http://schemas.openxmlformats.org/drawingml/2006/main">
              <a:ext uri="{FF2B5EF4-FFF2-40B4-BE49-F238E27FC236}">
                <a16:creationId xmlns:a16="http://schemas.microsoft.com/office/drawing/2014/main" id="{C44D9E18-6ED3-4765-A311-EDB28483029B}"/>
              </a:ext>
            </a:extLst>
          </p:cNvPr>
          <p:cNvSpPr>
            <a:spLocks xmlns:a="http://schemas.openxmlformats.org/drawingml/2006/main" noGrp="1"/>
          </p:cNvSpPr>
          <p:nvPr/>
        </p:nvSpPr>
        <p:spPr>
          <a:xfrm xmlns:a="http://schemas.openxmlformats.org/drawingml/2006/main">
            <a:off x="8580120" y="3131820"/>
            <a:ext cx="144780" cy="30480"/>
          </a:xfrm>
          <a:prstGeom xmlns:a="http://schemas.openxmlformats.org/drawingml/2006/main" prst="rect">
            <a:avLst/>
          </a:prstGeom>
          <a:solidFill xmlns:a="http://schemas.openxmlformats.org/drawingml/2006/main">
            <a:srgbClr val="72978A"/>
          </a:solidFill>
          <a:ln xmlns:a="http://schemas.openxmlformats.org/drawingml/2006/main" w="0">
            <a:noFill/>
          </a:ln>
        </p:spPr>
      </p:sp>
      <p:sp>
        <p:nvSpPr>
          <p:cNvPr id="282" name="video-cross-mixed-1">
            <a:extLst xmlns:a="http://schemas.openxmlformats.org/drawingml/2006/main">
              <a:ext uri="{FF2B5EF4-FFF2-40B4-BE49-F238E27FC236}">
                <a16:creationId xmlns:a16="http://schemas.microsoft.com/office/drawing/2014/main" id="{E699439C-C283-4023-9FEA-27D012CEB25E}"/>
              </a:ext>
            </a:extLst>
          </p:cNvPr>
          <p:cNvSpPr>
            <a:spLocks xmlns:a="http://schemas.openxmlformats.org/drawingml/2006/main" noGrp="1"/>
          </p:cNvSpPr>
          <p:nvPr/>
        </p:nvSpPr>
        <p:spPr>
          <a:xfrm xmlns:a="http://schemas.openxmlformats.org/drawingml/2006/main">
            <a:off x="8770620" y="3063240"/>
            <a:ext cx="144780" cy="99060"/>
          </a:xfrm>
          <a:prstGeom xmlns:a="http://schemas.openxmlformats.org/drawingml/2006/main" prst="roundRect">
            <a:avLst>
              <a:gd name="adj" fmla="val 7692"/>
            </a:avLst>
          </a:prstGeom>
          <a:solidFill xmlns:a="http://schemas.openxmlformats.org/drawingml/2006/main">
            <a:srgbClr val="8CAEB2"/>
          </a:solidFill>
          <a:ln xmlns:a="http://schemas.openxmlformats.org/drawingml/2006/main" w="0">
            <a:noFill/>
          </a:ln>
        </p:spPr>
      </p:sp>
      <p:sp>
        <p:nvSpPr>
          <p:cNvPr id="283" name="video-cross-mixed-accent-1">
            <a:extLst xmlns:a="http://schemas.openxmlformats.org/drawingml/2006/main">
              <a:ext uri="{FF2B5EF4-FFF2-40B4-BE49-F238E27FC236}">
                <a16:creationId xmlns:a16="http://schemas.microsoft.com/office/drawing/2014/main" id="{5EAAAAE2-E7EA-4C7B-9D3F-CC13AC5F8C2C}"/>
              </a:ext>
            </a:extLst>
          </p:cNvPr>
          <p:cNvSpPr>
            <a:spLocks xmlns:a="http://schemas.openxmlformats.org/drawingml/2006/main" noGrp="1"/>
          </p:cNvSpPr>
          <p:nvPr/>
        </p:nvSpPr>
        <p:spPr>
          <a:xfrm xmlns:a="http://schemas.openxmlformats.org/drawingml/2006/main">
            <a:off x="8770620" y="3131820"/>
            <a:ext cx="144780" cy="30480"/>
          </a:xfrm>
          <a:prstGeom xmlns:a="http://schemas.openxmlformats.org/drawingml/2006/main" prst="rect">
            <a:avLst/>
          </a:prstGeom>
          <a:solidFill xmlns:a="http://schemas.openxmlformats.org/drawingml/2006/main">
            <a:srgbClr val="72978A"/>
          </a:solidFill>
          <a:ln xmlns:a="http://schemas.openxmlformats.org/drawingml/2006/main" w="0">
            <a:noFill/>
          </a:ln>
        </p:spPr>
      </p:sp>
      <p:sp>
        <p:nvSpPr>
          <p:cNvPr id="284" name="video-cross-mixed-2">
            <a:extLst xmlns:a="http://schemas.openxmlformats.org/drawingml/2006/main">
              <a:ext uri="{FF2B5EF4-FFF2-40B4-BE49-F238E27FC236}">
                <a16:creationId xmlns:a16="http://schemas.microsoft.com/office/drawing/2014/main" id="{B3DA95E2-B7AE-4E75-8727-D1E3E8323937}"/>
              </a:ext>
            </a:extLst>
          </p:cNvPr>
          <p:cNvSpPr>
            <a:spLocks xmlns:a="http://schemas.openxmlformats.org/drawingml/2006/main" noGrp="1"/>
          </p:cNvSpPr>
          <p:nvPr/>
        </p:nvSpPr>
        <p:spPr>
          <a:xfrm xmlns:a="http://schemas.openxmlformats.org/drawingml/2006/main">
            <a:off x="8961120" y="3063240"/>
            <a:ext cx="144780" cy="99060"/>
          </a:xfrm>
          <a:prstGeom xmlns:a="http://schemas.openxmlformats.org/drawingml/2006/main" prst="roundRect">
            <a:avLst>
              <a:gd name="adj" fmla="val 7692"/>
            </a:avLst>
          </a:prstGeom>
          <a:solidFill xmlns:a="http://schemas.openxmlformats.org/drawingml/2006/main">
            <a:srgbClr val="8CAEB2"/>
          </a:solidFill>
          <a:ln xmlns:a="http://schemas.openxmlformats.org/drawingml/2006/main" w="0">
            <a:noFill/>
          </a:ln>
        </p:spPr>
      </p:sp>
      <p:sp>
        <p:nvSpPr>
          <p:cNvPr id="285" name="video-cross-mixed-accent-2">
            <a:extLst xmlns:a="http://schemas.openxmlformats.org/drawingml/2006/main">
              <a:ext uri="{FF2B5EF4-FFF2-40B4-BE49-F238E27FC236}">
                <a16:creationId xmlns:a16="http://schemas.microsoft.com/office/drawing/2014/main" id="{F4273663-5C9C-4834-B342-EADA46591685}"/>
              </a:ext>
            </a:extLst>
          </p:cNvPr>
          <p:cNvSpPr>
            <a:spLocks xmlns:a="http://schemas.openxmlformats.org/drawingml/2006/main" noGrp="1"/>
          </p:cNvSpPr>
          <p:nvPr/>
        </p:nvSpPr>
        <p:spPr>
          <a:xfrm xmlns:a="http://schemas.openxmlformats.org/drawingml/2006/main">
            <a:off x="8961120" y="3131820"/>
            <a:ext cx="144780" cy="30480"/>
          </a:xfrm>
          <a:prstGeom xmlns:a="http://schemas.openxmlformats.org/drawingml/2006/main" prst="rect">
            <a:avLst/>
          </a:prstGeom>
          <a:solidFill xmlns:a="http://schemas.openxmlformats.org/drawingml/2006/main">
            <a:srgbClr val="72978A"/>
          </a:solidFill>
          <a:ln xmlns:a="http://schemas.openxmlformats.org/drawingml/2006/main" w="0">
            <a:noFill/>
          </a:ln>
        </p:spPr>
      </p:sp>
      <p:sp>
        <p:nvSpPr>
          <p:cNvPr id="286" name="video-cross-mixed-3">
            <a:extLst xmlns:a="http://schemas.openxmlformats.org/drawingml/2006/main">
              <a:ext uri="{FF2B5EF4-FFF2-40B4-BE49-F238E27FC236}">
                <a16:creationId xmlns:a16="http://schemas.microsoft.com/office/drawing/2014/main" id="{7F2E9179-D9F6-40DD-9D1A-2F27371E001A}"/>
              </a:ext>
            </a:extLst>
          </p:cNvPr>
          <p:cNvSpPr>
            <a:spLocks xmlns:a="http://schemas.openxmlformats.org/drawingml/2006/main" noGrp="1"/>
          </p:cNvSpPr>
          <p:nvPr/>
        </p:nvSpPr>
        <p:spPr>
          <a:xfrm xmlns:a="http://schemas.openxmlformats.org/drawingml/2006/main">
            <a:off x="9151620" y="3063240"/>
            <a:ext cx="144780" cy="99060"/>
          </a:xfrm>
          <a:prstGeom xmlns:a="http://schemas.openxmlformats.org/drawingml/2006/main" prst="roundRect">
            <a:avLst>
              <a:gd name="adj" fmla="val 7692"/>
            </a:avLst>
          </a:prstGeom>
          <a:solidFill xmlns:a="http://schemas.openxmlformats.org/drawingml/2006/main">
            <a:srgbClr val="8CAEB2"/>
          </a:solidFill>
          <a:ln xmlns:a="http://schemas.openxmlformats.org/drawingml/2006/main" w="0">
            <a:noFill/>
          </a:ln>
        </p:spPr>
      </p:sp>
      <p:sp>
        <p:nvSpPr>
          <p:cNvPr id="287" name="video-cross-mixed-accent-3">
            <a:extLst xmlns:a="http://schemas.openxmlformats.org/drawingml/2006/main">
              <a:ext uri="{FF2B5EF4-FFF2-40B4-BE49-F238E27FC236}">
                <a16:creationId xmlns:a16="http://schemas.microsoft.com/office/drawing/2014/main" id="{DAE6BBDA-43A0-4555-A6DC-14921741FBC8}"/>
              </a:ext>
            </a:extLst>
          </p:cNvPr>
          <p:cNvSpPr>
            <a:spLocks xmlns:a="http://schemas.openxmlformats.org/drawingml/2006/main" noGrp="1"/>
          </p:cNvSpPr>
          <p:nvPr/>
        </p:nvSpPr>
        <p:spPr>
          <a:xfrm xmlns:a="http://schemas.openxmlformats.org/drawingml/2006/main">
            <a:off x="9151620" y="3131820"/>
            <a:ext cx="144780" cy="30480"/>
          </a:xfrm>
          <a:prstGeom xmlns:a="http://schemas.openxmlformats.org/drawingml/2006/main" prst="rect">
            <a:avLst/>
          </a:prstGeom>
          <a:solidFill xmlns:a="http://schemas.openxmlformats.org/drawingml/2006/main">
            <a:srgbClr val="72978A"/>
          </a:solidFill>
          <a:ln xmlns:a="http://schemas.openxmlformats.org/drawingml/2006/main" w="0">
            <a:noFill/>
          </a:ln>
        </p:spPr>
      </p:sp>
      <p:sp>
        <p:nvSpPr>
          <p:cNvPr id="288" name="video-cross-read-label">
            <a:extLst xmlns:a="http://schemas.openxmlformats.org/drawingml/2006/main">
              <a:ext uri="{FF2B5EF4-FFF2-40B4-BE49-F238E27FC236}">
                <a16:creationId xmlns:a16="http://schemas.microsoft.com/office/drawing/2014/main" id="{894CB12B-7A96-497A-939B-FE8C65E3AA11}"/>
              </a:ext>
            </a:extLst>
          </p:cNvPr>
          <p:cNvSpPr>
            <a:spLocks xmlns:a="http://schemas.openxmlformats.org/drawingml/2006/main" noGrp="1"/>
          </p:cNvSpPr>
          <p:nvPr/>
        </p:nvSpPr>
        <p:spPr>
          <a:xfrm xmlns:a="http://schemas.openxmlformats.org/drawingml/2006/main">
            <a:off x="8473440" y="3253740"/>
            <a:ext cx="98298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80" i="0">
                <a:solidFill>
                  <a:srgbClr val="202B33"/>
                </a:solidFill>
                <a:latin typeface="Toppan Bunkyu Mincho"/>
                <a:ea typeface="Toppan Bunkyu Mincho"/>
                <a:cs typeface="Toppan Bunkyu Mincho"/>
              </a:defRPr>
            </a:pPr>
            <a:r>
              <a:rPr sz="1080" i="0">
                <a:solidFill>
                  <a:srgbClr val="202B33"/>
                </a:solidFill>
                <a:latin typeface="Toppan Bunkyu Mincho"/>
                <a:ea typeface="Toppan Bunkyu Mincho"/>
                <a:cs typeface="Toppan Bunkyu Mincho"/>
              </a:rPr>
              <a:t>Video reads</a:t>
            </a:r>
          </a:p>
          <a:p xmlns:a="http://schemas.openxmlformats.org/drawingml/2006/main">
            <a:pPr algn="ctr">
              <a:defRPr sz="1080" i="0">
                <a:solidFill>
                  <a:srgbClr val="202B33"/>
                </a:solidFill>
                <a:latin typeface="Toppan Bunkyu Mincho"/>
                <a:ea typeface="Toppan Bunkyu Mincho"/>
                <a:cs typeface="Toppan Bunkyu Mincho"/>
              </a:defRPr>
            </a:pPr>
            <a:r>
              <a:rPr sz="1080" i="0">
                <a:solidFill>
                  <a:srgbClr val="202B33"/>
                </a:solidFill>
                <a:latin typeface="Toppan Bunkyu Mincho"/>
                <a:ea typeface="Toppan Bunkyu Mincho"/>
                <a:cs typeface="Toppan Bunkyu Mincho"/>
              </a:rPr>
              <a:t>action</a:t>
            </a:r>
          </a:p>
        </p:txBody>
      </p:sp>
      <p:sp>
        <p:nvSpPr>
          <p:cNvPr id="289" name="action-cross-top">
            <a:extLst xmlns:a="http://schemas.openxmlformats.org/drawingml/2006/main">
              <a:ext uri="{FF2B5EF4-FFF2-40B4-BE49-F238E27FC236}">
                <a16:creationId xmlns:a16="http://schemas.microsoft.com/office/drawing/2014/main" id="{020B5ADD-F545-487D-B7CC-5C60D9780C86}"/>
              </a:ext>
            </a:extLst>
          </p:cNvPr>
          <p:cNvSpPr>
            <a:spLocks xmlns:a="http://schemas.openxmlformats.org/drawingml/2006/main" noGrp="1"/>
          </p:cNvSpPr>
          <p:nvPr/>
        </p:nvSpPr>
        <p:spPr>
          <a:xfrm xmlns:a="http://schemas.openxmlformats.org/drawingml/2006/main">
            <a:off x="7307580" y="3855720"/>
            <a:ext cx="1104900" cy="38100"/>
          </a:xfrm>
          <a:custGeom xmlns:a="http://schemas.openxmlformats.org/drawingml/2006/main">
            <a:pathLst>
              <a:path w="1381125" h="47625">
                <a:moveTo>
                  <a:pt x="0" y="47625"/>
                </a:moveTo>
                <a:lnTo>
                  <a:pt x="47625" y="0"/>
                </a:lnTo>
                <a:lnTo>
                  <a:pt x="1381125" y="0"/>
                </a:lnTo>
                <a:lnTo>
                  <a:pt x="1333500" y="47625"/>
                </a:lnTo>
                <a:close/>
              </a:path>
            </a:pathLst>
          </a:custGeom>
          <a:solidFill xmlns:a="http://schemas.openxmlformats.org/drawingml/2006/main">
            <a:srgbClr val="F9FAFD"/>
          </a:solidFill>
          <a:ln xmlns:a="http://schemas.openxmlformats.org/drawingml/2006/main" w="11430">
            <a:solidFill>
              <a:srgbClr val="63788A"/>
            </a:solidFill>
          </a:ln>
        </p:spPr>
      </p:sp>
      <p:sp>
        <p:nvSpPr>
          <p:cNvPr id="290" name="action-cross-side">
            <a:extLst xmlns:a="http://schemas.openxmlformats.org/drawingml/2006/main">
              <a:ext uri="{FF2B5EF4-FFF2-40B4-BE49-F238E27FC236}">
                <a16:creationId xmlns:a16="http://schemas.microsoft.com/office/drawing/2014/main" id="{F2DDC0E6-7B78-45A3-9B0D-A393B3A98B50}"/>
              </a:ext>
            </a:extLst>
          </p:cNvPr>
          <p:cNvSpPr>
            <a:spLocks xmlns:a="http://schemas.openxmlformats.org/drawingml/2006/main" noGrp="1"/>
          </p:cNvSpPr>
          <p:nvPr/>
        </p:nvSpPr>
        <p:spPr>
          <a:xfrm xmlns:a="http://schemas.openxmlformats.org/drawingml/2006/main">
            <a:off x="8374380" y="3855720"/>
            <a:ext cx="38100" cy="937260"/>
          </a:xfrm>
          <a:custGeom xmlns:a="http://schemas.openxmlformats.org/drawingml/2006/main">
            <a:pathLst>
              <a:path w="47625" h="1171575">
                <a:moveTo>
                  <a:pt x="0" y="47625"/>
                </a:moveTo>
                <a:lnTo>
                  <a:pt x="47625" y="0"/>
                </a:lnTo>
                <a:lnTo>
                  <a:pt x="47625" y="1123950"/>
                </a:lnTo>
                <a:lnTo>
                  <a:pt x="0" y="1171575"/>
                </a:lnTo>
                <a:close/>
              </a:path>
            </a:pathLst>
          </a:custGeom>
          <a:solidFill xmlns:a="http://schemas.openxmlformats.org/drawingml/2006/main">
            <a:srgbClr val="ADC5C5"/>
          </a:solidFill>
          <a:ln xmlns:a="http://schemas.openxmlformats.org/drawingml/2006/main" w="11430">
            <a:solidFill>
              <a:srgbClr val="63788A"/>
            </a:solidFill>
          </a:ln>
        </p:spPr>
      </p:sp>
      <p:sp>
        <p:nvSpPr>
          <p:cNvPr id="291" name="action-cross-front">
            <a:extLst xmlns:a="http://schemas.openxmlformats.org/drawingml/2006/main">
              <a:ext uri="{FF2B5EF4-FFF2-40B4-BE49-F238E27FC236}">
                <a16:creationId xmlns:a16="http://schemas.microsoft.com/office/drawing/2014/main" id="{78CA818A-D519-45F8-9036-9A5AC29EF9E6}"/>
              </a:ext>
            </a:extLst>
          </p:cNvPr>
          <p:cNvSpPr>
            <a:spLocks xmlns:a="http://schemas.openxmlformats.org/drawingml/2006/main" noGrp="1"/>
          </p:cNvSpPr>
          <p:nvPr/>
        </p:nvSpPr>
        <p:spPr>
          <a:xfrm xmlns:a="http://schemas.openxmlformats.org/drawingml/2006/main">
            <a:off x="7307580" y="3893820"/>
            <a:ext cx="1066800" cy="899160"/>
          </a:xfrm>
          <a:prstGeom xmlns:a="http://schemas.openxmlformats.org/drawingml/2006/main" prst="rect">
            <a:avLst/>
          </a:prstGeom>
          <a:solidFill xmlns:a="http://schemas.openxmlformats.org/drawingml/2006/main">
            <a:srgbClr val="DCE9E9"/>
          </a:solidFill>
          <a:ln xmlns:a="http://schemas.openxmlformats.org/drawingml/2006/main" w="8382">
            <a:solidFill>
              <a:srgbClr val="63788A"/>
            </a:solidFill>
          </a:ln>
        </p:spPr>
        <p:style>
          <a:lnRef xmlns:a="http://schemas.openxmlformats.org/drawingml/2006/main" idx="0"/>
          <a:fillRef xmlns:a="http://schemas.openxmlformats.org/drawingml/2006/main" idx="0"/>
          <a:effectRef xmlns:a="http://schemas.openxmlformats.org/drawingml/2006/main" idx="11"/>
          <a:fontRef xmlns:a="http://schemas.openxmlformats.org/drawingml/2006/main" idx="major"/>
        </p:style>
      </p:sp>
      <p:sp>
        <p:nvSpPr>
          <p:cNvPr id="292" name="action-cross-source-0">
            <a:extLst xmlns:a="http://schemas.openxmlformats.org/drawingml/2006/main">
              <a:ext uri="{FF2B5EF4-FFF2-40B4-BE49-F238E27FC236}">
                <a16:creationId xmlns:a16="http://schemas.microsoft.com/office/drawing/2014/main" id="{C9811AFD-7C39-4969-BD7A-1AA0919B156A}"/>
              </a:ext>
            </a:extLst>
          </p:cNvPr>
          <p:cNvSpPr>
            <a:spLocks xmlns:a="http://schemas.openxmlformats.org/drawingml/2006/main" noGrp="1"/>
          </p:cNvSpPr>
          <p:nvPr/>
        </p:nvSpPr>
        <p:spPr>
          <a:xfrm xmlns:a="http://schemas.openxmlformats.org/drawingml/2006/main">
            <a:off x="7391400" y="3992880"/>
            <a:ext cx="137160" cy="121920"/>
          </a:xfrm>
          <a:prstGeom xmlns:a="http://schemas.openxmlformats.org/drawingml/2006/main" prst="roundRect">
            <a:avLst>
              <a:gd name="adj" fmla="val 6250"/>
            </a:avLst>
          </a:prstGeom>
          <a:solidFill xmlns:a="http://schemas.openxmlformats.org/drawingml/2006/main">
            <a:srgbClr val="BDCDC6"/>
          </a:solidFill>
          <a:ln xmlns:a="http://schemas.openxmlformats.org/drawingml/2006/main" w="4572">
            <a:solidFill>
              <a:srgbClr val="8CA6AE"/>
            </a:solidFill>
          </a:ln>
        </p:spPr>
      </p:sp>
      <p:sp>
        <p:nvSpPr>
          <p:cNvPr id="293" name="action-cross-source-1">
            <a:extLst xmlns:a="http://schemas.openxmlformats.org/drawingml/2006/main">
              <a:ext uri="{FF2B5EF4-FFF2-40B4-BE49-F238E27FC236}">
                <a16:creationId xmlns:a16="http://schemas.microsoft.com/office/drawing/2014/main" id="{33139585-1EBD-43CC-A11B-AC1A43926317}"/>
              </a:ext>
            </a:extLst>
          </p:cNvPr>
          <p:cNvSpPr>
            <a:spLocks xmlns:a="http://schemas.openxmlformats.org/drawingml/2006/main" noGrp="1"/>
          </p:cNvSpPr>
          <p:nvPr/>
        </p:nvSpPr>
        <p:spPr>
          <a:xfrm xmlns:a="http://schemas.openxmlformats.org/drawingml/2006/main">
            <a:off x="7566660" y="3992880"/>
            <a:ext cx="137160" cy="121920"/>
          </a:xfrm>
          <a:prstGeom xmlns:a="http://schemas.openxmlformats.org/drawingml/2006/main" prst="roundRect">
            <a:avLst>
              <a:gd name="adj" fmla="val 6250"/>
            </a:avLst>
          </a:prstGeom>
          <a:solidFill xmlns:a="http://schemas.openxmlformats.org/drawingml/2006/main">
            <a:srgbClr val="AAC0D4"/>
          </a:solidFill>
          <a:ln xmlns:a="http://schemas.openxmlformats.org/drawingml/2006/main" w="4572">
            <a:solidFill>
              <a:srgbClr val="8CA6AE"/>
            </a:solidFill>
          </a:ln>
        </p:spPr>
      </p:sp>
      <p:sp>
        <p:nvSpPr>
          <p:cNvPr id="294" name="action-cross-source-2">
            <a:extLst xmlns:a="http://schemas.openxmlformats.org/drawingml/2006/main">
              <a:ext uri="{FF2B5EF4-FFF2-40B4-BE49-F238E27FC236}">
                <a16:creationId xmlns:a16="http://schemas.microsoft.com/office/drawing/2014/main" id="{BEB0141A-D674-44D2-861E-1B8C321E69AD}"/>
              </a:ext>
            </a:extLst>
          </p:cNvPr>
          <p:cNvSpPr>
            <a:spLocks xmlns:a="http://schemas.openxmlformats.org/drawingml/2006/main" noGrp="1"/>
          </p:cNvSpPr>
          <p:nvPr/>
        </p:nvSpPr>
        <p:spPr>
          <a:xfrm xmlns:a="http://schemas.openxmlformats.org/drawingml/2006/main">
            <a:off x="7741920" y="3992880"/>
            <a:ext cx="137160" cy="121920"/>
          </a:xfrm>
          <a:prstGeom xmlns:a="http://schemas.openxmlformats.org/drawingml/2006/main" prst="roundRect">
            <a:avLst>
              <a:gd name="adj" fmla="val 6250"/>
            </a:avLst>
          </a:prstGeom>
          <a:solidFill xmlns:a="http://schemas.openxmlformats.org/drawingml/2006/main">
            <a:srgbClr val="AAC0D4"/>
          </a:solidFill>
          <a:ln xmlns:a="http://schemas.openxmlformats.org/drawingml/2006/main" w="4572">
            <a:solidFill>
              <a:srgbClr val="8CA6AE"/>
            </a:solidFill>
          </a:ln>
        </p:spPr>
      </p:sp>
      <p:sp>
        <p:nvSpPr>
          <p:cNvPr id="295" name="action-cross-source-3">
            <a:extLst xmlns:a="http://schemas.openxmlformats.org/drawingml/2006/main">
              <a:ext uri="{FF2B5EF4-FFF2-40B4-BE49-F238E27FC236}">
                <a16:creationId xmlns:a16="http://schemas.microsoft.com/office/drawing/2014/main" id="{AFEB47D3-E72D-4F7B-9F7F-4ED97569B0EB}"/>
              </a:ext>
            </a:extLst>
          </p:cNvPr>
          <p:cNvSpPr>
            <a:spLocks xmlns:a="http://schemas.openxmlformats.org/drawingml/2006/main" noGrp="1"/>
          </p:cNvSpPr>
          <p:nvPr/>
        </p:nvSpPr>
        <p:spPr>
          <a:xfrm xmlns:a="http://schemas.openxmlformats.org/drawingml/2006/main">
            <a:off x="7917180" y="3992880"/>
            <a:ext cx="137160" cy="121920"/>
          </a:xfrm>
          <a:prstGeom xmlns:a="http://schemas.openxmlformats.org/drawingml/2006/main" prst="roundRect">
            <a:avLst>
              <a:gd name="adj" fmla="val 6250"/>
            </a:avLst>
          </a:prstGeom>
          <a:solidFill xmlns:a="http://schemas.openxmlformats.org/drawingml/2006/main">
            <a:srgbClr val="AAC0D4"/>
          </a:solidFill>
          <a:ln xmlns:a="http://schemas.openxmlformats.org/drawingml/2006/main" w="4572">
            <a:solidFill>
              <a:srgbClr val="8CA6AE"/>
            </a:solidFill>
          </a:ln>
        </p:spPr>
      </p:sp>
      <p:sp>
        <p:nvSpPr>
          <p:cNvPr id="296" name="action-cross-source-4">
            <a:extLst xmlns:a="http://schemas.openxmlformats.org/drawingml/2006/main">
              <a:ext uri="{FF2B5EF4-FFF2-40B4-BE49-F238E27FC236}">
                <a16:creationId xmlns:a16="http://schemas.microsoft.com/office/drawing/2014/main" id="{C066E18C-C7D0-4448-89C6-DD3F77A8FA6A}"/>
              </a:ext>
            </a:extLst>
          </p:cNvPr>
          <p:cNvSpPr>
            <a:spLocks xmlns:a="http://schemas.openxmlformats.org/drawingml/2006/main" noGrp="1"/>
          </p:cNvSpPr>
          <p:nvPr/>
        </p:nvSpPr>
        <p:spPr>
          <a:xfrm xmlns:a="http://schemas.openxmlformats.org/drawingml/2006/main">
            <a:off x="8092440" y="3992880"/>
            <a:ext cx="137160" cy="121920"/>
          </a:xfrm>
          <a:prstGeom xmlns:a="http://schemas.openxmlformats.org/drawingml/2006/main" prst="roundRect">
            <a:avLst>
              <a:gd name="adj" fmla="val 6250"/>
            </a:avLst>
          </a:prstGeom>
          <a:solidFill xmlns:a="http://schemas.openxmlformats.org/drawingml/2006/main">
            <a:srgbClr val="AAC0D4"/>
          </a:solidFill>
          <a:ln xmlns:a="http://schemas.openxmlformats.org/drawingml/2006/main" w="4572">
            <a:solidFill>
              <a:srgbClr val="8CA6AE"/>
            </a:solidFill>
          </a:ln>
        </p:spPr>
      </p:sp>
      <p:sp>
        <p:nvSpPr>
          <p:cNvPr id="297" name="Local block arrow 14">
            <a:extLst xmlns:a="http://schemas.openxmlformats.org/drawingml/2006/main">
              <a:ext uri="{FF2B5EF4-FFF2-40B4-BE49-F238E27FC236}">
                <a16:creationId xmlns:a16="http://schemas.microsoft.com/office/drawing/2014/main" id="{268218B5-486F-49C5-9691-1EAF84CCABF0}"/>
              </a:ext>
            </a:extLst>
          </p:cNvPr>
          <p:cNvSpPr>
            <a:spLocks xmlns:a="http://schemas.openxmlformats.org/drawingml/2006/main" noGrp="1"/>
          </p:cNvSpPr>
          <p:nvPr/>
        </p:nvSpPr>
        <p:spPr>
          <a:xfrm xmlns:a="http://schemas.openxmlformats.org/drawingml/2006/main">
            <a:off x="7787640" y="4152900"/>
            <a:ext cx="106680" cy="99060"/>
          </a:xfrm>
          <a:prstGeom xmlns:a="http://schemas.openxmlformats.org/drawingml/2006/main" prst="down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sp>
        <p:nvSpPr>
          <p:cNvPr id="298" name="action-cross-mixed-0">
            <a:extLst xmlns:a="http://schemas.openxmlformats.org/drawingml/2006/main">
              <a:ext uri="{FF2B5EF4-FFF2-40B4-BE49-F238E27FC236}">
                <a16:creationId xmlns:a16="http://schemas.microsoft.com/office/drawing/2014/main" id="{38FDF998-9757-40E9-9650-DE08A8AF4DEC}"/>
              </a:ext>
            </a:extLst>
          </p:cNvPr>
          <p:cNvSpPr>
            <a:spLocks xmlns:a="http://schemas.openxmlformats.org/drawingml/2006/main" noGrp="1"/>
          </p:cNvSpPr>
          <p:nvPr/>
        </p:nvSpPr>
        <p:spPr>
          <a:xfrm xmlns:a="http://schemas.openxmlformats.org/drawingml/2006/main">
            <a:off x="7437120" y="4282440"/>
            <a:ext cx="144780" cy="99060"/>
          </a:xfrm>
          <a:prstGeom xmlns:a="http://schemas.openxmlformats.org/drawingml/2006/main" prst="roundRect">
            <a:avLst>
              <a:gd name="adj" fmla="val 7692"/>
            </a:avLst>
          </a:prstGeom>
          <a:solidFill xmlns:a="http://schemas.openxmlformats.org/drawingml/2006/main">
            <a:srgbClr val="8CAEB2"/>
          </a:solidFill>
          <a:ln xmlns:a="http://schemas.openxmlformats.org/drawingml/2006/main" w="0">
            <a:noFill/>
          </a:ln>
        </p:spPr>
      </p:sp>
      <p:sp>
        <p:nvSpPr>
          <p:cNvPr id="299" name="action-cross-mixed-accent-0">
            <a:extLst xmlns:a="http://schemas.openxmlformats.org/drawingml/2006/main">
              <a:ext uri="{FF2B5EF4-FFF2-40B4-BE49-F238E27FC236}">
                <a16:creationId xmlns:a16="http://schemas.microsoft.com/office/drawing/2014/main" id="{91404E9F-4390-4F79-86DD-C4B3097E3EB8}"/>
              </a:ext>
            </a:extLst>
          </p:cNvPr>
          <p:cNvSpPr>
            <a:spLocks xmlns:a="http://schemas.openxmlformats.org/drawingml/2006/main" noGrp="1"/>
          </p:cNvSpPr>
          <p:nvPr/>
        </p:nvSpPr>
        <p:spPr>
          <a:xfrm xmlns:a="http://schemas.openxmlformats.org/drawingml/2006/main">
            <a:off x="7437120" y="4351020"/>
            <a:ext cx="144780" cy="30480"/>
          </a:xfrm>
          <a:prstGeom xmlns:a="http://schemas.openxmlformats.org/drawingml/2006/main" prst="rect">
            <a:avLst/>
          </a:prstGeom>
          <a:solidFill xmlns:a="http://schemas.openxmlformats.org/drawingml/2006/main">
            <a:srgbClr val="799CB7"/>
          </a:solidFill>
          <a:ln xmlns:a="http://schemas.openxmlformats.org/drawingml/2006/main" w="0">
            <a:noFill/>
          </a:ln>
        </p:spPr>
      </p:sp>
      <p:sp>
        <p:nvSpPr>
          <p:cNvPr id="300" name="action-cross-mixed-1">
            <a:extLst xmlns:a="http://schemas.openxmlformats.org/drawingml/2006/main">
              <a:ext uri="{FF2B5EF4-FFF2-40B4-BE49-F238E27FC236}">
                <a16:creationId xmlns:a16="http://schemas.microsoft.com/office/drawing/2014/main" id="{81953AB9-C0F3-4832-9882-0D29009D338A}"/>
              </a:ext>
            </a:extLst>
          </p:cNvPr>
          <p:cNvSpPr>
            <a:spLocks xmlns:a="http://schemas.openxmlformats.org/drawingml/2006/main" noGrp="1"/>
          </p:cNvSpPr>
          <p:nvPr/>
        </p:nvSpPr>
        <p:spPr>
          <a:xfrm xmlns:a="http://schemas.openxmlformats.org/drawingml/2006/main">
            <a:off x="7627620" y="4282440"/>
            <a:ext cx="144780" cy="99060"/>
          </a:xfrm>
          <a:prstGeom xmlns:a="http://schemas.openxmlformats.org/drawingml/2006/main" prst="roundRect">
            <a:avLst>
              <a:gd name="adj" fmla="val 7692"/>
            </a:avLst>
          </a:prstGeom>
          <a:solidFill xmlns:a="http://schemas.openxmlformats.org/drawingml/2006/main">
            <a:srgbClr val="8CAEB2"/>
          </a:solidFill>
          <a:ln xmlns:a="http://schemas.openxmlformats.org/drawingml/2006/main" w="0">
            <a:noFill/>
          </a:ln>
        </p:spPr>
      </p:sp>
      <p:sp>
        <p:nvSpPr>
          <p:cNvPr id="301" name="action-cross-mixed-accent-1">
            <a:extLst xmlns:a="http://schemas.openxmlformats.org/drawingml/2006/main">
              <a:ext uri="{FF2B5EF4-FFF2-40B4-BE49-F238E27FC236}">
                <a16:creationId xmlns:a16="http://schemas.microsoft.com/office/drawing/2014/main" id="{C38D8493-1245-410F-936C-CFAEE34A80E5}"/>
              </a:ext>
            </a:extLst>
          </p:cNvPr>
          <p:cNvSpPr>
            <a:spLocks xmlns:a="http://schemas.openxmlformats.org/drawingml/2006/main" noGrp="1"/>
          </p:cNvSpPr>
          <p:nvPr/>
        </p:nvSpPr>
        <p:spPr>
          <a:xfrm xmlns:a="http://schemas.openxmlformats.org/drawingml/2006/main">
            <a:off x="7627620" y="4351020"/>
            <a:ext cx="144780" cy="30480"/>
          </a:xfrm>
          <a:prstGeom xmlns:a="http://schemas.openxmlformats.org/drawingml/2006/main" prst="rect">
            <a:avLst/>
          </a:prstGeom>
          <a:solidFill xmlns:a="http://schemas.openxmlformats.org/drawingml/2006/main">
            <a:srgbClr val="799CB7"/>
          </a:solidFill>
          <a:ln xmlns:a="http://schemas.openxmlformats.org/drawingml/2006/main" w="0">
            <a:noFill/>
          </a:ln>
        </p:spPr>
      </p:sp>
      <p:sp>
        <p:nvSpPr>
          <p:cNvPr id="302" name="action-cross-mixed-2">
            <a:extLst xmlns:a="http://schemas.openxmlformats.org/drawingml/2006/main">
              <a:ext uri="{FF2B5EF4-FFF2-40B4-BE49-F238E27FC236}">
                <a16:creationId xmlns:a16="http://schemas.microsoft.com/office/drawing/2014/main" id="{DD894C8D-E348-4D3A-8057-0B0A04D10616}"/>
              </a:ext>
            </a:extLst>
          </p:cNvPr>
          <p:cNvSpPr>
            <a:spLocks xmlns:a="http://schemas.openxmlformats.org/drawingml/2006/main" noGrp="1"/>
          </p:cNvSpPr>
          <p:nvPr/>
        </p:nvSpPr>
        <p:spPr>
          <a:xfrm xmlns:a="http://schemas.openxmlformats.org/drawingml/2006/main">
            <a:off x="7818120" y="4282440"/>
            <a:ext cx="144780" cy="99060"/>
          </a:xfrm>
          <a:prstGeom xmlns:a="http://schemas.openxmlformats.org/drawingml/2006/main" prst="roundRect">
            <a:avLst>
              <a:gd name="adj" fmla="val 7692"/>
            </a:avLst>
          </a:prstGeom>
          <a:solidFill xmlns:a="http://schemas.openxmlformats.org/drawingml/2006/main">
            <a:srgbClr val="8CAEB2"/>
          </a:solidFill>
          <a:ln xmlns:a="http://schemas.openxmlformats.org/drawingml/2006/main" w="0">
            <a:noFill/>
          </a:ln>
        </p:spPr>
      </p:sp>
      <p:sp>
        <p:nvSpPr>
          <p:cNvPr id="303" name="action-cross-mixed-accent-2">
            <a:extLst xmlns:a="http://schemas.openxmlformats.org/drawingml/2006/main">
              <a:ext uri="{FF2B5EF4-FFF2-40B4-BE49-F238E27FC236}">
                <a16:creationId xmlns:a16="http://schemas.microsoft.com/office/drawing/2014/main" id="{EC88E100-D424-48E1-A7FC-896EEF2DE841}"/>
              </a:ext>
            </a:extLst>
          </p:cNvPr>
          <p:cNvSpPr>
            <a:spLocks xmlns:a="http://schemas.openxmlformats.org/drawingml/2006/main" noGrp="1"/>
          </p:cNvSpPr>
          <p:nvPr/>
        </p:nvSpPr>
        <p:spPr>
          <a:xfrm xmlns:a="http://schemas.openxmlformats.org/drawingml/2006/main">
            <a:off x="7818120" y="4351020"/>
            <a:ext cx="144780" cy="30480"/>
          </a:xfrm>
          <a:prstGeom xmlns:a="http://schemas.openxmlformats.org/drawingml/2006/main" prst="rect">
            <a:avLst/>
          </a:prstGeom>
          <a:solidFill xmlns:a="http://schemas.openxmlformats.org/drawingml/2006/main">
            <a:srgbClr val="799CB7"/>
          </a:solidFill>
          <a:ln xmlns:a="http://schemas.openxmlformats.org/drawingml/2006/main" w="0">
            <a:noFill/>
          </a:ln>
        </p:spPr>
      </p:sp>
      <p:sp>
        <p:nvSpPr>
          <p:cNvPr id="304" name="action-cross-mixed-3">
            <a:extLst xmlns:a="http://schemas.openxmlformats.org/drawingml/2006/main">
              <a:ext uri="{FF2B5EF4-FFF2-40B4-BE49-F238E27FC236}">
                <a16:creationId xmlns:a16="http://schemas.microsoft.com/office/drawing/2014/main" id="{EDABF31C-A08C-40D4-B135-F03BF199683F}"/>
              </a:ext>
            </a:extLst>
          </p:cNvPr>
          <p:cNvSpPr>
            <a:spLocks xmlns:a="http://schemas.openxmlformats.org/drawingml/2006/main" noGrp="1"/>
          </p:cNvSpPr>
          <p:nvPr/>
        </p:nvSpPr>
        <p:spPr>
          <a:xfrm xmlns:a="http://schemas.openxmlformats.org/drawingml/2006/main">
            <a:off x="8008620" y="4282440"/>
            <a:ext cx="144780" cy="99060"/>
          </a:xfrm>
          <a:prstGeom xmlns:a="http://schemas.openxmlformats.org/drawingml/2006/main" prst="roundRect">
            <a:avLst>
              <a:gd name="adj" fmla="val 7692"/>
            </a:avLst>
          </a:prstGeom>
          <a:solidFill xmlns:a="http://schemas.openxmlformats.org/drawingml/2006/main">
            <a:srgbClr val="8CAEB2"/>
          </a:solidFill>
          <a:ln xmlns:a="http://schemas.openxmlformats.org/drawingml/2006/main" w="0">
            <a:noFill/>
          </a:ln>
        </p:spPr>
      </p:sp>
      <p:sp>
        <p:nvSpPr>
          <p:cNvPr id="305" name="action-cross-mixed-accent-3">
            <a:extLst xmlns:a="http://schemas.openxmlformats.org/drawingml/2006/main">
              <a:ext uri="{FF2B5EF4-FFF2-40B4-BE49-F238E27FC236}">
                <a16:creationId xmlns:a16="http://schemas.microsoft.com/office/drawing/2014/main" id="{5A30E7E6-6F69-408C-969B-2F24B999F05C}"/>
              </a:ext>
            </a:extLst>
          </p:cNvPr>
          <p:cNvSpPr>
            <a:spLocks xmlns:a="http://schemas.openxmlformats.org/drawingml/2006/main" noGrp="1"/>
          </p:cNvSpPr>
          <p:nvPr/>
        </p:nvSpPr>
        <p:spPr>
          <a:xfrm xmlns:a="http://schemas.openxmlformats.org/drawingml/2006/main">
            <a:off x="8008620" y="4351020"/>
            <a:ext cx="144780" cy="30480"/>
          </a:xfrm>
          <a:prstGeom xmlns:a="http://schemas.openxmlformats.org/drawingml/2006/main" prst="rect">
            <a:avLst/>
          </a:prstGeom>
          <a:solidFill xmlns:a="http://schemas.openxmlformats.org/drawingml/2006/main">
            <a:srgbClr val="799CB7"/>
          </a:solidFill>
          <a:ln xmlns:a="http://schemas.openxmlformats.org/drawingml/2006/main" w="0">
            <a:noFill/>
          </a:ln>
        </p:spPr>
      </p:sp>
      <p:sp>
        <p:nvSpPr>
          <p:cNvPr id="306" name="action-cross-read-label">
            <a:extLst xmlns:a="http://schemas.openxmlformats.org/drawingml/2006/main">
              <a:ext uri="{FF2B5EF4-FFF2-40B4-BE49-F238E27FC236}">
                <a16:creationId xmlns:a16="http://schemas.microsoft.com/office/drawing/2014/main" id="{FCB2F656-828E-48A3-A72C-698ED17857D4}"/>
              </a:ext>
            </a:extLst>
          </p:cNvPr>
          <p:cNvSpPr>
            <a:spLocks xmlns:a="http://schemas.openxmlformats.org/drawingml/2006/main" noGrp="1"/>
          </p:cNvSpPr>
          <p:nvPr/>
        </p:nvSpPr>
        <p:spPr>
          <a:xfrm xmlns:a="http://schemas.openxmlformats.org/drawingml/2006/main">
            <a:off x="7330440" y="4472940"/>
            <a:ext cx="102108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80" i="0">
                <a:solidFill>
                  <a:srgbClr val="202B33"/>
                </a:solidFill>
                <a:latin typeface="Toppan Bunkyu Mincho"/>
                <a:ea typeface="Toppan Bunkyu Mincho"/>
                <a:cs typeface="Toppan Bunkyu Mincho"/>
              </a:defRPr>
            </a:pPr>
            <a:r>
              <a:rPr sz="1080" i="0">
                <a:solidFill>
                  <a:srgbClr val="202B33"/>
                </a:solidFill>
                <a:latin typeface="Toppan Bunkyu Mincho"/>
                <a:ea typeface="Toppan Bunkyu Mincho"/>
                <a:cs typeface="Toppan Bunkyu Mincho"/>
              </a:rPr>
              <a:t>Action reads</a:t>
            </a:r>
          </a:p>
          <a:p xmlns:a="http://schemas.openxmlformats.org/drawingml/2006/main">
            <a:pPr algn="ctr">
              <a:defRPr sz="1080" i="0">
                <a:solidFill>
                  <a:srgbClr val="202B33"/>
                </a:solidFill>
                <a:latin typeface="Toppan Bunkyu Mincho"/>
                <a:ea typeface="Toppan Bunkyu Mincho"/>
                <a:cs typeface="Toppan Bunkyu Mincho"/>
              </a:defRPr>
            </a:pPr>
            <a:r>
              <a:rPr sz="1080" i="0">
                <a:solidFill>
                  <a:srgbClr val="202B33"/>
                </a:solidFill>
                <a:latin typeface="Toppan Bunkyu Mincho"/>
                <a:ea typeface="Toppan Bunkyu Mincho"/>
                <a:cs typeface="Toppan Bunkyu Mincho"/>
              </a:rPr>
              <a:t>video</a:t>
            </a:r>
          </a:p>
        </p:txBody>
      </p:sp>
      <p:sp>
        <p:nvSpPr>
          <p:cNvPr id="307" name="action-self">
            <a:extLst xmlns:a="http://schemas.openxmlformats.org/drawingml/2006/main">
              <a:ext uri="{FF2B5EF4-FFF2-40B4-BE49-F238E27FC236}">
                <a16:creationId xmlns:a16="http://schemas.microsoft.com/office/drawing/2014/main" id="{6A70A90B-E855-478A-BEB5-5F91D28598BA}"/>
              </a:ext>
            </a:extLst>
          </p:cNvPr>
          <p:cNvSpPr>
            <a:spLocks xmlns:a="http://schemas.openxmlformats.org/drawingml/2006/main" noGrp="1"/>
          </p:cNvSpPr>
          <p:nvPr/>
        </p:nvSpPr>
        <p:spPr>
          <a:xfrm xmlns:a="http://schemas.openxmlformats.org/drawingml/2006/main">
            <a:off x="8450580" y="3893820"/>
            <a:ext cx="1028700" cy="899160"/>
          </a:xfrm>
          <a:prstGeom xmlns:a="http://schemas.openxmlformats.org/drawingml/2006/main" prst="roundRect">
            <a:avLst>
              <a:gd name="adj" fmla="val 2542"/>
            </a:avLst>
          </a:prstGeom>
          <a:solidFill xmlns:a="http://schemas.openxmlformats.org/drawingml/2006/main">
            <a:srgbClr val="E6EEEA"/>
          </a:solidFill>
          <a:ln xmlns:a="http://schemas.openxmlformats.org/drawingml/2006/main" w="5334">
            <a:solidFill>
              <a:srgbClr val="8FA99F"/>
            </a:solidFill>
          </a:ln>
        </p:spPr>
      </p:sp>
      <p:sp>
        <p:nvSpPr>
          <p:cNvPr id="308" name="action-self-tile-00">
            <a:extLst xmlns:a="http://schemas.openxmlformats.org/drawingml/2006/main">
              <a:ext uri="{FF2B5EF4-FFF2-40B4-BE49-F238E27FC236}">
                <a16:creationId xmlns:a16="http://schemas.microsoft.com/office/drawing/2014/main" id="{4794C2D6-A117-405B-90DC-CF1DFECB8919}"/>
              </a:ext>
            </a:extLst>
          </p:cNvPr>
          <p:cNvSpPr>
            <a:spLocks xmlns:a="http://schemas.openxmlformats.org/drawingml/2006/main" noGrp="1"/>
          </p:cNvSpPr>
          <p:nvPr/>
        </p:nvSpPr>
        <p:spPr>
          <a:xfrm xmlns:a="http://schemas.openxmlformats.org/drawingml/2006/main">
            <a:off x="8526780" y="3992880"/>
            <a:ext cx="175260" cy="76200"/>
          </a:xfrm>
          <a:prstGeom xmlns:a="http://schemas.openxmlformats.org/drawingml/2006/main" prst="roundRect">
            <a:avLst>
              <a:gd name="adj" fmla="val 10000"/>
            </a:avLst>
          </a:prstGeom>
          <a:solidFill xmlns:a="http://schemas.openxmlformats.org/drawingml/2006/main">
            <a:srgbClr val="8FA99F"/>
          </a:solidFill>
          <a:ln xmlns:a="http://schemas.openxmlformats.org/drawingml/2006/main" w="0">
            <a:noFill/>
          </a:ln>
        </p:spPr>
      </p:sp>
      <p:sp>
        <p:nvSpPr>
          <p:cNvPr id="309" name="action-self-tile-01">
            <a:extLst xmlns:a="http://schemas.openxmlformats.org/drawingml/2006/main">
              <a:ext uri="{FF2B5EF4-FFF2-40B4-BE49-F238E27FC236}">
                <a16:creationId xmlns:a16="http://schemas.microsoft.com/office/drawing/2014/main" id="{B470F8E6-4411-4557-8D81-8FCDCE8B0BC7}"/>
              </a:ext>
            </a:extLst>
          </p:cNvPr>
          <p:cNvSpPr>
            <a:spLocks xmlns:a="http://schemas.openxmlformats.org/drawingml/2006/main" noGrp="1"/>
          </p:cNvSpPr>
          <p:nvPr/>
        </p:nvSpPr>
        <p:spPr>
          <a:xfrm xmlns:a="http://schemas.openxmlformats.org/drawingml/2006/main">
            <a:off x="8747760" y="3992880"/>
            <a:ext cx="175260" cy="76200"/>
          </a:xfrm>
          <a:prstGeom xmlns:a="http://schemas.openxmlformats.org/drawingml/2006/main" prst="roundRect">
            <a:avLst>
              <a:gd name="adj" fmla="val 10000"/>
            </a:avLst>
          </a:prstGeom>
          <a:solidFill xmlns:a="http://schemas.openxmlformats.org/drawingml/2006/main">
            <a:srgbClr val="CFDBE4"/>
          </a:solidFill>
          <a:ln xmlns:a="http://schemas.openxmlformats.org/drawingml/2006/main" w="0">
            <a:noFill/>
          </a:ln>
        </p:spPr>
      </p:sp>
      <p:sp>
        <p:nvSpPr>
          <p:cNvPr id="310" name="action-self-tile-02">
            <a:extLst xmlns:a="http://schemas.openxmlformats.org/drawingml/2006/main">
              <a:ext uri="{FF2B5EF4-FFF2-40B4-BE49-F238E27FC236}">
                <a16:creationId xmlns:a16="http://schemas.microsoft.com/office/drawing/2014/main" id="{99E15679-3187-4C82-B2A1-C28F959C462E}"/>
              </a:ext>
            </a:extLst>
          </p:cNvPr>
          <p:cNvSpPr>
            <a:spLocks xmlns:a="http://schemas.openxmlformats.org/drawingml/2006/main" noGrp="1"/>
          </p:cNvSpPr>
          <p:nvPr/>
        </p:nvSpPr>
        <p:spPr>
          <a:xfrm xmlns:a="http://schemas.openxmlformats.org/drawingml/2006/main">
            <a:off x="8968740" y="3992880"/>
            <a:ext cx="175260" cy="76200"/>
          </a:xfrm>
          <a:prstGeom xmlns:a="http://schemas.openxmlformats.org/drawingml/2006/main" prst="roundRect">
            <a:avLst>
              <a:gd name="adj" fmla="val 10000"/>
            </a:avLst>
          </a:prstGeom>
          <a:solidFill xmlns:a="http://schemas.openxmlformats.org/drawingml/2006/main">
            <a:srgbClr val="CFDBE4"/>
          </a:solidFill>
          <a:ln xmlns:a="http://schemas.openxmlformats.org/drawingml/2006/main" w="0">
            <a:noFill/>
          </a:ln>
        </p:spPr>
      </p:sp>
      <p:sp>
        <p:nvSpPr>
          <p:cNvPr id="311" name="action-self-tile-03">
            <a:extLst xmlns:a="http://schemas.openxmlformats.org/drawingml/2006/main">
              <a:ext uri="{FF2B5EF4-FFF2-40B4-BE49-F238E27FC236}">
                <a16:creationId xmlns:a16="http://schemas.microsoft.com/office/drawing/2014/main" id="{394DBB2D-7BB2-471C-B10F-20FA59EAD4D8}"/>
              </a:ext>
            </a:extLst>
          </p:cNvPr>
          <p:cNvSpPr>
            <a:spLocks xmlns:a="http://schemas.openxmlformats.org/drawingml/2006/main" noGrp="1"/>
          </p:cNvSpPr>
          <p:nvPr/>
        </p:nvSpPr>
        <p:spPr>
          <a:xfrm xmlns:a="http://schemas.openxmlformats.org/drawingml/2006/main">
            <a:off x="9189720" y="3992880"/>
            <a:ext cx="175260" cy="76200"/>
          </a:xfrm>
          <a:prstGeom xmlns:a="http://schemas.openxmlformats.org/drawingml/2006/main" prst="roundRect">
            <a:avLst>
              <a:gd name="adj" fmla="val 10000"/>
            </a:avLst>
          </a:prstGeom>
          <a:solidFill xmlns:a="http://schemas.openxmlformats.org/drawingml/2006/main">
            <a:srgbClr val="8FA99F"/>
          </a:solidFill>
          <a:ln xmlns:a="http://schemas.openxmlformats.org/drawingml/2006/main" w="0">
            <a:noFill/>
          </a:ln>
        </p:spPr>
      </p:sp>
      <p:sp>
        <p:nvSpPr>
          <p:cNvPr id="312" name="action-self-tile-10">
            <a:extLst xmlns:a="http://schemas.openxmlformats.org/drawingml/2006/main">
              <a:ext uri="{FF2B5EF4-FFF2-40B4-BE49-F238E27FC236}">
                <a16:creationId xmlns:a16="http://schemas.microsoft.com/office/drawing/2014/main" id="{AB6857E3-A5A0-4AC7-88DF-326158B9C639}"/>
              </a:ext>
            </a:extLst>
          </p:cNvPr>
          <p:cNvSpPr>
            <a:spLocks xmlns:a="http://schemas.openxmlformats.org/drawingml/2006/main" noGrp="1"/>
          </p:cNvSpPr>
          <p:nvPr/>
        </p:nvSpPr>
        <p:spPr>
          <a:xfrm xmlns:a="http://schemas.openxmlformats.org/drawingml/2006/main">
            <a:off x="8526780" y="4114800"/>
            <a:ext cx="175260" cy="76200"/>
          </a:xfrm>
          <a:prstGeom xmlns:a="http://schemas.openxmlformats.org/drawingml/2006/main" prst="roundRect">
            <a:avLst>
              <a:gd name="adj" fmla="val 10000"/>
            </a:avLst>
          </a:prstGeom>
          <a:solidFill xmlns:a="http://schemas.openxmlformats.org/drawingml/2006/main">
            <a:srgbClr val="CFDBE4"/>
          </a:solidFill>
          <a:ln xmlns:a="http://schemas.openxmlformats.org/drawingml/2006/main" w="0">
            <a:noFill/>
          </a:ln>
        </p:spPr>
      </p:sp>
      <p:sp>
        <p:nvSpPr>
          <p:cNvPr id="313" name="action-self-tile-11">
            <a:extLst xmlns:a="http://schemas.openxmlformats.org/drawingml/2006/main">
              <a:ext uri="{FF2B5EF4-FFF2-40B4-BE49-F238E27FC236}">
                <a16:creationId xmlns:a16="http://schemas.microsoft.com/office/drawing/2014/main" id="{E9F1B71E-AFCD-4118-B769-4173828C5D74}"/>
              </a:ext>
            </a:extLst>
          </p:cNvPr>
          <p:cNvSpPr>
            <a:spLocks xmlns:a="http://schemas.openxmlformats.org/drawingml/2006/main" noGrp="1"/>
          </p:cNvSpPr>
          <p:nvPr/>
        </p:nvSpPr>
        <p:spPr>
          <a:xfrm xmlns:a="http://schemas.openxmlformats.org/drawingml/2006/main">
            <a:off x="8747760" y="4114800"/>
            <a:ext cx="175260" cy="76200"/>
          </a:xfrm>
          <a:prstGeom xmlns:a="http://schemas.openxmlformats.org/drawingml/2006/main" prst="roundRect">
            <a:avLst>
              <a:gd name="adj" fmla="val 10000"/>
            </a:avLst>
          </a:prstGeom>
          <a:solidFill xmlns:a="http://schemas.openxmlformats.org/drawingml/2006/main">
            <a:srgbClr val="8FA99F"/>
          </a:solidFill>
          <a:ln xmlns:a="http://schemas.openxmlformats.org/drawingml/2006/main" w="0">
            <a:noFill/>
          </a:ln>
        </p:spPr>
      </p:sp>
      <p:sp>
        <p:nvSpPr>
          <p:cNvPr id="314" name="action-self-tile-12">
            <a:extLst xmlns:a="http://schemas.openxmlformats.org/drawingml/2006/main">
              <a:ext uri="{FF2B5EF4-FFF2-40B4-BE49-F238E27FC236}">
                <a16:creationId xmlns:a16="http://schemas.microsoft.com/office/drawing/2014/main" id="{5991C45A-B361-4DD2-8564-24665CDE0BDD}"/>
              </a:ext>
            </a:extLst>
          </p:cNvPr>
          <p:cNvSpPr>
            <a:spLocks xmlns:a="http://schemas.openxmlformats.org/drawingml/2006/main" noGrp="1"/>
          </p:cNvSpPr>
          <p:nvPr/>
        </p:nvSpPr>
        <p:spPr>
          <a:xfrm xmlns:a="http://schemas.openxmlformats.org/drawingml/2006/main">
            <a:off x="8968740" y="4114800"/>
            <a:ext cx="175260" cy="76200"/>
          </a:xfrm>
          <a:prstGeom xmlns:a="http://schemas.openxmlformats.org/drawingml/2006/main" prst="roundRect">
            <a:avLst>
              <a:gd name="adj" fmla="val 10000"/>
            </a:avLst>
          </a:prstGeom>
          <a:solidFill xmlns:a="http://schemas.openxmlformats.org/drawingml/2006/main">
            <a:srgbClr val="CFDBE4"/>
          </a:solidFill>
          <a:ln xmlns:a="http://schemas.openxmlformats.org/drawingml/2006/main" w="0">
            <a:noFill/>
          </a:ln>
        </p:spPr>
      </p:sp>
      <p:sp>
        <p:nvSpPr>
          <p:cNvPr id="315" name="action-self-tile-13">
            <a:extLst xmlns:a="http://schemas.openxmlformats.org/drawingml/2006/main">
              <a:ext uri="{FF2B5EF4-FFF2-40B4-BE49-F238E27FC236}">
                <a16:creationId xmlns:a16="http://schemas.microsoft.com/office/drawing/2014/main" id="{2A4AF089-D983-40B2-83EE-8BEE9976A4E9}"/>
              </a:ext>
            </a:extLst>
          </p:cNvPr>
          <p:cNvSpPr>
            <a:spLocks xmlns:a="http://schemas.openxmlformats.org/drawingml/2006/main" noGrp="1"/>
          </p:cNvSpPr>
          <p:nvPr/>
        </p:nvSpPr>
        <p:spPr>
          <a:xfrm xmlns:a="http://schemas.openxmlformats.org/drawingml/2006/main">
            <a:off x="9189720" y="4114800"/>
            <a:ext cx="175260" cy="76200"/>
          </a:xfrm>
          <a:prstGeom xmlns:a="http://schemas.openxmlformats.org/drawingml/2006/main" prst="roundRect">
            <a:avLst>
              <a:gd name="adj" fmla="val 10000"/>
            </a:avLst>
          </a:prstGeom>
          <a:solidFill xmlns:a="http://schemas.openxmlformats.org/drawingml/2006/main">
            <a:srgbClr val="CFDBE4"/>
          </a:solidFill>
          <a:ln xmlns:a="http://schemas.openxmlformats.org/drawingml/2006/main" w="0">
            <a:noFill/>
          </a:ln>
        </p:spPr>
      </p:sp>
      <p:sp>
        <p:nvSpPr>
          <p:cNvPr id="316" name="action-self-tile-20">
            <a:extLst xmlns:a="http://schemas.openxmlformats.org/drawingml/2006/main">
              <a:ext uri="{FF2B5EF4-FFF2-40B4-BE49-F238E27FC236}">
                <a16:creationId xmlns:a16="http://schemas.microsoft.com/office/drawing/2014/main" id="{DC09F703-BE94-47FB-8D7D-B136381331A7}"/>
              </a:ext>
            </a:extLst>
          </p:cNvPr>
          <p:cNvSpPr>
            <a:spLocks xmlns:a="http://schemas.openxmlformats.org/drawingml/2006/main" noGrp="1"/>
          </p:cNvSpPr>
          <p:nvPr/>
        </p:nvSpPr>
        <p:spPr>
          <a:xfrm xmlns:a="http://schemas.openxmlformats.org/drawingml/2006/main">
            <a:off x="8526780" y="4236720"/>
            <a:ext cx="175260" cy="76200"/>
          </a:xfrm>
          <a:prstGeom xmlns:a="http://schemas.openxmlformats.org/drawingml/2006/main" prst="roundRect">
            <a:avLst>
              <a:gd name="adj" fmla="val 10000"/>
            </a:avLst>
          </a:prstGeom>
          <a:solidFill xmlns:a="http://schemas.openxmlformats.org/drawingml/2006/main">
            <a:srgbClr val="CFDBE4"/>
          </a:solidFill>
          <a:ln xmlns:a="http://schemas.openxmlformats.org/drawingml/2006/main" w="0">
            <a:noFill/>
          </a:ln>
        </p:spPr>
      </p:sp>
      <p:sp>
        <p:nvSpPr>
          <p:cNvPr id="317" name="action-self-tile-21">
            <a:extLst xmlns:a="http://schemas.openxmlformats.org/drawingml/2006/main">
              <a:ext uri="{FF2B5EF4-FFF2-40B4-BE49-F238E27FC236}">
                <a16:creationId xmlns:a16="http://schemas.microsoft.com/office/drawing/2014/main" id="{096994C7-21D9-4FDF-BB6A-A1F70E89CDD7}"/>
              </a:ext>
            </a:extLst>
          </p:cNvPr>
          <p:cNvSpPr>
            <a:spLocks xmlns:a="http://schemas.openxmlformats.org/drawingml/2006/main" noGrp="1"/>
          </p:cNvSpPr>
          <p:nvPr/>
        </p:nvSpPr>
        <p:spPr>
          <a:xfrm xmlns:a="http://schemas.openxmlformats.org/drawingml/2006/main">
            <a:off x="8747760" y="4236720"/>
            <a:ext cx="175260" cy="76200"/>
          </a:xfrm>
          <a:prstGeom xmlns:a="http://schemas.openxmlformats.org/drawingml/2006/main" prst="roundRect">
            <a:avLst>
              <a:gd name="adj" fmla="val 10000"/>
            </a:avLst>
          </a:prstGeom>
          <a:solidFill xmlns:a="http://schemas.openxmlformats.org/drawingml/2006/main">
            <a:srgbClr val="CFDBE4"/>
          </a:solidFill>
          <a:ln xmlns:a="http://schemas.openxmlformats.org/drawingml/2006/main" w="0">
            <a:noFill/>
          </a:ln>
        </p:spPr>
      </p:sp>
      <p:sp>
        <p:nvSpPr>
          <p:cNvPr id="318" name="action-self-tile-22">
            <a:extLst xmlns:a="http://schemas.openxmlformats.org/drawingml/2006/main">
              <a:ext uri="{FF2B5EF4-FFF2-40B4-BE49-F238E27FC236}">
                <a16:creationId xmlns:a16="http://schemas.microsoft.com/office/drawing/2014/main" id="{FFCFFDA7-BAE5-4673-9D3F-B0F18537EBA1}"/>
              </a:ext>
            </a:extLst>
          </p:cNvPr>
          <p:cNvSpPr>
            <a:spLocks xmlns:a="http://schemas.openxmlformats.org/drawingml/2006/main" noGrp="1"/>
          </p:cNvSpPr>
          <p:nvPr/>
        </p:nvSpPr>
        <p:spPr>
          <a:xfrm xmlns:a="http://schemas.openxmlformats.org/drawingml/2006/main">
            <a:off x="8968740" y="4236720"/>
            <a:ext cx="175260" cy="76200"/>
          </a:xfrm>
          <a:prstGeom xmlns:a="http://schemas.openxmlformats.org/drawingml/2006/main" prst="roundRect">
            <a:avLst>
              <a:gd name="adj" fmla="val 10000"/>
            </a:avLst>
          </a:prstGeom>
          <a:solidFill xmlns:a="http://schemas.openxmlformats.org/drawingml/2006/main">
            <a:srgbClr val="8FA99F"/>
          </a:solidFill>
          <a:ln xmlns:a="http://schemas.openxmlformats.org/drawingml/2006/main" w="0">
            <a:noFill/>
          </a:ln>
        </p:spPr>
      </p:sp>
      <p:sp>
        <p:nvSpPr>
          <p:cNvPr id="319" name="action-self-tile-23">
            <a:extLst xmlns:a="http://schemas.openxmlformats.org/drawingml/2006/main">
              <a:ext uri="{FF2B5EF4-FFF2-40B4-BE49-F238E27FC236}">
                <a16:creationId xmlns:a16="http://schemas.microsoft.com/office/drawing/2014/main" id="{8382963D-640A-4C1C-AFB4-37E6A2E13C59}"/>
              </a:ext>
            </a:extLst>
          </p:cNvPr>
          <p:cNvSpPr>
            <a:spLocks xmlns:a="http://schemas.openxmlformats.org/drawingml/2006/main" noGrp="1"/>
          </p:cNvSpPr>
          <p:nvPr/>
        </p:nvSpPr>
        <p:spPr>
          <a:xfrm xmlns:a="http://schemas.openxmlformats.org/drawingml/2006/main">
            <a:off x="9189720" y="4236720"/>
            <a:ext cx="175260" cy="76200"/>
          </a:xfrm>
          <a:prstGeom xmlns:a="http://schemas.openxmlformats.org/drawingml/2006/main" prst="roundRect">
            <a:avLst>
              <a:gd name="adj" fmla="val 10000"/>
            </a:avLst>
          </a:prstGeom>
          <a:solidFill xmlns:a="http://schemas.openxmlformats.org/drawingml/2006/main">
            <a:srgbClr val="CFDBE4"/>
          </a:solidFill>
          <a:ln xmlns:a="http://schemas.openxmlformats.org/drawingml/2006/main" w="0">
            <a:noFill/>
          </a:ln>
        </p:spPr>
      </p:sp>
      <p:sp>
        <p:nvSpPr>
          <p:cNvPr id="320" name="action-self-read-label">
            <a:extLst xmlns:a="http://schemas.openxmlformats.org/drawingml/2006/main">
              <a:ext uri="{FF2B5EF4-FFF2-40B4-BE49-F238E27FC236}">
                <a16:creationId xmlns:a16="http://schemas.microsoft.com/office/drawing/2014/main" id="{72953009-D9F3-482E-A4E0-14743328A243}"/>
              </a:ext>
            </a:extLst>
          </p:cNvPr>
          <p:cNvSpPr>
            <a:spLocks xmlns:a="http://schemas.openxmlformats.org/drawingml/2006/main" noGrp="1"/>
          </p:cNvSpPr>
          <p:nvPr/>
        </p:nvSpPr>
        <p:spPr>
          <a:xfrm xmlns:a="http://schemas.openxmlformats.org/drawingml/2006/main">
            <a:off x="8473440" y="4442460"/>
            <a:ext cx="98298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80" i="0">
                <a:solidFill>
                  <a:srgbClr val="202B33"/>
                </a:solidFill>
                <a:latin typeface="Toppan Bunkyu Mincho"/>
                <a:ea typeface="Toppan Bunkyu Mincho"/>
                <a:cs typeface="Toppan Bunkyu Mincho"/>
              </a:defRPr>
            </a:pPr>
            <a:r>
              <a:rPr sz="1080" i="0">
                <a:solidFill>
                  <a:srgbClr val="202B33"/>
                </a:solidFill>
                <a:latin typeface="Toppan Bunkyu Mincho"/>
                <a:ea typeface="Toppan Bunkyu Mincho"/>
                <a:cs typeface="Toppan Bunkyu Mincho"/>
              </a:rPr>
              <a:t>Action context</a:t>
            </a:r>
          </a:p>
        </p:txBody>
      </p:sp>
      <p:pic>
        <p:nvPicPr>
          <p:cNvPr id="796" name=""/>
          <p:cNvPicPr>
            <a:picLocks xmlns:a="http://schemas.openxmlformats.org/drawingml/2006/main" noChangeAspect="1"/>
          </p:cNvPicPr>
          <p:nvPr/>
        </p:nvPicPr>
        <p:blipFill>
          <a:blip xmlns:r="http://schemas.openxmlformats.org/officeDocument/2006/relationships" xmlns:a="http://schemas.openxmlformats.org/drawingml/2006/main" r:embed="R630fda54e21447bc">
            <a:extLst>
              <a:ext uri="{96DAC541-7B7A-43D3-8B79-37D633B846F1}">
                <asvg:svgBlip xmlns:asvg="http://schemas.microsoft.com/office/drawing/2016/SVG/main" r:embed="R2ea78598fb904bb8"/>
              </a:ext>
            </a:extLst>
          </a:blip>
          <a:stretch xmlns:a="http://schemas.openxmlformats.org/drawingml/2006/main"/>
        </p:blipFill>
        <p:spPr>
          <a:xfrm xmlns:a="http://schemas.openxmlformats.org/drawingml/2006/main">
            <a:off x="7522683" y="3654076"/>
            <a:ext cx="636594" cy="167069"/>
          </a:xfrm>
          <a:prstGeom xmlns:a="http://schemas.openxmlformats.org/drawingml/2006/main" prst="rect">
            <a:avLst/>
          </a:prstGeom>
        </p:spPr>
      </p:pic>
      <p:pic>
        <p:nvPicPr>
          <p:cNvPr id="797" name=""/>
          <p:cNvPicPr>
            <a:picLocks xmlns:a="http://schemas.openxmlformats.org/drawingml/2006/main" noChangeAspect="1"/>
          </p:cNvPicPr>
          <p:nvPr/>
        </p:nvPicPr>
        <p:blipFill>
          <a:blip xmlns:r="http://schemas.openxmlformats.org/officeDocument/2006/relationships" xmlns:a="http://schemas.openxmlformats.org/drawingml/2006/main" r:embed="R359f533769084acd">
            <a:extLst>
              <a:ext uri="{96DAC541-7B7A-43D3-8B79-37D633B846F1}">
                <asvg:svgBlip xmlns:asvg="http://schemas.microsoft.com/office/drawing/2016/SVG/main" r:embed="R04326d57f3a047ac"/>
              </a:ext>
            </a:extLst>
          </a:blip>
          <a:stretch xmlns:a="http://schemas.openxmlformats.org/drawingml/2006/main"/>
        </p:blipFill>
        <p:spPr>
          <a:xfrm xmlns:a="http://schemas.openxmlformats.org/drawingml/2006/main">
            <a:off x="8676532" y="3654076"/>
            <a:ext cx="576796" cy="167069"/>
          </a:xfrm>
          <a:prstGeom xmlns:a="http://schemas.openxmlformats.org/drawingml/2006/main" prst="rect">
            <a:avLst/>
          </a:prstGeom>
        </p:spPr>
      </p:pic>
      <p:sp>
        <p:nvSpPr>
          <p:cNvPr id="323" name="head-geometry">
            <a:extLst xmlns:a="http://schemas.openxmlformats.org/drawingml/2006/main">
              <a:ext uri="{FF2B5EF4-FFF2-40B4-BE49-F238E27FC236}">
                <a16:creationId xmlns:a16="http://schemas.microsoft.com/office/drawing/2014/main" id="{671F9FA1-67B0-4673-8F8C-EB3937954393}"/>
              </a:ext>
            </a:extLst>
          </p:cNvPr>
          <p:cNvSpPr>
            <a:spLocks xmlns:a="http://schemas.openxmlformats.org/drawingml/2006/main" noGrp="1"/>
          </p:cNvSpPr>
          <p:nvPr/>
        </p:nvSpPr>
        <p:spPr>
          <a:xfrm xmlns:a="http://schemas.openxmlformats.org/drawingml/2006/main">
            <a:off x="7498080" y="4922520"/>
            <a:ext cx="19431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80" i="0">
                <a:solidFill>
                  <a:srgbClr val="657580"/>
                </a:solidFill>
                <a:latin typeface="Toppan Bunkyu Mincho"/>
                <a:ea typeface="Toppan Bunkyu Mincho"/>
                <a:cs typeface="Toppan Bunkyu Mincho"/>
              </a:defRPr>
            </a:pPr>
            <a:r>
              <a:rPr sz="1080" i="0">
                <a:solidFill>
                  <a:srgbClr val="657580"/>
                </a:solidFill>
                <a:latin typeface="Toppan Bunkyu Mincho"/>
                <a:ea typeface="Toppan Bunkyu Mincho"/>
                <a:cs typeface="Toppan Bunkyu Mincho"/>
              </a:rPr>
              <a:t>Shared head geometry</a:t>
            </a:r>
          </a:p>
        </p:txBody>
      </p:sp>
      <p:sp>
        <p:nvSpPr>
          <p:cNvPr id="324" name="video-residual-top">
            <a:extLst xmlns:a="http://schemas.openxmlformats.org/drawingml/2006/main">
              <a:ext uri="{FF2B5EF4-FFF2-40B4-BE49-F238E27FC236}">
                <a16:creationId xmlns:a16="http://schemas.microsoft.com/office/drawing/2014/main" id="{3F401436-ADF9-45DA-845D-492CABDC0871}"/>
              </a:ext>
            </a:extLst>
          </p:cNvPr>
          <p:cNvSpPr>
            <a:spLocks xmlns:a="http://schemas.openxmlformats.org/drawingml/2006/main" noGrp="1"/>
          </p:cNvSpPr>
          <p:nvPr/>
        </p:nvSpPr>
        <p:spPr>
          <a:xfrm xmlns:a="http://schemas.openxmlformats.org/drawingml/2006/main">
            <a:off x="9921240" y="2621280"/>
            <a:ext cx="944880" cy="60960"/>
          </a:xfrm>
          <a:custGeom xmlns:a="http://schemas.openxmlformats.org/drawingml/2006/main">
            <a:pathLst>
              <a:path w="1181100" h="76200">
                <a:moveTo>
                  <a:pt x="0" y="76200"/>
                </a:moveTo>
                <a:lnTo>
                  <a:pt x="76200" y="0"/>
                </a:lnTo>
                <a:lnTo>
                  <a:pt x="1181100" y="0"/>
                </a:lnTo>
                <a:lnTo>
                  <a:pt x="1104900" y="76200"/>
                </a:lnTo>
                <a:close/>
              </a:path>
            </a:pathLst>
          </a:custGeom>
          <a:solidFill xmlns:a="http://schemas.openxmlformats.org/drawingml/2006/main">
            <a:srgbClr val="F9FAFD"/>
          </a:solidFill>
          <a:ln xmlns:a="http://schemas.openxmlformats.org/drawingml/2006/main" w="11430">
            <a:solidFill>
              <a:srgbClr val="63788A"/>
            </a:solidFill>
          </a:ln>
        </p:spPr>
      </p:sp>
      <p:sp>
        <p:nvSpPr>
          <p:cNvPr id="325" name="video-residual-side">
            <a:extLst xmlns:a="http://schemas.openxmlformats.org/drawingml/2006/main">
              <a:ext uri="{FF2B5EF4-FFF2-40B4-BE49-F238E27FC236}">
                <a16:creationId xmlns:a16="http://schemas.microsoft.com/office/drawing/2014/main" id="{C165F36E-BC6C-458C-97B4-24D3F4A62828}"/>
              </a:ext>
            </a:extLst>
          </p:cNvPr>
          <p:cNvSpPr>
            <a:spLocks xmlns:a="http://schemas.openxmlformats.org/drawingml/2006/main" noGrp="1"/>
          </p:cNvSpPr>
          <p:nvPr/>
        </p:nvSpPr>
        <p:spPr>
          <a:xfrm xmlns:a="http://schemas.openxmlformats.org/drawingml/2006/main">
            <a:off x="10805160" y="2621280"/>
            <a:ext cx="60960" cy="944880"/>
          </a:xfrm>
          <a:custGeom xmlns:a="http://schemas.openxmlformats.org/drawingml/2006/main">
            <a:pathLst>
              <a:path w="76200" h="1181100">
                <a:moveTo>
                  <a:pt x="0" y="76200"/>
                </a:moveTo>
                <a:lnTo>
                  <a:pt x="76200" y="0"/>
                </a:lnTo>
                <a:lnTo>
                  <a:pt x="76200" y="1104900"/>
                </a:lnTo>
                <a:lnTo>
                  <a:pt x="0" y="1181100"/>
                </a:lnTo>
                <a:close/>
              </a:path>
            </a:pathLst>
          </a:custGeom>
          <a:solidFill xmlns:a="http://schemas.openxmlformats.org/drawingml/2006/main">
            <a:srgbClr val="BDCDD9"/>
          </a:solidFill>
          <a:ln xmlns:a="http://schemas.openxmlformats.org/drawingml/2006/main" w="11430">
            <a:solidFill>
              <a:srgbClr val="63788A"/>
            </a:solidFill>
          </a:ln>
        </p:spPr>
      </p:sp>
      <p:sp>
        <p:nvSpPr>
          <p:cNvPr id="326" name="video-residual-front">
            <a:extLst xmlns:a="http://schemas.openxmlformats.org/drawingml/2006/main">
              <a:ext uri="{FF2B5EF4-FFF2-40B4-BE49-F238E27FC236}">
                <a16:creationId xmlns:a16="http://schemas.microsoft.com/office/drawing/2014/main" id="{3F8A0A96-B073-44B4-8685-5A426C662762}"/>
              </a:ext>
            </a:extLst>
          </p:cNvPr>
          <p:cNvSpPr>
            <a:spLocks xmlns:a="http://schemas.openxmlformats.org/drawingml/2006/main" noGrp="1"/>
          </p:cNvSpPr>
          <p:nvPr/>
        </p:nvSpPr>
        <p:spPr>
          <a:xfrm xmlns:a="http://schemas.openxmlformats.org/drawingml/2006/main">
            <a:off x="9921240" y="2682240"/>
            <a:ext cx="883920" cy="883920"/>
          </a:xfrm>
          <a:prstGeom xmlns:a="http://schemas.openxmlformats.org/drawingml/2006/main" prst="rect">
            <a:avLst/>
          </a:prstGeom>
          <a:solidFill xmlns:a="http://schemas.openxmlformats.org/drawingml/2006/main">
            <a:srgbClr val="DCE6EE"/>
          </a:solidFill>
          <a:ln xmlns:a="http://schemas.openxmlformats.org/drawingml/2006/main" w="8382">
            <a:solidFill>
              <a:srgbClr val="63788A"/>
            </a:solidFill>
          </a:ln>
        </p:spPr>
        <p:style>
          <a:lnRef xmlns:a="http://schemas.openxmlformats.org/drawingml/2006/main" idx="0"/>
          <a:fillRef xmlns:a="http://schemas.openxmlformats.org/drawingml/2006/main" idx="0"/>
          <a:effectRef xmlns:a="http://schemas.openxmlformats.org/drawingml/2006/main" idx="11"/>
          <a:fontRef xmlns:a="http://schemas.openxmlformats.org/drawingml/2006/main" idx="major"/>
        </p:style>
      </p:sp>
      <p:sp>
        <p:nvSpPr>
          <p:cNvPr id="327" name="video-residuallanguage0">
            <a:extLst xmlns:a="http://schemas.openxmlformats.org/drawingml/2006/main">
              <a:ext uri="{FF2B5EF4-FFF2-40B4-BE49-F238E27FC236}">
                <a16:creationId xmlns:a16="http://schemas.microsoft.com/office/drawing/2014/main" id="{9AB3A407-A803-4478-A71B-6482C53C7B1E}"/>
              </a:ext>
            </a:extLst>
          </p:cNvPr>
          <p:cNvSpPr>
            <a:spLocks xmlns:a="http://schemas.openxmlformats.org/drawingml/2006/main" noGrp="1"/>
          </p:cNvSpPr>
          <p:nvPr/>
        </p:nvSpPr>
        <p:spPr>
          <a:xfrm xmlns:a="http://schemas.openxmlformats.org/drawingml/2006/main">
            <a:off x="10058400" y="2750820"/>
            <a:ext cx="99060" cy="76200"/>
          </a:xfrm>
          <a:prstGeom xmlns:a="http://schemas.openxmlformats.org/drawingml/2006/main" prst="roundRect">
            <a:avLst>
              <a:gd name="adj" fmla="val 20000"/>
            </a:avLst>
          </a:prstGeom>
          <a:solidFill xmlns:a="http://schemas.openxmlformats.org/drawingml/2006/main">
            <a:srgbClr val="F7F4EA"/>
          </a:solidFill>
          <a:ln xmlns:a="http://schemas.openxmlformats.org/drawingml/2006/main" w="5334">
            <a:solidFill>
              <a:srgbClr val="9DABAE"/>
            </a:solidFill>
          </a:ln>
        </p:spPr>
      </p:sp>
      <p:sp>
        <p:nvSpPr>
          <p:cNvPr id="328" name="video-residuallanguageglyph0">
            <a:extLst xmlns:a="http://schemas.openxmlformats.org/drawingml/2006/main">
              <a:ext uri="{FF2B5EF4-FFF2-40B4-BE49-F238E27FC236}">
                <a16:creationId xmlns:a16="http://schemas.microsoft.com/office/drawing/2014/main" id="{7800272B-764E-4866-99DA-FC0611D415FD}"/>
              </a:ext>
            </a:extLst>
          </p:cNvPr>
          <p:cNvSpPr>
            <a:spLocks xmlns:a="http://schemas.openxmlformats.org/drawingml/2006/main" noGrp="1"/>
          </p:cNvSpPr>
          <p:nvPr/>
        </p:nvSpPr>
        <p:spPr>
          <a:xfrm xmlns:a="http://schemas.openxmlformats.org/drawingml/2006/main" flipH="0" flipV="0">
            <a:off x="10081260" y="2788920"/>
            <a:ext cx="53340" cy="0"/>
          </a:xfrm>
          <a:prstGeom xmlns:a="http://schemas.openxmlformats.org/drawingml/2006/main" prst="line">
            <a:avLst/>
          </a:prstGeom>
          <a:noFill xmlns:a="http://schemas.openxmlformats.org/drawingml/2006/main"/>
          <a:ln xmlns:a="http://schemas.openxmlformats.org/drawingml/2006/main" w="5334">
            <a:solidFill>
              <a:srgbClr val="9AA1A1"/>
            </a:solidFill>
          </a:ln>
        </p:spPr>
      </p:sp>
      <p:sp>
        <p:nvSpPr>
          <p:cNvPr id="329" name="video-residuallanguage1">
            <a:extLst xmlns:a="http://schemas.openxmlformats.org/drawingml/2006/main">
              <a:ext uri="{FF2B5EF4-FFF2-40B4-BE49-F238E27FC236}">
                <a16:creationId xmlns:a16="http://schemas.microsoft.com/office/drawing/2014/main" id="{A7866027-7FAD-492A-887F-BF7C4D82C461}"/>
              </a:ext>
            </a:extLst>
          </p:cNvPr>
          <p:cNvSpPr>
            <a:spLocks xmlns:a="http://schemas.openxmlformats.org/drawingml/2006/main" noGrp="1"/>
          </p:cNvSpPr>
          <p:nvPr/>
        </p:nvSpPr>
        <p:spPr>
          <a:xfrm xmlns:a="http://schemas.openxmlformats.org/drawingml/2006/main">
            <a:off x="10187940" y="2750820"/>
            <a:ext cx="99060" cy="76200"/>
          </a:xfrm>
          <a:prstGeom xmlns:a="http://schemas.openxmlformats.org/drawingml/2006/main" prst="roundRect">
            <a:avLst>
              <a:gd name="adj" fmla="val 20000"/>
            </a:avLst>
          </a:prstGeom>
          <a:solidFill xmlns:a="http://schemas.openxmlformats.org/drawingml/2006/main">
            <a:srgbClr val="F7F4EA"/>
          </a:solidFill>
          <a:ln xmlns:a="http://schemas.openxmlformats.org/drawingml/2006/main" w="5334">
            <a:solidFill>
              <a:srgbClr val="9DABAE"/>
            </a:solidFill>
          </a:ln>
        </p:spPr>
      </p:sp>
      <p:sp>
        <p:nvSpPr>
          <p:cNvPr id="330" name="video-residuallanguageglyph1">
            <a:extLst xmlns:a="http://schemas.openxmlformats.org/drawingml/2006/main">
              <a:ext uri="{FF2B5EF4-FFF2-40B4-BE49-F238E27FC236}">
                <a16:creationId xmlns:a16="http://schemas.microsoft.com/office/drawing/2014/main" id="{4AA34F87-028C-4D30-A836-0D4790B93D05}"/>
              </a:ext>
            </a:extLst>
          </p:cNvPr>
          <p:cNvSpPr>
            <a:spLocks xmlns:a="http://schemas.openxmlformats.org/drawingml/2006/main" noGrp="1"/>
          </p:cNvSpPr>
          <p:nvPr/>
        </p:nvSpPr>
        <p:spPr>
          <a:xfrm xmlns:a="http://schemas.openxmlformats.org/drawingml/2006/main" flipH="0" flipV="0">
            <a:off x="10210800" y="2788920"/>
            <a:ext cx="53340" cy="0"/>
          </a:xfrm>
          <a:prstGeom xmlns:a="http://schemas.openxmlformats.org/drawingml/2006/main" prst="line">
            <a:avLst/>
          </a:prstGeom>
          <a:noFill xmlns:a="http://schemas.openxmlformats.org/drawingml/2006/main"/>
          <a:ln xmlns:a="http://schemas.openxmlformats.org/drawingml/2006/main" w="5334">
            <a:solidFill>
              <a:srgbClr val="9AA1A1"/>
            </a:solidFill>
          </a:ln>
        </p:spPr>
      </p:sp>
      <p:sp>
        <p:nvSpPr>
          <p:cNvPr id="331" name="video-residuallanguage2">
            <a:extLst xmlns:a="http://schemas.openxmlformats.org/drawingml/2006/main">
              <a:ext uri="{FF2B5EF4-FFF2-40B4-BE49-F238E27FC236}">
                <a16:creationId xmlns:a16="http://schemas.microsoft.com/office/drawing/2014/main" id="{B29A65CF-D70D-4DCF-80E7-0C27A8041A16}"/>
              </a:ext>
            </a:extLst>
          </p:cNvPr>
          <p:cNvSpPr>
            <a:spLocks xmlns:a="http://schemas.openxmlformats.org/drawingml/2006/main" noGrp="1"/>
          </p:cNvSpPr>
          <p:nvPr/>
        </p:nvSpPr>
        <p:spPr>
          <a:xfrm xmlns:a="http://schemas.openxmlformats.org/drawingml/2006/main">
            <a:off x="10317480" y="2750820"/>
            <a:ext cx="99060" cy="76200"/>
          </a:xfrm>
          <a:prstGeom xmlns:a="http://schemas.openxmlformats.org/drawingml/2006/main" prst="roundRect">
            <a:avLst>
              <a:gd name="adj" fmla="val 20000"/>
            </a:avLst>
          </a:prstGeom>
          <a:solidFill xmlns:a="http://schemas.openxmlformats.org/drawingml/2006/main">
            <a:srgbClr val="F7F4EA"/>
          </a:solidFill>
          <a:ln xmlns:a="http://schemas.openxmlformats.org/drawingml/2006/main" w="5334">
            <a:solidFill>
              <a:srgbClr val="9DABAE"/>
            </a:solidFill>
          </a:ln>
        </p:spPr>
      </p:sp>
      <p:sp>
        <p:nvSpPr>
          <p:cNvPr id="332" name="video-residuallanguageglyph2">
            <a:extLst xmlns:a="http://schemas.openxmlformats.org/drawingml/2006/main">
              <a:ext uri="{FF2B5EF4-FFF2-40B4-BE49-F238E27FC236}">
                <a16:creationId xmlns:a16="http://schemas.microsoft.com/office/drawing/2014/main" id="{11AC6D13-EF8F-4CCE-8B03-0CA026B3FA75}"/>
              </a:ext>
            </a:extLst>
          </p:cNvPr>
          <p:cNvSpPr>
            <a:spLocks xmlns:a="http://schemas.openxmlformats.org/drawingml/2006/main" noGrp="1"/>
          </p:cNvSpPr>
          <p:nvPr/>
        </p:nvSpPr>
        <p:spPr>
          <a:xfrm xmlns:a="http://schemas.openxmlformats.org/drawingml/2006/main" flipH="0" flipV="0">
            <a:off x="10340340" y="2788920"/>
            <a:ext cx="53340" cy="0"/>
          </a:xfrm>
          <a:prstGeom xmlns:a="http://schemas.openxmlformats.org/drawingml/2006/main" prst="line">
            <a:avLst/>
          </a:prstGeom>
          <a:noFill xmlns:a="http://schemas.openxmlformats.org/drawingml/2006/main"/>
          <a:ln xmlns:a="http://schemas.openxmlformats.org/drawingml/2006/main" w="5334">
            <a:solidFill>
              <a:srgbClr val="9AA1A1"/>
            </a:solidFill>
          </a:ln>
        </p:spPr>
      </p:sp>
      <p:sp>
        <p:nvSpPr>
          <p:cNvPr id="333" name="video-residuallanguage3">
            <a:extLst xmlns:a="http://schemas.openxmlformats.org/drawingml/2006/main">
              <a:ext uri="{FF2B5EF4-FFF2-40B4-BE49-F238E27FC236}">
                <a16:creationId xmlns:a16="http://schemas.microsoft.com/office/drawing/2014/main" id="{EBDEDB88-8660-4B7A-8F52-C8FC1C549CD2}"/>
              </a:ext>
            </a:extLst>
          </p:cNvPr>
          <p:cNvSpPr>
            <a:spLocks xmlns:a="http://schemas.openxmlformats.org/drawingml/2006/main" noGrp="1"/>
          </p:cNvSpPr>
          <p:nvPr/>
        </p:nvSpPr>
        <p:spPr>
          <a:xfrm xmlns:a="http://schemas.openxmlformats.org/drawingml/2006/main">
            <a:off x="10447020" y="2750820"/>
            <a:ext cx="99060" cy="76200"/>
          </a:xfrm>
          <a:prstGeom xmlns:a="http://schemas.openxmlformats.org/drawingml/2006/main" prst="roundRect">
            <a:avLst>
              <a:gd name="adj" fmla="val 20000"/>
            </a:avLst>
          </a:prstGeom>
          <a:solidFill xmlns:a="http://schemas.openxmlformats.org/drawingml/2006/main">
            <a:srgbClr val="F7F4EA"/>
          </a:solidFill>
          <a:ln xmlns:a="http://schemas.openxmlformats.org/drawingml/2006/main" w="5334">
            <a:solidFill>
              <a:srgbClr val="9DABAE"/>
            </a:solidFill>
          </a:ln>
        </p:spPr>
      </p:sp>
      <p:sp>
        <p:nvSpPr>
          <p:cNvPr id="334" name="video-residuallanguageglyph3">
            <a:extLst xmlns:a="http://schemas.openxmlformats.org/drawingml/2006/main">
              <a:ext uri="{FF2B5EF4-FFF2-40B4-BE49-F238E27FC236}">
                <a16:creationId xmlns:a16="http://schemas.microsoft.com/office/drawing/2014/main" id="{B29EF882-7939-4DEC-A225-AD60C15F28DB}"/>
              </a:ext>
            </a:extLst>
          </p:cNvPr>
          <p:cNvSpPr>
            <a:spLocks xmlns:a="http://schemas.openxmlformats.org/drawingml/2006/main" noGrp="1"/>
          </p:cNvSpPr>
          <p:nvPr/>
        </p:nvSpPr>
        <p:spPr>
          <a:xfrm xmlns:a="http://schemas.openxmlformats.org/drawingml/2006/main" flipH="0" flipV="0">
            <a:off x="10469880" y="2788920"/>
            <a:ext cx="53340" cy="0"/>
          </a:xfrm>
          <a:prstGeom xmlns:a="http://schemas.openxmlformats.org/drawingml/2006/main" prst="line">
            <a:avLst/>
          </a:prstGeom>
          <a:noFill xmlns:a="http://schemas.openxmlformats.org/drawingml/2006/main"/>
          <a:ln xmlns:a="http://schemas.openxmlformats.org/drawingml/2006/main" w="5334">
            <a:solidFill>
              <a:srgbClr val="9AA1A1"/>
            </a:solidFill>
          </a:ln>
        </p:spPr>
      </p:sp>
      <p:pic>
        <p:nvPicPr>
          <p:cNvPr id="810" name=""/>
          <p:cNvPicPr>
            <a:picLocks xmlns:a="http://schemas.openxmlformats.org/drawingml/2006/main" noChangeAspect="1"/>
          </p:cNvPicPr>
          <p:nvPr/>
        </p:nvPicPr>
        <p:blipFill>
          <a:blip xmlns:r="http://schemas.openxmlformats.org/officeDocument/2006/relationships" xmlns:a="http://schemas.openxmlformats.org/drawingml/2006/main" r:embed="R21f82fbfca714e84">
            <a:extLst>
              <a:ext uri="{96DAC541-7B7A-43D3-8B79-37D633B846F1}">
                <asvg:svgBlip xmlns:asvg="http://schemas.microsoft.com/office/drawing/2016/SVG/main" r:embed="R67506fe34d57400b"/>
              </a:ext>
            </a:extLst>
          </a:blip>
          <a:stretch xmlns:a="http://schemas.openxmlformats.org/drawingml/2006/main"/>
        </p:blipFill>
        <p:spPr>
          <a:xfrm xmlns:a="http://schemas.openxmlformats.org/drawingml/2006/main">
            <a:off x="10639402" y="2743010"/>
            <a:ext cx="57196" cy="99441"/>
          </a:xfrm>
          <a:prstGeom xmlns:a="http://schemas.openxmlformats.org/drawingml/2006/main" prst="rect">
            <a:avLst/>
          </a:prstGeom>
        </p:spPr>
      </p:pic>
      <p:sp>
        <p:nvSpPr>
          <p:cNvPr id="336" name="video-residual-text">
            <a:extLst xmlns:a="http://schemas.openxmlformats.org/drawingml/2006/main">
              <a:ext uri="{FF2B5EF4-FFF2-40B4-BE49-F238E27FC236}">
                <a16:creationId xmlns:a16="http://schemas.microsoft.com/office/drawing/2014/main" id="{BE907F20-AE59-44EF-9D4F-A266030C35D8}"/>
              </a:ext>
            </a:extLst>
          </p:cNvPr>
          <p:cNvSpPr>
            <a:spLocks xmlns:a="http://schemas.openxmlformats.org/drawingml/2006/main" noGrp="1"/>
          </p:cNvSpPr>
          <p:nvPr/>
        </p:nvSpPr>
        <p:spPr>
          <a:xfrm xmlns:a="http://schemas.openxmlformats.org/drawingml/2006/main">
            <a:off x="9944100" y="2887980"/>
            <a:ext cx="838200" cy="655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i="0">
                <a:solidFill>
                  <a:srgbClr val="202B33"/>
                </a:solidFill>
                <a:latin typeface="Toppan Bunkyu Mincho"/>
                <a:ea typeface="Toppan Bunkyu Mincho"/>
                <a:cs typeface="Toppan Bunkyu Mincho"/>
              </a:defRPr>
            </a:pPr>
            <a:r>
              <a:rPr sz="1200" i="0">
                <a:solidFill>
                  <a:srgbClr val="202B33"/>
                </a:solidFill>
                <a:latin typeface="Toppan Bunkyu Mincho"/>
                <a:ea typeface="Toppan Bunkyu Mincho"/>
                <a:cs typeface="Toppan Bunkyu Mincho"/>
              </a:rPr>
              <a:t>Residual</a:t>
            </a:r>
          </a:p>
          <a:p xmlns:a="http://schemas.openxmlformats.org/drawingml/2006/main">
            <a:pPr algn="ctr">
              <a:defRPr sz="1200" i="0">
                <a:solidFill>
                  <a:srgbClr val="202B33"/>
                </a:solidFill>
                <a:latin typeface="Toppan Bunkyu Mincho"/>
                <a:ea typeface="Toppan Bunkyu Mincho"/>
                <a:cs typeface="Toppan Bunkyu Mincho"/>
              </a:defRPr>
            </a:pPr>
            <a:r>
              <a:rPr sz="1200" i="0">
                <a:solidFill>
                  <a:srgbClr val="202B33"/>
                </a:solidFill>
                <a:latin typeface="Toppan Bunkyu Mincho"/>
                <a:ea typeface="Toppan Bunkyu Mincho"/>
                <a:cs typeface="Toppan Bunkyu Mincho"/>
              </a:rPr>
              <a:t>Text Attn</a:t>
            </a:r>
          </a:p>
          <a:p xmlns:a="http://schemas.openxmlformats.org/drawingml/2006/main">
            <a:pPr algn="ctr">
              <a:defRPr sz="1200" i="0">
                <a:solidFill>
                  <a:srgbClr val="202B33"/>
                </a:solidFill>
                <a:latin typeface="Toppan Bunkyu Mincho"/>
                <a:ea typeface="Toppan Bunkyu Mincho"/>
                <a:cs typeface="Toppan Bunkyu Mincho"/>
              </a:defRPr>
            </a:pPr>
            <a:r>
              <a:rPr sz="1200" i="0">
                <a:solidFill>
                  <a:srgbClr val="202B33"/>
                </a:solidFill>
                <a:latin typeface="Toppan Bunkyu Mincho"/>
                <a:ea typeface="Toppan Bunkyu Mincho"/>
                <a:cs typeface="Toppan Bunkyu Mincho"/>
              </a:rPr>
              <a:t>FFN</a:t>
            </a:r>
          </a:p>
        </p:txBody>
      </p:sp>
      <p:sp>
        <p:nvSpPr>
          <p:cNvPr id="337" name="action-residual-top">
            <a:extLst xmlns:a="http://schemas.openxmlformats.org/drawingml/2006/main">
              <a:ext uri="{FF2B5EF4-FFF2-40B4-BE49-F238E27FC236}">
                <a16:creationId xmlns:a16="http://schemas.microsoft.com/office/drawing/2014/main" id="{BAD13EE6-90A0-4D26-95F2-DEC952805252}"/>
              </a:ext>
            </a:extLst>
          </p:cNvPr>
          <p:cNvSpPr>
            <a:spLocks xmlns:a="http://schemas.openxmlformats.org/drawingml/2006/main" noGrp="1"/>
          </p:cNvSpPr>
          <p:nvPr/>
        </p:nvSpPr>
        <p:spPr>
          <a:xfrm xmlns:a="http://schemas.openxmlformats.org/drawingml/2006/main">
            <a:off x="9921240" y="3840480"/>
            <a:ext cx="944880" cy="60960"/>
          </a:xfrm>
          <a:custGeom xmlns:a="http://schemas.openxmlformats.org/drawingml/2006/main">
            <a:pathLst>
              <a:path w="1181100" h="76200">
                <a:moveTo>
                  <a:pt x="0" y="76200"/>
                </a:moveTo>
                <a:lnTo>
                  <a:pt x="76200" y="0"/>
                </a:lnTo>
                <a:lnTo>
                  <a:pt x="1181100" y="0"/>
                </a:lnTo>
                <a:lnTo>
                  <a:pt x="1104900" y="76200"/>
                </a:lnTo>
                <a:close/>
              </a:path>
            </a:pathLst>
          </a:custGeom>
          <a:solidFill xmlns:a="http://schemas.openxmlformats.org/drawingml/2006/main">
            <a:srgbClr val="F9FAFD"/>
          </a:solidFill>
          <a:ln xmlns:a="http://schemas.openxmlformats.org/drawingml/2006/main" w="11430">
            <a:solidFill>
              <a:srgbClr val="63788A"/>
            </a:solidFill>
          </a:ln>
        </p:spPr>
      </p:sp>
      <p:sp>
        <p:nvSpPr>
          <p:cNvPr id="338" name="action-residual-side">
            <a:extLst xmlns:a="http://schemas.openxmlformats.org/drawingml/2006/main">
              <a:ext uri="{FF2B5EF4-FFF2-40B4-BE49-F238E27FC236}">
                <a16:creationId xmlns:a16="http://schemas.microsoft.com/office/drawing/2014/main" id="{09C5666C-6B30-47CA-A3BD-D74AFD6238E2}"/>
              </a:ext>
            </a:extLst>
          </p:cNvPr>
          <p:cNvSpPr>
            <a:spLocks xmlns:a="http://schemas.openxmlformats.org/drawingml/2006/main" noGrp="1"/>
          </p:cNvSpPr>
          <p:nvPr/>
        </p:nvSpPr>
        <p:spPr>
          <a:xfrm xmlns:a="http://schemas.openxmlformats.org/drawingml/2006/main">
            <a:off x="10805160" y="3840480"/>
            <a:ext cx="60960" cy="944880"/>
          </a:xfrm>
          <a:custGeom xmlns:a="http://schemas.openxmlformats.org/drawingml/2006/main">
            <a:pathLst>
              <a:path w="76200" h="1181100">
                <a:moveTo>
                  <a:pt x="0" y="76200"/>
                </a:moveTo>
                <a:lnTo>
                  <a:pt x="76200" y="0"/>
                </a:lnTo>
                <a:lnTo>
                  <a:pt x="76200" y="1104900"/>
                </a:lnTo>
                <a:lnTo>
                  <a:pt x="0" y="1181100"/>
                </a:lnTo>
                <a:close/>
              </a:path>
            </a:pathLst>
          </a:custGeom>
          <a:solidFill xmlns:a="http://schemas.openxmlformats.org/drawingml/2006/main">
            <a:srgbClr val="BDCDD9"/>
          </a:solidFill>
          <a:ln xmlns:a="http://schemas.openxmlformats.org/drawingml/2006/main" w="11430">
            <a:solidFill>
              <a:srgbClr val="63788A"/>
            </a:solidFill>
          </a:ln>
        </p:spPr>
      </p:sp>
      <p:sp>
        <p:nvSpPr>
          <p:cNvPr id="339" name="action-residual-front">
            <a:extLst xmlns:a="http://schemas.openxmlformats.org/drawingml/2006/main">
              <a:ext uri="{FF2B5EF4-FFF2-40B4-BE49-F238E27FC236}">
                <a16:creationId xmlns:a16="http://schemas.microsoft.com/office/drawing/2014/main" id="{DA6400AE-DEB7-44AC-91D1-71C886F07841}"/>
              </a:ext>
            </a:extLst>
          </p:cNvPr>
          <p:cNvSpPr>
            <a:spLocks xmlns:a="http://schemas.openxmlformats.org/drawingml/2006/main" noGrp="1"/>
          </p:cNvSpPr>
          <p:nvPr/>
        </p:nvSpPr>
        <p:spPr>
          <a:xfrm xmlns:a="http://schemas.openxmlformats.org/drawingml/2006/main">
            <a:off x="9921240" y="3901440"/>
            <a:ext cx="883920" cy="883920"/>
          </a:xfrm>
          <a:prstGeom xmlns:a="http://schemas.openxmlformats.org/drawingml/2006/main" prst="rect">
            <a:avLst/>
          </a:prstGeom>
          <a:solidFill xmlns:a="http://schemas.openxmlformats.org/drawingml/2006/main">
            <a:srgbClr val="DCE6EE"/>
          </a:solidFill>
          <a:ln xmlns:a="http://schemas.openxmlformats.org/drawingml/2006/main" w="8382">
            <a:solidFill>
              <a:srgbClr val="63788A"/>
            </a:solidFill>
          </a:ln>
        </p:spPr>
        <p:style>
          <a:lnRef xmlns:a="http://schemas.openxmlformats.org/drawingml/2006/main" idx="0"/>
          <a:fillRef xmlns:a="http://schemas.openxmlformats.org/drawingml/2006/main" idx="0"/>
          <a:effectRef xmlns:a="http://schemas.openxmlformats.org/drawingml/2006/main" idx="11"/>
          <a:fontRef xmlns:a="http://schemas.openxmlformats.org/drawingml/2006/main" idx="major"/>
        </p:style>
      </p:sp>
      <p:sp>
        <p:nvSpPr>
          <p:cNvPr id="340" name="action-residuallanguage0">
            <a:extLst xmlns:a="http://schemas.openxmlformats.org/drawingml/2006/main">
              <a:ext uri="{FF2B5EF4-FFF2-40B4-BE49-F238E27FC236}">
                <a16:creationId xmlns:a16="http://schemas.microsoft.com/office/drawing/2014/main" id="{5EF217CF-1F7E-44E4-A972-9306ECD88A1E}"/>
              </a:ext>
            </a:extLst>
          </p:cNvPr>
          <p:cNvSpPr>
            <a:spLocks xmlns:a="http://schemas.openxmlformats.org/drawingml/2006/main" noGrp="1"/>
          </p:cNvSpPr>
          <p:nvPr/>
        </p:nvSpPr>
        <p:spPr>
          <a:xfrm xmlns:a="http://schemas.openxmlformats.org/drawingml/2006/main">
            <a:off x="10058400" y="3970020"/>
            <a:ext cx="99060" cy="76200"/>
          </a:xfrm>
          <a:prstGeom xmlns:a="http://schemas.openxmlformats.org/drawingml/2006/main" prst="roundRect">
            <a:avLst>
              <a:gd name="adj" fmla="val 20000"/>
            </a:avLst>
          </a:prstGeom>
          <a:solidFill xmlns:a="http://schemas.openxmlformats.org/drawingml/2006/main">
            <a:srgbClr val="F7F4EA"/>
          </a:solidFill>
          <a:ln xmlns:a="http://schemas.openxmlformats.org/drawingml/2006/main" w="5334">
            <a:solidFill>
              <a:srgbClr val="9DABAE"/>
            </a:solidFill>
          </a:ln>
        </p:spPr>
      </p:sp>
      <p:sp>
        <p:nvSpPr>
          <p:cNvPr id="341" name="action-residuallanguageglyph0">
            <a:extLst xmlns:a="http://schemas.openxmlformats.org/drawingml/2006/main">
              <a:ext uri="{FF2B5EF4-FFF2-40B4-BE49-F238E27FC236}">
                <a16:creationId xmlns:a16="http://schemas.microsoft.com/office/drawing/2014/main" id="{1A289141-AA7F-4F5D-8E51-1E982B0FA652}"/>
              </a:ext>
            </a:extLst>
          </p:cNvPr>
          <p:cNvSpPr>
            <a:spLocks xmlns:a="http://schemas.openxmlformats.org/drawingml/2006/main" noGrp="1"/>
          </p:cNvSpPr>
          <p:nvPr/>
        </p:nvSpPr>
        <p:spPr>
          <a:xfrm xmlns:a="http://schemas.openxmlformats.org/drawingml/2006/main" flipH="0" flipV="0">
            <a:off x="10081260" y="4008120"/>
            <a:ext cx="53340" cy="0"/>
          </a:xfrm>
          <a:prstGeom xmlns:a="http://schemas.openxmlformats.org/drawingml/2006/main" prst="line">
            <a:avLst/>
          </a:prstGeom>
          <a:noFill xmlns:a="http://schemas.openxmlformats.org/drawingml/2006/main"/>
          <a:ln xmlns:a="http://schemas.openxmlformats.org/drawingml/2006/main" w="5334">
            <a:solidFill>
              <a:srgbClr val="9AA1A1"/>
            </a:solidFill>
          </a:ln>
        </p:spPr>
      </p:sp>
      <p:sp>
        <p:nvSpPr>
          <p:cNvPr id="342" name="action-residuallanguage1">
            <a:extLst xmlns:a="http://schemas.openxmlformats.org/drawingml/2006/main">
              <a:ext uri="{FF2B5EF4-FFF2-40B4-BE49-F238E27FC236}">
                <a16:creationId xmlns:a16="http://schemas.microsoft.com/office/drawing/2014/main" id="{DDA177B1-E98C-4962-9F7E-8B3DAC2CDA9B}"/>
              </a:ext>
            </a:extLst>
          </p:cNvPr>
          <p:cNvSpPr>
            <a:spLocks xmlns:a="http://schemas.openxmlformats.org/drawingml/2006/main" noGrp="1"/>
          </p:cNvSpPr>
          <p:nvPr/>
        </p:nvSpPr>
        <p:spPr>
          <a:xfrm xmlns:a="http://schemas.openxmlformats.org/drawingml/2006/main">
            <a:off x="10187940" y="3970020"/>
            <a:ext cx="99060" cy="76200"/>
          </a:xfrm>
          <a:prstGeom xmlns:a="http://schemas.openxmlformats.org/drawingml/2006/main" prst="roundRect">
            <a:avLst>
              <a:gd name="adj" fmla="val 20000"/>
            </a:avLst>
          </a:prstGeom>
          <a:solidFill xmlns:a="http://schemas.openxmlformats.org/drawingml/2006/main">
            <a:srgbClr val="F7F4EA"/>
          </a:solidFill>
          <a:ln xmlns:a="http://schemas.openxmlformats.org/drawingml/2006/main" w="5334">
            <a:solidFill>
              <a:srgbClr val="9DABAE"/>
            </a:solidFill>
          </a:ln>
        </p:spPr>
      </p:sp>
      <p:sp>
        <p:nvSpPr>
          <p:cNvPr id="343" name="action-residuallanguageglyph1">
            <a:extLst xmlns:a="http://schemas.openxmlformats.org/drawingml/2006/main">
              <a:ext uri="{FF2B5EF4-FFF2-40B4-BE49-F238E27FC236}">
                <a16:creationId xmlns:a16="http://schemas.microsoft.com/office/drawing/2014/main" id="{C0DE5AD7-7F97-4096-A040-39DD6F999417}"/>
              </a:ext>
            </a:extLst>
          </p:cNvPr>
          <p:cNvSpPr>
            <a:spLocks xmlns:a="http://schemas.openxmlformats.org/drawingml/2006/main" noGrp="1"/>
          </p:cNvSpPr>
          <p:nvPr/>
        </p:nvSpPr>
        <p:spPr>
          <a:xfrm xmlns:a="http://schemas.openxmlformats.org/drawingml/2006/main" flipH="0" flipV="0">
            <a:off x="10210800" y="4008120"/>
            <a:ext cx="53340" cy="0"/>
          </a:xfrm>
          <a:prstGeom xmlns:a="http://schemas.openxmlformats.org/drawingml/2006/main" prst="line">
            <a:avLst/>
          </a:prstGeom>
          <a:noFill xmlns:a="http://schemas.openxmlformats.org/drawingml/2006/main"/>
          <a:ln xmlns:a="http://schemas.openxmlformats.org/drawingml/2006/main" w="5334">
            <a:solidFill>
              <a:srgbClr val="9AA1A1"/>
            </a:solidFill>
          </a:ln>
        </p:spPr>
      </p:sp>
      <p:sp>
        <p:nvSpPr>
          <p:cNvPr id="344" name="action-residuallanguage2">
            <a:extLst xmlns:a="http://schemas.openxmlformats.org/drawingml/2006/main">
              <a:ext uri="{FF2B5EF4-FFF2-40B4-BE49-F238E27FC236}">
                <a16:creationId xmlns:a16="http://schemas.microsoft.com/office/drawing/2014/main" id="{B2DD0F8A-6CE0-4C0B-83FD-682DC4B86DE4}"/>
              </a:ext>
            </a:extLst>
          </p:cNvPr>
          <p:cNvSpPr>
            <a:spLocks xmlns:a="http://schemas.openxmlformats.org/drawingml/2006/main" noGrp="1"/>
          </p:cNvSpPr>
          <p:nvPr/>
        </p:nvSpPr>
        <p:spPr>
          <a:xfrm xmlns:a="http://schemas.openxmlformats.org/drawingml/2006/main">
            <a:off x="10317480" y="3970020"/>
            <a:ext cx="99060" cy="76200"/>
          </a:xfrm>
          <a:prstGeom xmlns:a="http://schemas.openxmlformats.org/drawingml/2006/main" prst="roundRect">
            <a:avLst>
              <a:gd name="adj" fmla="val 20000"/>
            </a:avLst>
          </a:prstGeom>
          <a:solidFill xmlns:a="http://schemas.openxmlformats.org/drawingml/2006/main">
            <a:srgbClr val="F7F4EA"/>
          </a:solidFill>
          <a:ln xmlns:a="http://schemas.openxmlformats.org/drawingml/2006/main" w="5334">
            <a:solidFill>
              <a:srgbClr val="9DABAE"/>
            </a:solidFill>
          </a:ln>
        </p:spPr>
      </p:sp>
      <p:sp>
        <p:nvSpPr>
          <p:cNvPr id="345" name="action-residuallanguageglyph2">
            <a:extLst xmlns:a="http://schemas.openxmlformats.org/drawingml/2006/main">
              <a:ext uri="{FF2B5EF4-FFF2-40B4-BE49-F238E27FC236}">
                <a16:creationId xmlns:a16="http://schemas.microsoft.com/office/drawing/2014/main" id="{1AE51CFD-824D-477E-BFBD-7F64843FCDD5}"/>
              </a:ext>
            </a:extLst>
          </p:cNvPr>
          <p:cNvSpPr>
            <a:spLocks xmlns:a="http://schemas.openxmlformats.org/drawingml/2006/main" noGrp="1"/>
          </p:cNvSpPr>
          <p:nvPr/>
        </p:nvSpPr>
        <p:spPr>
          <a:xfrm xmlns:a="http://schemas.openxmlformats.org/drawingml/2006/main" flipH="0" flipV="0">
            <a:off x="10340340" y="4008120"/>
            <a:ext cx="53340" cy="0"/>
          </a:xfrm>
          <a:prstGeom xmlns:a="http://schemas.openxmlformats.org/drawingml/2006/main" prst="line">
            <a:avLst/>
          </a:prstGeom>
          <a:noFill xmlns:a="http://schemas.openxmlformats.org/drawingml/2006/main"/>
          <a:ln xmlns:a="http://schemas.openxmlformats.org/drawingml/2006/main" w="5334">
            <a:solidFill>
              <a:srgbClr val="9AA1A1"/>
            </a:solidFill>
          </a:ln>
        </p:spPr>
      </p:sp>
      <p:sp>
        <p:nvSpPr>
          <p:cNvPr id="346" name="action-residuallanguage3">
            <a:extLst xmlns:a="http://schemas.openxmlformats.org/drawingml/2006/main">
              <a:ext uri="{FF2B5EF4-FFF2-40B4-BE49-F238E27FC236}">
                <a16:creationId xmlns:a16="http://schemas.microsoft.com/office/drawing/2014/main" id="{EAD78BC9-B530-4B9C-A25C-0F2BFB2764E0}"/>
              </a:ext>
            </a:extLst>
          </p:cNvPr>
          <p:cNvSpPr>
            <a:spLocks xmlns:a="http://schemas.openxmlformats.org/drawingml/2006/main" noGrp="1"/>
          </p:cNvSpPr>
          <p:nvPr/>
        </p:nvSpPr>
        <p:spPr>
          <a:xfrm xmlns:a="http://schemas.openxmlformats.org/drawingml/2006/main">
            <a:off x="10447020" y="3970020"/>
            <a:ext cx="99060" cy="76200"/>
          </a:xfrm>
          <a:prstGeom xmlns:a="http://schemas.openxmlformats.org/drawingml/2006/main" prst="roundRect">
            <a:avLst>
              <a:gd name="adj" fmla="val 20000"/>
            </a:avLst>
          </a:prstGeom>
          <a:solidFill xmlns:a="http://schemas.openxmlformats.org/drawingml/2006/main">
            <a:srgbClr val="F7F4EA"/>
          </a:solidFill>
          <a:ln xmlns:a="http://schemas.openxmlformats.org/drawingml/2006/main" w="5334">
            <a:solidFill>
              <a:srgbClr val="9DABAE"/>
            </a:solidFill>
          </a:ln>
        </p:spPr>
      </p:sp>
      <p:sp>
        <p:nvSpPr>
          <p:cNvPr id="347" name="action-residuallanguageglyph3">
            <a:extLst xmlns:a="http://schemas.openxmlformats.org/drawingml/2006/main">
              <a:ext uri="{FF2B5EF4-FFF2-40B4-BE49-F238E27FC236}">
                <a16:creationId xmlns:a16="http://schemas.microsoft.com/office/drawing/2014/main" id="{A465BDA0-1915-4D6C-89F7-03136BEEA6D5}"/>
              </a:ext>
            </a:extLst>
          </p:cNvPr>
          <p:cNvSpPr>
            <a:spLocks xmlns:a="http://schemas.openxmlformats.org/drawingml/2006/main" noGrp="1"/>
          </p:cNvSpPr>
          <p:nvPr/>
        </p:nvSpPr>
        <p:spPr>
          <a:xfrm xmlns:a="http://schemas.openxmlformats.org/drawingml/2006/main" flipH="0" flipV="0">
            <a:off x="10469880" y="4008120"/>
            <a:ext cx="53340" cy="0"/>
          </a:xfrm>
          <a:prstGeom xmlns:a="http://schemas.openxmlformats.org/drawingml/2006/main" prst="line">
            <a:avLst/>
          </a:prstGeom>
          <a:noFill xmlns:a="http://schemas.openxmlformats.org/drawingml/2006/main"/>
          <a:ln xmlns:a="http://schemas.openxmlformats.org/drawingml/2006/main" w="5334">
            <a:solidFill>
              <a:srgbClr val="9AA1A1"/>
            </a:solidFill>
          </a:ln>
        </p:spPr>
      </p:sp>
      <p:pic>
        <p:nvPicPr>
          <p:cNvPr id="823" name=""/>
          <p:cNvPicPr>
            <a:picLocks xmlns:a="http://schemas.openxmlformats.org/drawingml/2006/main" noChangeAspect="1"/>
          </p:cNvPicPr>
          <p:nvPr/>
        </p:nvPicPr>
        <p:blipFill>
          <a:blip xmlns:r="http://schemas.openxmlformats.org/officeDocument/2006/relationships" xmlns:a="http://schemas.openxmlformats.org/drawingml/2006/main" r:embed="R25300afe7d9f4036">
            <a:extLst>
              <a:ext uri="{96DAC541-7B7A-43D3-8B79-37D633B846F1}">
                <asvg:svgBlip xmlns:asvg="http://schemas.microsoft.com/office/drawing/2016/SVG/main" r:embed="R7a750f5446494896"/>
              </a:ext>
            </a:extLst>
          </a:blip>
          <a:stretch xmlns:a="http://schemas.openxmlformats.org/drawingml/2006/main"/>
        </p:blipFill>
        <p:spPr>
          <a:xfrm xmlns:a="http://schemas.openxmlformats.org/drawingml/2006/main">
            <a:off x="10639402" y="3962210"/>
            <a:ext cx="57196" cy="99441"/>
          </a:xfrm>
          <a:prstGeom xmlns:a="http://schemas.openxmlformats.org/drawingml/2006/main" prst="rect">
            <a:avLst/>
          </a:prstGeom>
        </p:spPr>
      </p:pic>
      <p:sp>
        <p:nvSpPr>
          <p:cNvPr id="349" name="action-residual-text">
            <a:extLst xmlns:a="http://schemas.openxmlformats.org/drawingml/2006/main">
              <a:ext uri="{FF2B5EF4-FFF2-40B4-BE49-F238E27FC236}">
                <a16:creationId xmlns:a16="http://schemas.microsoft.com/office/drawing/2014/main" id="{C6568A6C-B178-489D-9BFE-FB1642E093B4}"/>
              </a:ext>
            </a:extLst>
          </p:cNvPr>
          <p:cNvSpPr>
            <a:spLocks xmlns:a="http://schemas.openxmlformats.org/drawingml/2006/main" noGrp="1"/>
          </p:cNvSpPr>
          <p:nvPr/>
        </p:nvSpPr>
        <p:spPr>
          <a:xfrm xmlns:a="http://schemas.openxmlformats.org/drawingml/2006/main">
            <a:off x="9944100" y="4107180"/>
            <a:ext cx="838200" cy="655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i="0">
                <a:solidFill>
                  <a:srgbClr val="202B33"/>
                </a:solidFill>
                <a:latin typeface="Toppan Bunkyu Mincho"/>
                <a:ea typeface="Toppan Bunkyu Mincho"/>
                <a:cs typeface="Toppan Bunkyu Mincho"/>
              </a:defRPr>
            </a:pPr>
            <a:r>
              <a:rPr sz="1200" i="0">
                <a:solidFill>
                  <a:srgbClr val="202B33"/>
                </a:solidFill>
                <a:latin typeface="Toppan Bunkyu Mincho"/>
                <a:ea typeface="Toppan Bunkyu Mincho"/>
                <a:cs typeface="Toppan Bunkyu Mincho"/>
              </a:rPr>
              <a:t>Residual</a:t>
            </a:r>
          </a:p>
          <a:p xmlns:a="http://schemas.openxmlformats.org/drawingml/2006/main">
            <a:pPr algn="ctr">
              <a:defRPr sz="1200" i="0">
                <a:solidFill>
                  <a:srgbClr val="202B33"/>
                </a:solidFill>
                <a:latin typeface="Toppan Bunkyu Mincho"/>
                <a:ea typeface="Toppan Bunkyu Mincho"/>
                <a:cs typeface="Toppan Bunkyu Mincho"/>
              </a:defRPr>
            </a:pPr>
            <a:r>
              <a:rPr sz="1200" i="0">
                <a:solidFill>
                  <a:srgbClr val="202B33"/>
                </a:solidFill>
                <a:latin typeface="Toppan Bunkyu Mincho"/>
                <a:ea typeface="Toppan Bunkyu Mincho"/>
                <a:cs typeface="Toppan Bunkyu Mincho"/>
              </a:rPr>
              <a:t>Text Attn</a:t>
            </a:r>
          </a:p>
          <a:p xmlns:a="http://schemas.openxmlformats.org/drawingml/2006/main">
            <a:pPr algn="ctr">
              <a:defRPr sz="1200" i="0">
                <a:solidFill>
                  <a:srgbClr val="202B33"/>
                </a:solidFill>
                <a:latin typeface="Toppan Bunkyu Mincho"/>
                <a:ea typeface="Toppan Bunkyu Mincho"/>
                <a:cs typeface="Toppan Bunkyu Mincho"/>
              </a:defRPr>
            </a:pPr>
            <a:r>
              <a:rPr sz="1200" i="0">
                <a:solidFill>
                  <a:srgbClr val="202B33"/>
                </a:solidFill>
                <a:latin typeface="Toppan Bunkyu Mincho"/>
                <a:ea typeface="Toppan Bunkyu Mincho"/>
                <a:cs typeface="Toppan Bunkyu Mincho"/>
              </a:rPr>
              <a:t>FFN</a:t>
            </a:r>
          </a:p>
        </p:txBody>
      </p:sp>
      <p:sp>
        <p:nvSpPr>
          <p:cNvPr id="350" name="Local block arrow 15">
            <a:extLst xmlns:a="http://schemas.openxmlformats.org/drawingml/2006/main">
              <a:ext uri="{FF2B5EF4-FFF2-40B4-BE49-F238E27FC236}">
                <a16:creationId xmlns:a16="http://schemas.microsoft.com/office/drawing/2014/main" id="{7FF13F78-D64B-4B94-BA9E-D60B690F7C02}"/>
              </a:ext>
            </a:extLst>
          </p:cNvPr>
          <p:cNvSpPr>
            <a:spLocks xmlns:a="http://schemas.openxmlformats.org/drawingml/2006/main" noGrp="1"/>
          </p:cNvSpPr>
          <p:nvPr/>
        </p:nvSpPr>
        <p:spPr>
          <a:xfrm xmlns:a="http://schemas.openxmlformats.org/drawingml/2006/main">
            <a:off x="9654540" y="3070860"/>
            <a:ext cx="236220" cy="106680"/>
          </a:xfrm>
          <a:prstGeom xmlns:a="http://schemas.openxmlformats.org/drawingml/2006/main" prst="right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sp>
        <p:nvSpPr>
          <p:cNvPr id="351" name="Local block arrow 16">
            <a:extLst xmlns:a="http://schemas.openxmlformats.org/drawingml/2006/main">
              <a:ext uri="{FF2B5EF4-FFF2-40B4-BE49-F238E27FC236}">
                <a16:creationId xmlns:a16="http://schemas.microsoft.com/office/drawing/2014/main" id="{D98A4A8E-E212-475B-BDF3-BAC05BB42B50}"/>
              </a:ext>
            </a:extLst>
          </p:cNvPr>
          <p:cNvSpPr>
            <a:spLocks xmlns:a="http://schemas.openxmlformats.org/drawingml/2006/main" noGrp="1"/>
          </p:cNvSpPr>
          <p:nvPr/>
        </p:nvSpPr>
        <p:spPr>
          <a:xfrm xmlns:a="http://schemas.openxmlformats.org/drawingml/2006/main">
            <a:off x="9654540" y="4290060"/>
            <a:ext cx="236220" cy="106680"/>
          </a:xfrm>
          <a:prstGeom xmlns:a="http://schemas.openxmlformats.org/drawingml/2006/main" prst="right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sp>
        <p:nvSpPr>
          <p:cNvPr id="352" name="Overall straight block arrow video-output">
            <a:extLst xmlns:a="http://schemas.openxmlformats.org/drawingml/2006/main">
              <a:ext uri="{FF2B5EF4-FFF2-40B4-BE49-F238E27FC236}">
                <a16:creationId xmlns:a16="http://schemas.microsoft.com/office/drawing/2014/main" id="{EFB05E54-75E9-4808-98CA-13301EA67453}"/>
              </a:ext>
            </a:extLst>
          </p:cNvPr>
          <p:cNvSpPr>
            <a:spLocks xmlns:a="http://schemas.openxmlformats.org/drawingml/2006/main" noGrp="1"/>
          </p:cNvSpPr>
          <p:nvPr/>
        </p:nvSpPr>
        <p:spPr>
          <a:xfrm xmlns:a="http://schemas.openxmlformats.org/drawingml/2006/main">
            <a:off x="10896600" y="3025140"/>
            <a:ext cx="419100" cy="198120"/>
          </a:xfrm>
          <a:prstGeom xmlns:a="http://schemas.openxmlformats.org/drawingml/2006/main" prst="rightArrow">
            <a:avLst>
              <a:gd name="adj1" fmla="val 40000"/>
              <a:gd name="adj2" fmla="val 42000"/>
            </a:avLst>
          </a:prstGeom>
          <a:solidFill xmlns:a="http://schemas.openxmlformats.org/drawingml/2006/main">
            <a:srgbClr val="862B36"/>
          </a:solidFill>
          <a:ln xmlns:a="http://schemas.openxmlformats.org/drawingml/2006/main" w="4953">
            <a:solidFill>
              <a:srgbClr val="6D2530"/>
            </a:solidFill>
          </a:ln>
        </p:spPr>
      </p:sp>
      <p:sp>
        <p:nvSpPr>
          <p:cNvPr id="353" name="Overall straight block arrow action-output">
            <a:extLst xmlns:a="http://schemas.openxmlformats.org/drawingml/2006/main">
              <a:ext uri="{FF2B5EF4-FFF2-40B4-BE49-F238E27FC236}">
                <a16:creationId xmlns:a16="http://schemas.microsoft.com/office/drawing/2014/main" id="{695C1456-7C35-4C6B-93A3-A43C538959CF}"/>
              </a:ext>
            </a:extLst>
          </p:cNvPr>
          <p:cNvSpPr>
            <a:spLocks xmlns:a="http://schemas.openxmlformats.org/drawingml/2006/main" noGrp="1"/>
          </p:cNvSpPr>
          <p:nvPr/>
        </p:nvSpPr>
        <p:spPr>
          <a:xfrm xmlns:a="http://schemas.openxmlformats.org/drawingml/2006/main">
            <a:off x="10896600" y="4244340"/>
            <a:ext cx="419100" cy="198120"/>
          </a:xfrm>
          <a:prstGeom xmlns:a="http://schemas.openxmlformats.org/drawingml/2006/main" prst="rightArrow">
            <a:avLst>
              <a:gd name="adj1" fmla="val 40000"/>
              <a:gd name="adj2" fmla="val 42000"/>
            </a:avLst>
          </a:prstGeom>
          <a:solidFill xmlns:a="http://schemas.openxmlformats.org/drawingml/2006/main">
            <a:srgbClr val="862B36"/>
          </a:solidFill>
          <a:ln xmlns:a="http://schemas.openxmlformats.org/drawingml/2006/main" w="4953">
            <a:solidFill>
              <a:srgbClr val="6D2530"/>
            </a:solidFill>
          </a:ln>
        </p:spPr>
      </p:sp>
      <p:sp>
        <p:nvSpPr>
          <p:cNvPr id="354" name="gradient-mechanism">
            <a:extLst xmlns:a="http://schemas.openxmlformats.org/drawingml/2006/main">
              <a:ext uri="{FF2B5EF4-FFF2-40B4-BE49-F238E27FC236}">
                <a16:creationId xmlns:a16="http://schemas.microsoft.com/office/drawing/2014/main" id="{D176A448-DDA0-48FD-B114-6A9D2D38ED72}"/>
              </a:ext>
            </a:extLst>
          </p:cNvPr>
          <p:cNvSpPr>
            <a:spLocks xmlns:a="http://schemas.openxmlformats.org/drawingml/2006/main" noGrp="1"/>
          </p:cNvSpPr>
          <p:nvPr/>
        </p:nvSpPr>
        <p:spPr>
          <a:xfrm xmlns:a="http://schemas.openxmlformats.org/drawingml/2006/main">
            <a:off x="4130040" y="4922520"/>
            <a:ext cx="26289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80" i="0">
                <a:solidFill>
                  <a:srgbClr val="202B33"/>
                </a:solidFill>
                <a:latin typeface="Toppan Bunkyu Mincho"/>
                <a:ea typeface="Toppan Bunkyu Mincho"/>
                <a:cs typeface="Toppan Bunkyu Mincho"/>
              </a:defRPr>
            </a:pPr>
            <a:r>
              <a:rPr sz="1380" i="0">
                <a:solidFill>
                  <a:srgbClr val="202B33"/>
                </a:solidFill>
                <a:latin typeface="Toppan Bunkyu Mincho"/>
                <a:ea typeface="Toppan Bunkyu Mincho"/>
                <a:cs typeface="Toppan Bunkyu Mincho"/>
              </a:rPr>
              <a:t>Reciprocal gradients</a:t>
            </a:r>
          </a:p>
        </p:txBody>
      </p:sp>
      <p:sp>
        <p:nvSpPr>
          <p:cNvPr id="355" name="gradient-band">
            <a:extLst xmlns:a="http://schemas.openxmlformats.org/drawingml/2006/main">
              <a:ext uri="{FF2B5EF4-FFF2-40B4-BE49-F238E27FC236}">
                <a16:creationId xmlns:a16="http://schemas.microsoft.com/office/drawing/2014/main" id="{E1E11569-308A-4269-9B65-941FF1D1166F}"/>
              </a:ext>
            </a:extLst>
          </p:cNvPr>
          <p:cNvSpPr>
            <a:spLocks xmlns:a="http://schemas.openxmlformats.org/drawingml/2006/main" noGrp="1"/>
          </p:cNvSpPr>
          <p:nvPr/>
        </p:nvSpPr>
        <p:spPr>
          <a:xfrm xmlns:a="http://schemas.openxmlformats.org/drawingml/2006/main">
            <a:off x="4091940" y="5196840"/>
            <a:ext cx="6705600" cy="594360"/>
          </a:xfrm>
          <a:prstGeom xmlns:a="http://schemas.openxmlformats.org/drawingml/2006/main" prst="roundRect">
            <a:avLst>
              <a:gd name="adj" fmla="val 5128"/>
            </a:avLst>
          </a:prstGeom>
          <a:solidFill xmlns:a="http://schemas.openxmlformats.org/drawingml/2006/main">
            <a:srgbClr val="E6EDF0"/>
          </a:solidFill>
          <a:ln xmlns:a="http://schemas.openxmlformats.org/drawingml/2006/main" w="0">
            <a:noFill/>
          </a:ln>
        </p:spPr>
      </p:sp>
      <p:pic>
        <p:nvPicPr>
          <p:cNvPr id="831" name=""/>
          <p:cNvPicPr>
            <a:picLocks xmlns:a="http://schemas.openxmlformats.org/drawingml/2006/main" noChangeAspect="1"/>
          </p:cNvPicPr>
          <p:nvPr/>
        </p:nvPicPr>
        <p:blipFill>
          <a:blip xmlns:r="http://schemas.openxmlformats.org/officeDocument/2006/relationships" xmlns:a="http://schemas.openxmlformats.org/drawingml/2006/main" r:embed="Re8857fa6471d4302">
            <a:extLst>
              <a:ext uri="{96DAC541-7B7A-43D3-8B79-37D633B846F1}">
                <asvg:svgBlip xmlns:asvg="http://schemas.microsoft.com/office/drawing/2016/SVG/main" r:embed="R70e3fa308afe4f20"/>
              </a:ext>
            </a:extLst>
          </a:blip>
          <a:stretch xmlns:a="http://schemas.openxmlformats.org/drawingml/2006/main"/>
        </p:blipFill>
        <p:spPr>
          <a:xfrm xmlns:a="http://schemas.openxmlformats.org/drawingml/2006/main">
            <a:off x="4567844" y="5264816"/>
            <a:ext cx="457892" cy="184087"/>
          </a:xfrm>
          <a:prstGeom xmlns:a="http://schemas.openxmlformats.org/drawingml/2006/main" prst="rect">
            <a:avLst/>
          </a:prstGeom>
        </p:spPr>
      </p:pic>
      <p:sp>
        <p:nvSpPr>
          <p:cNvPr id="357" name="Local block arrow 17">
            <a:extLst xmlns:a="http://schemas.openxmlformats.org/drawingml/2006/main">
              <a:ext uri="{FF2B5EF4-FFF2-40B4-BE49-F238E27FC236}">
                <a16:creationId xmlns:a16="http://schemas.microsoft.com/office/drawing/2014/main" id="{16491A0E-5253-4452-A5CD-A0DA0C566853}"/>
              </a:ext>
            </a:extLst>
          </p:cNvPr>
          <p:cNvSpPr>
            <a:spLocks xmlns:a="http://schemas.openxmlformats.org/drawingml/2006/main" noGrp="1"/>
          </p:cNvSpPr>
          <p:nvPr/>
        </p:nvSpPr>
        <p:spPr>
          <a:xfrm xmlns:a="http://schemas.openxmlformats.org/drawingml/2006/main">
            <a:off x="5448300" y="5303520"/>
            <a:ext cx="388620" cy="106680"/>
          </a:xfrm>
          <a:prstGeom xmlns:a="http://schemas.openxmlformats.org/drawingml/2006/main" prst="right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pic>
        <p:nvPicPr>
          <p:cNvPr id="833" name=""/>
          <p:cNvPicPr>
            <a:picLocks xmlns:a="http://schemas.openxmlformats.org/drawingml/2006/main" noChangeAspect="1"/>
          </p:cNvPicPr>
          <p:nvPr/>
        </p:nvPicPr>
        <p:blipFill>
          <a:blip xmlns:r="http://schemas.openxmlformats.org/officeDocument/2006/relationships" xmlns:a="http://schemas.openxmlformats.org/drawingml/2006/main" r:embed="Re33d22199f7d4062">
            <a:extLst>
              <a:ext uri="{96DAC541-7B7A-43D3-8B79-37D633B846F1}">
                <asvg:svgBlip xmlns:asvg="http://schemas.microsoft.com/office/drawing/2016/SVG/main" r:embed="R64f1c8da9a5c4c43"/>
              </a:ext>
            </a:extLst>
          </a:blip>
          <a:stretch xmlns:a="http://schemas.openxmlformats.org/drawingml/2006/main"/>
        </p:blipFill>
        <p:spPr>
          <a:xfrm xmlns:a="http://schemas.openxmlformats.org/drawingml/2006/main">
            <a:off x="6297069" y="5266643"/>
            <a:ext cx="687521" cy="180434"/>
          </a:xfrm>
          <a:prstGeom xmlns:a="http://schemas.openxmlformats.org/drawingml/2006/main" prst="rect">
            <a:avLst/>
          </a:prstGeom>
        </p:spPr>
      </p:pic>
      <p:sp>
        <p:nvSpPr>
          <p:cNvPr id="359" name="Local block arrow 18">
            <a:extLst xmlns:a="http://schemas.openxmlformats.org/drawingml/2006/main">
              <a:ext uri="{FF2B5EF4-FFF2-40B4-BE49-F238E27FC236}">
                <a16:creationId xmlns:a16="http://schemas.microsoft.com/office/drawing/2014/main" id="{0349AE7F-A2B6-4943-B9DA-DDD66885DA33}"/>
              </a:ext>
            </a:extLst>
          </p:cNvPr>
          <p:cNvSpPr>
            <a:spLocks xmlns:a="http://schemas.openxmlformats.org/drawingml/2006/main" noGrp="1"/>
          </p:cNvSpPr>
          <p:nvPr/>
        </p:nvSpPr>
        <p:spPr>
          <a:xfrm xmlns:a="http://schemas.openxmlformats.org/drawingml/2006/main">
            <a:off x="7414260" y="5303520"/>
            <a:ext cx="365760" cy="106680"/>
          </a:xfrm>
          <a:prstGeom xmlns:a="http://schemas.openxmlformats.org/drawingml/2006/main" prst="right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sp>
        <p:nvSpPr>
          <p:cNvPr id="360" name="updated-parameters-w">
            <a:extLst xmlns:a="http://schemas.openxmlformats.org/drawingml/2006/main">
              <a:ext uri="{FF2B5EF4-FFF2-40B4-BE49-F238E27FC236}">
                <a16:creationId xmlns:a16="http://schemas.microsoft.com/office/drawing/2014/main" id="{41960BD6-18A9-45FD-8D55-FDC341A6F3EF}"/>
              </a:ext>
            </a:extLst>
          </p:cNvPr>
          <p:cNvSpPr>
            <a:spLocks xmlns:a="http://schemas.openxmlformats.org/drawingml/2006/main" noGrp="1"/>
          </p:cNvSpPr>
          <p:nvPr/>
        </p:nvSpPr>
        <p:spPr>
          <a:xfrm xmlns:a="http://schemas.openxmlformats.org/drawingml/2006/main">
            <a:off x="7863840" y="5257800"/>
            <a:ext cx="16383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i="0">
                <a:solidFill>
                  <a:srgbClr val="4E718D"/>
                </a:solidFill>
                <a:latin typeface="Toppan Bunkyu Mincho"/>
                <a:ea typeface="Toppan Bunkyu Mincho"/>
                <a:cs typeface="Toppan Bunkyu Mincho"/>
              </a:defRPr>
            </a:pPr>
            <a:r>
              <a:rPr sz="1200" i="0">
                <a:solidFill>
                  <a:srgbClr val="4E718D"/>
                </a:solidFill>
                <a:latin typeface="Toppan Bunkyu Mincho"/>
                <a:ea typeface="Toppan Bunkyu Mincho"/>
                <a:cs typeface="Toppan Bunkyu Mincho"/>
              </a:rPr>
              <a:t>Video weights</a:t>
            </a:r>
          </a:p>
        </p:txBody>
      </p:sp>
      <p:pic>
        <p:nvPicPr>
          <p:cNvPr id="836" name=""/>
          <p:cNvPicPr>
            <a:picLocks xmlns:a="http://schemas.openxmlformats.org/drawingml/2006/main" noChangeAspect="1"/>
          </p:cNvPicPr>
          <p:nvPr/>
        </p:nvPicPr>
        <p:blipFill>
          <a:blip xmlns:r="http://schemas.openxmlformats.org/officeDocument/2006/relationships" xmlns:a="http://schemas.openxmlformats.org/drawingml/2006/main" r:embed="R232df701bba44fb2">
            <a:extLst>
              <a:ext uri="{96DAC541-7B7A-43D3-8B79-37D633B846F1}">
                <asvg:svgBlip xmlns:asvg="http://schemas.microsoft.com/office/drawing/2016/SVG/main" r:embed="Rc793dc3dd0ff4bfd"/>
              </a:ext>
            </a:extLst>
          </a:blip>
          <a:stretch xmlns:a="http://schemas.openxmlformats.org/drawingml/2006/main"/>
        </p:blipFill>
        <p:spPr>
          <a:xfrm xmlns:a="http://schemas.openxmlformats.org/drawingml/2006/main">
            <a:off x="9663351" y="5268104"/>
            <a:ext cx="218599" cy="177512"/>
          </a:xfrm>
          <a:prstGeom xmlns:a="http://schemas.openxmlformats.org/drawingml/2006/main" prst="rect">
            <a:avLst/>
          </a:prstGeom>
        </p:spPr>
      </p:pic>
      <p:sp>
        <p:nvSpPr>
          <p:cNvPr id="362" name="parameter-stack-w2">
            <a:extLst xmlns:a="http://schemas.openxmlformats.org/drawingml/2006/main">
              <a:ext uri="{FF2B5EF4-FFF2-40B4-BE49-F238E27FC236}">
                <a16:creationId xmlns:a16="http://schemas.microsoft.com/office/drawing/2014/main" id="{A7C72F80-B45D-4F08-9C39-0973CD1E51F3}"/>
              </a:ext>
            </a:extLst>
          </p:cNvPr>
          <p:cNvSpPr>
            <a:spLocks xmlns:a="http://schemas.openxmlformats.org/drawingml/2006/main" noGrp="1"/>
          </p:cNvSpPr>
          <p:nvPr/>
        </p:nvSpPr>
        <p:spPr>
          <a:xfrm xmlns:a="http://schemas.openxmlformats.org/drawingml/2006/main">
            <a:off x="10256520" y="5234940"/>
            <a:ext cx="373380" cy="129540"/>
          </a:xfrm>
          <a:prstGeom xmlns:a="http://schemas.openxmlformats.org/drawingml/2006/main" prst="roundRect">
            <a:avLst>
              <a:gd name="adj" fmla="val 5882"/>
            </a:avLst>
          </a:prstGeom>
          <a:solidFill xmlns:a="http://schemas.openxmlformats.org/drawingml/2006/main">
            <a:srgbClr val="E0E8ED"/>
          </a:solidFill>
          <a:ln xmlns:a="http://schemas.openxmlformats.org/drawingml/2006/main" w="6096">
            <a:solidFill>
              <a:srgbClr val="8EA4B3"/>
            </a:solidFill>
          </a:ln>
        </p:spPr>
      </p:sp>
      <p:sp>
        <p:nvSpPr>
          <p:cNvPr id="363" name="parameter-stack-w1">
            <a:extLst xmlns:a="http://schemas.openxmlformats.org/drawingml/2006/main">
              <a:ext uri="{FF2B5EF4-FFF2-40B4-BE49-F238E27FC236}">
                <a16:creationId xmlns:a16="http://schemas.microsoft.com/office/drawing/2014/main" id="{2D8199B8-CFA1-4DBD-917A-8210B767F295}"/>
              </a:ext>
            </a:extLst>
          </p:cNvPr>
          <p:cNvSpPr>
            <a:spLocks xmlns:a="http://schemas.openxmlformats.org/drawingml/2006/main" noGrp="1"/>
          </p:cNvSpPr>
          <p:nvPr/>
        </p:nvSpPr>
        <p:spPr>
          <a:xfrm xmlns:a="http://schemas.openxmlformats.org/drawingml/2006/main">
            <a:off x="10218420" y="5265420"/>
            <a:ext cx="373380" cy="129540"/>
          </a:xfrm>
          <a:prstGeom xmlns:a="http://schemas.openxmlformats.org/drawingml/2006/main" prst="roundRect">
            <a:avLst>
              <a:gd name="adj" fmla="val 5882"/>
            </a:avLst>
          </a:prstGeom>
          <a:solidFill xmlns:a="http://schemas.openxmlformats.org/drawingml/2006/main">
            <a:srgbClr val="E0E8ED"/>
          </a:solidFill>
          <a:ln xmlns:a="http://schemas.openxmlformats.org/drawingml/2006/main" w="6096">
            <a:solidFill>
              <a:srgbClr val="8EA4B3"/>
            </a:solidFill>
          </a:ln>
        </p:spPr>
      </p:sp>
      <p:sp>
        <p:nvSpPr>
          <p:cNvPr id="364" name="parameter-stack-w0">
            <a:extLst xmlns:a="http://schemas.openxmlformats.org/drawingml/2006/main">
              <a:ext uri="{FF2B5EF4-FFF2-40B4-BE49-F238E27FC236}">
                <a16:creationId xmlns:a16="http://schemas.microsoft.com/office/drawing/2014/main" id="{A483B84A-FFB1-4596-AB93-38E1E9D5D924}"/>
              </a:ext>
            </a:extLst>
          </p:cNvPr>
          <p:cNvSpPr>
            <a:spLocks xmlns:a="http://schemas.openxmlformats.org/drawingml/2006/main" noGrp="1"/>
          </p:cNvSpPr>
          <p:nvPr/>
        </p:nvSpPr>
        <p:spPr>
          <a:xfrm xmlns:a="http://schemas.openxmlformats.org/drawingml/2006/main">
            <a:off x="10180320" y="5295900"/>
            <a:ext cx="373380" cy="129540"/>
          </a:xfrm>
          <a:prstGeom xmlns:a="http://schemas.openxmlformats.org/drawingml/2006/main" prst="roundRect">
            <a:avLst>
              <a:gd name="adj" fmla="val 5882"/>
            </a:avLst>
          </a:prstGeom>
          <a:solidFill xmlns:a="http://schemas.openxmlformats.org/drawingml/2006/main">
            <a:srgbClr val="A8BFD2"/>
          </a:solidFill>
          <a:ln xmlns:a="http://schemas.openxmlformats.org/drawingml/2006/main" w="6096">
            <a:solidFill>
              <a:srgbClr val="8EA4B3"/>
            </a:solidFill>
          </a:ln>
        </p:spPr>
      </p:sp>
      <p:pic>
        <p:nvPicPr>
          <p:cNvPr id="840" name=""/>
          <p:cNvPicPr>
            <a:picLocks xmlns:a="http://schemas.openxmlformats.org/drawingml/2006/main" noChangeAspect="1"/>
          </p:cNvPicPr>
          <p:nvPr/>
        </p:nvPicPr>
        <p:blipFill>
          <a:blip xmlns:r="http://schemas.openxmlformats.org/officeDocument/2006/relationships" xmlns:a="http://schemas.openxmlformats.org/drawingml/2006/main" r:embed="R638ae4ff9f164809">
            <a:extLst>
              <a:ext uri="{96DAC541-7B7A-43D3-8B79-37D633B846F1}">
                <asvg:svgBlip xmlns:asvg="http://schemas.microsoft.com/office/drawing/2016/SVG/main" r:embed="Rc87e664029a2469d"/>
              </a:ext>
            </a:extLst>
          </a:blip>
          <a:stretch xmlns:a="http://schemas.openxmlformats.org/drawingml/2006/main"/>
        </p:blipFill>
        <p:spPr>
          <a:xfrm xmlns:a="http://schemas.openxmlformats.org/drawingml/2006/main">
            <a:off x="4534347" y="5546756"/>
            <a:ext cx="524887" cy="184087"/>
          </a:xfrm>
          <a:prstGeom xmlns:a="http://schemas.openxmlformats.org/drawingml/2006/main" prst="rect">
            <a:avLst/>
          </a:prstGeom>
        </p:spPr>
      </p:pic>
      <p:sp>
        <p:nvSpPr>
          <p:cNvPr id="366" name="Local block arrow 19">
            <a:extLst xmlns:a="http://schemas.openxmlformats.org/drawingml/2006/main">
              <a:ext uri="{FF2B5EF4-FFF2-40B4-BE49-F238E27FC236}">
                <a16:creationId xmlns:a16="http://schemas.microsoft.com/office/drawing/2014/main" id="{840408E5-2E0C-423B-93B9-8EDAA5E34758}"/>
              </a:ext>
            </a:extLst>
          </p:cNvPr>
          <p:cNvSpPr>
            <a:spLocks xmlns:a="http://schemas.openxmlformats.org/drawingml/2006/main" noGrp="1"/>
          </p:cNvSpPr>
          <p:nvPr/>
        </p:nvSpPr>
        <p:spPr>
          <a:xfrm xmlns:a="http://schemas.openxmlformats.org/drawingml/2006/main">
            <a:off x="5448300" y="5585460"/>
            <a:ext cx="388620" cy="106680"/>
          </a:xfrm>
          <a:prstGeom xmlns:a="http://schemas.openxmlformats.org/drawingml/2006/main" prst="right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pic>
        <p:nvPicPr>
          <p:cNvPr id="842" name=""/>
          <p:cNvPicPr>
            <a:picLocks xmlns:a="http://schemas.openxmlformats.org/drawingml/2006/main" noChangeAspect="1"/>
          </p:cNvPicPr>
          <p:nvPr/>
        </p:nvPicPr>
        <p:blipFill>
          <a:blip xmlns:r="http://schemas.openxmlformats.org/officeDocument/2006/relationships" xmlns:a="http://schemas.openxmlformats.org/drawingml/2006/main" r:embed="R14bd1fae3f114845">
            <a:extLst>
              <a:ext uri="{96DAC541-7B7A-43D3-8B79-37D633B846F1}">
                <asvg:svgBlip xmlns:asvg="http://schemas.microsoft.com/office/drawing/2016/SVG/main" r:embed="R370cfaa7fe7646b4"/>
              </a:ext>
            </a:extLst>
          </a:blip>
          <a:stretch xmlns:a="http://schemas.openxmlformats.org/drawingml/2006/main"/>
        </p:blipFill>
        <p:spPr>
          <a:xfrm xmlns:a="http://schemas.openxmlformats.org/drawingml/2006/main">
            <a:off x="6329360" y="5548583"/>
            <a:ext cx="622940" cy="180434"/>
          </a:xfrm>
          <a:prstGeom xmlns:a="http://schemas.openxmlformats.org/drawingml/2006/main" prst="rect">
            <a:avLst/>
          </a:prstGeom>
        </p:spPr>
      </p:pic>
      <p:sp>
        <p:nvSpPr>
          <p:cNvPr id="368" name="Local block arrow 20">
            <a:extLst xmlns:a="http://schemas.openxmlformats.org/drawingml/2006/main">
              <a:ext uri="{FF2B5EF4-FFF2-40B4-BE49-F238E27FC236}">
                <a16:creationId xmlns:a16="http://schemas.microsoft.com/office/drawing/2014/main" id="{7FD79F40-952E-46DB-9A06-052629FB5C03}"/>
              </a:ext>
            </a:extLst>
          </p:cNvPr>
          <p:cNvSpPr>
            <a:spLocks xmlns:a="http://schemas.openxmlformats.org/drawingml/2006/main" noGrp="1"/>
          </p:cNvSpPr>
          <p:nvPr/>
        </p:nvSpPr>
        <p:spPr>
          <a:xfrm xmlns:a="http://schemas.openxmlformats.org/drawingml/2006/main">
            <a:off x="7414260" y="5585460"/>
            <a:ext cx="365760" cy="106680"/>
          </a:xfrm>
          <a:prstGeom xmlns:a="http://schemas.openxmlformats.org/drawingml/2006/main" prst="right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sp>
        <p:nvSpPr>
          <p:cNvPr id="369" name="updated-parameters-a">
            <a:extLst xmlns:a="http://schemas.openxmlformats.org/drawingml/2006/main">
              <a:ext uri="{FF2B5EF4-FFF2-40B4-BE49-F238E27FC236}">
                <a16:creationId xmlns:a16="http://schemas.microsoft.com/office/drawing/2014/main" id="{3CD5B956-9435-4096-B587-C509315F3E8D}"/>
              </a:ext>
            </a:extLst>
          </p:cNvPr>
          <p:cNvSpPr>
            <a:spLocks xmlns:a="http://schemas.openxmlformats.org/drawingml/2006/main" noGrp="1"/>
          </p:cNvSpPr>
          <p:nvPr/>
        </p:nvSpPr>
        <p:spPr>
          <a:xfrm xmlns:a="http://schemas.openxmlformats.org/drawingml/2006/main">
            <a:off x="7863840" y="5539740"/>
            <a:ext cx="16383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i="0">
                <a:solidFill>
                  <a:srgbClr val="668B80"/>
                </a:solidFill>
                <a:latin typeface="Toppan Bunkyu Mincho"/>
                <a:ea typeface="Toppan Bunkyu Mincho"/>
                <a:cs typeface="Toppan Bunkyu Mincho"/>
              </a:defRPr>
            </a:pPr>
            <a:r>
              <a:rPr sz="1200" i="0">
                <a:solidFill>
                  <a:srgbClr val="668B80"/>
                </a:solidFill>
                <a:latin typeface="Toppan Bunkyu Mincho"/>
                <a:ea typeface="Toppan Bunkyu Mincho"/>
                <a:cs typeface="Toppan Bunkyu Mincho"/>
              </a:rPr>
              <a:t>Action weights</a:t>
            </a:r>
          </a:p>
        </p:txBody>
      </p:sp>
      <p:pic>
        <p:nvPicPr>
          <p:cNvPr id="845" name=""/>
          <p:cNvPicPr>
            <a:picLocks xmlns:a="http://schemas.openxmlformats.org/drawingml/2006/main" noChangeAspect="1"/>
          </p:cNvPicPr>
          <p:nvPr/>
        </p:nvPicPr>
        <p:blipFill>
          <a:blip xmlns:r="http://schemas.openxmlformats.org/officeDocument/2006/relationships" xmlns:a="http://schemas.openxmlformats.org/drawingml/2006/main" r:embed="R89e177917e364466">
            <a:extLst>
              <a:ext uri="{96DAC541-7B7A-43D3-8B79-37D633B846F1}">
                <asvg:svgBlip xmlns:asvg="http://schemas.microsoft.com/office/drawing/2016/SVG/main" r:embed="Re65f668c7a1d426b"/>
              </a:ext>
            </a:extLst>
          </a:blip>
          <a:stretch xmlns:a="http://schemas.openxmlformats.org/drawingml/2006/main"/>
        </p:blipFill>
        <p:spPr>
          <a:xfrm xmlns:a="http://schemas.openxmlformats.org/drawingml/2006/main">
            <a:off x="9679491" y="5550044"/>
            <a:ext cx="186318" cy="177512"/>
          </a:xfrm>
          <a:prstGeom xmlns:a="http://schemas.openxmlformats.org/drawingml/2006/main" prst="rect">
            <a:avLst/>
          </a:prstGeom>
        </p:spPr>
      </p:pic>
      <p:sp>
        <p:nvSpPr>
          <p:cNvPr id="371" name="parameter-stack-a2">
            <a:extLst xmlns:a="http://schemas.openxmlformats.org/drawingml/2006/main">
              <a:ext uri="{FF2B5EF4-FFF2-40B4-BE49-F238E27FC236}">
                <a16:creationId xmlns:a16="http://schemas.microsoft.com/office/drawing/2014/main" id="{441CA66F-1CD9-442C-8782-47512361F515}"/>
              </a:ext>
            </a:extLst>
          </p:cNvPr>
          <p:cNvSpPr>
            <a:spLocks xmlns:a="http://schemas.openxmlformats.org/drawingml/2006/main" noGrp="1"/>
          </p:cNvSpPr>
          <p:nvPr/>
        </p:nvSpPr>
        <p:spPr>
          <a:xfrm xmlns:a="http://schemas.openxmlformats.org/drawingml/2006/main">
            <a:off x="10256520" y="5516880"/>
            <a:ext cx="373380" cy="129540"/>
          </a:xfrm>
          <a:prstGeom xmlns:a="http://schemas.openxmlformats.org/drawingml/2006/main" prst="roundRect">
            <a:avLst>
              <a:gd name="adj" fmla="val 5882"/>
            </a:avLst>
          </a:prstGeom>
          <a:solidFill xmlns:a="http://schemas.openxmlformats.org/drawingml/2006/main">
            <a:srgbClr val="E0E8ED"/>
          </a:solidFill>
          <a:ln xmlns:a="http://schemas.openxmlformats.org/drawingml/2006/main" w="6096">
            <a:solidFill>
              <a:srgbClr val="8EA4B3"/>
            </a:solidFill>
          </a:ln>
        </p:spPr>
      </p:sp>
      <p:sp>
        <p:nvSpPr>
          <p:cNvPr id="372" name="parameter-stack-a1">
            <a:extLst xmlns:a="http://schemas.openxmlformats.org/drawingml/2006/main">
              <a:ext uri="{FF2B5EF4-FFF2-40B4-BE49-F238E27FC236}">
                <a16:creationId xmlns:a16="http://schemas.microsoft.com/office/drawing/2014/main" id="{C84C751E-B657-407A-983C-F460CFE55391}"/>
              </a:ext>
            </a:extLst>
          </p:cNvPr>
          <p:cNvSpPr>
            <a:spLocks xmlns:a="http://schemas.openxmlformats.org/drawingml/2006/main" noGrp="1"/>
          </p:cNvSpPr>
          <p:nvPr/>
        </p:nvSpPr>
        <p:spPr>
          <a:xfrm xmlns:a="http://schemas.openxmlformats.org/drawingml/2006/main">
            <a:off x="10218420" y="5547360"/>
            <a:ext cx="373380" cy="129540"/>
          </a:xfrm>
          <a:prstGeom xmlns:a="http://schemas.openxmlformats.org/drawingml/2006/main" prst="roundRect">
            <a:avLst>
              <a:gd name="adj" fmla="val 5882"/>
            </a:avLst>
          </a:prstGeom>
          <a:solidFill xmlns:a="http://schemas.openxmlformats.org/drawingml/2006/main">
            <a:srgbClr val="E0E8ED"/>
          </a:solidFill>
          <a:ln xmlns:a="http://schemas.openxmlformats.org/drawingml/2006/main" w="6096">
            <a:solidFill>
              <a:srgbClr val="8EA4B3"/>
            </a:solidFill>
          </a:ln>
        </p:spPr>
      </p:sp>
      <p:sp>
        <p:nvSpPr>
          <p:cNvPr id="373" name="parameter-stack-a0">
            <a:extLst xmlns:a="http://schemas.openxmlformats.org/drawingml/2006/main">
              <a:ext uri="{FF2B5EF4-FFF2-40B4-BE49-F238E27FC236}">
                <a16:creationId xmlns:a16="http://schemas.microsoft.com/office/drawing/2014/main" id="{A4BF5ABB-BED8-4A0C-A845-2DE10A963BF1}"/>
              </a:ext>
            </a:extLst>
          </p:cNvPr>
          <p:cNvSpPr>
            <a:spLocks xmlns:a="http://schemas.openxmlformats.org/drawingml/2006/main" noGrp="1"/>
          </p:cNvSpPr>
          <p:nvPr/>
        </p:nvSpPr>
        <p:spPr>
          <a:xfrm xmlns:a="http://schemas.openxmlformats.org/drawingml/2006/main">
            <a:off x="10180320" y="5577840"/>
            <a:ext cx="373380" cy="129540"/>
          </a:xfrm>
          <a:prstGeom xmlns:a="http://schemas.openxmlformats.org/drawingml/2006/main" prst="roundRect">
            <a:avLst>
              <a:gd name="adj" fmla="val 5882"/>
            </a:avLst>
          </a:prstGeom>
          <a:solidFill xmlns:a="http://schemas.openxmlformats.org/drawingml/2006/main">
            <a:srgbClr val="A9C2B6"/>
          </a:solidFill>
          <a:ln xmlns:a="http://schemas.openxmlformats.org/drawingml/2006/main" w="6096">
            <a:solidFill>
              <a:srgbClr val="8EA4B3"/>
            </a:solidFill>
          </a:ln>
        </p:spPr>
      </p:sp>
      <p:sp>
        <p:nvSpPr>
          <p:cNvPr id="374" name="readout-title">
            <a:extLst xmlns:a="http://schemas.openxmlformats.org/drawingml/2006/main">
              <a:ext uri="{FF2B5EF4-FFF2-40B4-BE49-F238E27FC236}">
                <a16:creationId xmlns:a16="http://schemas.microsoft.com/office/drawing/2014/main" id="{95E3F216-B472-4781-87EA-5193581B66B5}"/>
              </a:ext>
            </a:extLst>
          </p:cNvPr>
          <p:cNvSpPr>
            <a:spLocks xmlns:a="http://schemas.openxmlformats.org/drawingml/2006/main" noGrp="1"/>
          </p:cNvSpPr>
          <p:nvPr/>
        </p:nvSpPr>
        <p:spPr>
          <a:xfrm xmlns:a="http://schemas.openxmlformats.org/drawingml/2006/main">
            <a:off x="11353800" y="1310640"/>
            <a:ext cx="435864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80" i="0">
                <a:solidFill>
                  <a:srgbClr val="202B33"/>
                </a:solidFill>
                <a:latin typeface="Toppan Bunkyu Mincho"/>
                <a:ea typeface="Toppan Bunkyu Mincho"/>
                <a:cs typeface="Toppan Bunkyu Mincho"/>
              </a:defRPr>
            </a:pPr>
            <a:r>
              <a:rPr sz="1680" i="0">
                <a:solidFill>
                  <a:srgbClr val="202B33"/>
                </a:solidFill>
                <a:latin typeface="Toppan Bunkyu Mincho"/>
                <a:ea typeface="Toppan Bunkyu Mincho"/>
                <a:cs typeface="Toppan Bunkyu Mincho"/>
              </a:rPr>
              <a:t>Velocity matching and joint sampling</a:t>
            </a:r>
          </a:p>
        </p:txBody>
      </p:sp>
      <p:pic>
        <p:nvPicPr>
          <p:cNvPr id="850" name=""/>
          <p:cNvPicPr>
            <a:picLocks xmlns:a="http://schemas.openxmlformats.org/drawingml/2006/main" noChangeAspect="1"/>
          </p:cNvPicPr>
          <p:nvPr/>
        </p:nvPicPr>
        <p:blipFill>
          <a:blip xmlns:r="http://schemas.openxmlformats.org/officeDocument/2006/relationships" xmlns:a="http://schemas.openxmlformats.org/drawingml/2006/main" r:embed="R8ecfbeb6e77c4e44">
            <a:extLst>
              <a:ext uri="{96DAC541-7B7A-43D3-8B79-37D633B846F1}">
                <asvg:svgBlip xmlns:asvg="http://schemas.microsoft.com/office/drawing/2016/SVG/main" r:embed="R18b1c49866dc46f9"/>
              </a:ext>
            </a:extLst>
          </a:blip>
          <a:stretch xmlns:a="http://schemas.openxmlformats.org/drawingml/2006/main"/>
        </p:blipFill>
        <p:spPr>
          <a:xfrm xmlns:a="http://schemas.openxmlformats.org/drawingml/2006/main">
            <a:off x="11536280" y="1658222"/>
            <a:ext cx="4031780" cy="264955"/>
          </a:xfrm>
          <a:prstGeom xmlns:a="http://schemas.openxmlformats.org/drawingml/2006/main" prst="rect">
            <a:avLst/>
          </a:prstGeom>
        </p:spPr>
      </p:pic>
      <p:sp>
        <p:nvSpPr>
          <p:cNvPr id="376" name="loss-weighting">
            <a:extLst xmlns:a="http://schemas.openxmlformats.org/drawingml/2006/main">
              <a:ext uri="{FF2B5EF4-FFF2-40B4-BE49-F238E27FC236}">
                <a16:creationId xmlns:a16="http://schemas.microsoft.com/office/drawing/2014/main" id="{8C28E770-74D8-4DAA-A8D4-9CFE7C87ACD8}"/>
              </a:ext>
            </a:extLst>
          </p:cNvPr>
          <p:cNvSpPr>
            <a:spLocks xmlns:a="http://schemas.openxmlformats.org/drawingml/2006/main" noGrp="1"/>
          </p:cNvSpPr>
          <p:nvPr/>
        </p:nvSpPr>
        <p:spPr>
          <a:xfrm xmlns:a="http://schemas.openxmlformats.org/drawingml/2006/main">
            <a:off x="11338560" y="1973580"/>
            <a:ext cx="23622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80" i="0">
                <a:solidFill>
                  <a:srgbClr val="657580"/>
                </a:solidFill>
                <a:latin typeface="Toppan Bunkyu Mincho"/>
                <a:ea typeface="Toppan Bunkyu Mincho"/>
                <a:cs typeface="Toppan Bunkyu Mincho"/>
              </a:defRPr>
            </a:pPr>
            <a:r>
              <a:rPr sz="1080" i="0">
                <a:solidFill>
                  <a:srgbClr val="657580"/>
                </a:solidFill>
                <a:latin typeface="Toppan Bunkyu Mincho"/>
                <a:ea typeface="Toppan Bunkyu Mincho"/>
                <a:cs typeface="Toppan Bunkyu Mincho"/>
              </a:rPr>
              <a:t>Filled cells: supervised targets</a:t>
            </a:r>
          </a:p>
        </p:txBody>
      </p:sp>
      <p:sp>
        <p:nvSpPr>
          <p:cNvPr id="377" name="world-velocity-top">
            <a:extLst xmlns:a="http://schemas.openxmlformats.org/drawingml/2006/main">
              <a:ext uri="{FF2B5EF4-FFF2-40B4-BE49-F238E27FC236}">
                <a16:creationId xmlns:a16="http://schemas.microsoft.com/office/drawing/2014/main" id="{5171BEFC-8687-4B55-BEFB-610DAF71540A}"/>
              </a:ext>
            </a:extLst>
          </p:cNvPr>
          <p:cNvSpPr>
            <a:spLocks xmlns:a="http://schemas.openxmlformats.org/drawingml/2006/main" noGrp="1"/>
          </p:cNvSpPr>
          <p:nvPr/>
        </p:nvSpPr>
        <p:spPr>
          <a:xfrm xmlns:a="http://schemas.openxmlformats.org/drawingml/2006/main">
            <a:off x="11338560" y="2857500"/>
            <a:ext cx="861060" cy="53340"/>
          </a:xfrm>
          <a:custGeom xmlns:a="http://schemas.openxmlformats.org/drawingml/2006/main">
            <a:pathLst>
              <a:path w="1076325" h="66675">
                <a:moveTo>
                  <a:pt x="0" y="66675"/>
                </a:moveTo>
                <a:lnTo>
                  <a:pt x="66675" y="0"/>
                </a:lnTo>
                <a:lnTo>
                  <a:pt x="1076325" y="0"/>
                </a:lnTo>
                <a:lnTo>
                  <a:pt x="1009650" y="66675"/>
                </a:lnTo>
                <a:close/>
              </a:path>
            </a:pathLst>
          </a:custGeom>
          <a:solidFill xmlns:a="http://schemas.openxmlformats.org/drawingml/2006/main">
            <a:srgbClr val="F9FAFD"/>
          </a:solidFill>
          <a:ln xmlns:a="http://schemas.openxmlformats.org/drawingml/2006/main" w="11430">
            <a:solidFill>
              <a:srgbClr val="63788A"/>
            </a:solidFill>
          </a:ln>
        </p:spPr>
      </p:sp>
      <p:sp>
        <p:nvSpPr>
          <p:cNvPr id="378" name="world-velocity-side">
            <a:extLst xmlns:a="http://schemas.openxmlformats.org/drawingml/2006/main">
              <a:ext uri="{FF2B5EF4-FFF2-40B4-BE49-F238E27FC236}">
                <a16:creationId xmlns:a16="http://schemas.microsoft.com/office/drawing/2014/main" id="{9D1BF356-7861-495C-89AC-13055300716A}"/>
              </a:ext>
            </a:extLst>
          </p:cNvPr>
          <p:cNvSpPr>
            <a:spLocks xmlns:a="http://schemas.openxmlformats.org/drawingml/2006/main" noGrp="1"/>
          </p:cNvSpPr>
          <p:nvPr/>
        </p:nvSpPr>
        <p:spPr>
          <a:xfrm xmlns:a="http://schemas.openxmlformats.org/drawingml/2006/main">
            <a:off x="12146280" y="2857500"/>
            <a:ext cx="53340" cy="480060"/>
          </a:xfrm>
          <a:custGeom xmlns:a="http://schemas.openxmlformats.org/drawingml/2006/main">
            <a:pathLst>
              <a:path w="66675" h="600075">
                <a:moveTo>
                  <a:pt x="0" y="66675"/>
                </a:moveTo>
                <a:lnTo>
                  <a:pt x="66675" y="0"/>
                </a:lnTo>
                <a:lnTo>
                  <a:pt x="66675" y="533400"/>
                </a:lnTo>
                <a:lnTo>
                  <a:pt x="0" y="600075"/>
                </a:lnTo>
                <a:close/>
              </a:path>
            </a:pathLst>
          </a:custGeom>
          <a:solidFill xmlns:a="http://schemas.openxmlformats.org/drawingml/2006/main">
            <a:srgbClr val="BECED8"/>
          </a:solidFill>
          <a:ln xmlns:a="http://schemas.openxmlformats.org/drawingml/2006/main" w="11430">
            <a:solidFill>
              <a:srgbClr val="63788A"/>
            </a:solidFill>
          </a:ln>
        </p:spPr>
      </p:sp>
      <p:sp>
        <p:nvSpPr>
          <p:cNvPr id="379" name="world-velocity-front">
            <a:extLst xmlns:a="http://schemas.openxmlformats.org/drawingml/2006/main">
              <a:ext uri="{FF2B5EF4-FFF2-40B4-BE49-F238E27FC236}">
                <a16:creationId xmlns:a16="http://schemas.microsoft.com/office/drawing/2014/main" id="{D48F5CF3-BBE0-4AF2-95BA-CD333A6CA8E9}"/>
              </a:ext>
            </a:extLst>
          </p:cNvPr>
          <p:cNvSpPr>
            <a:spLocks xmlns:a="http://schemas.openxmlformats.org/drawingml/2006/main" noGrp="1"/>
          </p:cNvSpPr>
          <p:nvPr/>
        </p:nvSpPr>
        <p:spPr>
          <a:xfrm xmlns:a="http://schemas.openxmlformats.org/drawingml/2006/main">
            <a:off x="11338560" y="2910840"/>
            <a:ext cx="807720" cy="426720"/>
          </a:xfrm>
          <a:prstGeom xmlns:a="http://schemas.openxmlformats.org/drawingml/2006/main" prst="rect">
            <a:avLst/>
          </a:prstGeom>
          <a:solidFill xmlns:a="http://schemas.openxmlformats.org/drawingml/2006/main">
            <a:srgbClr val="EEF3F6"/>
          </a:solidFill>
          <a:ln xmlns:a="http://schemas.openxmlformats.org/drawingml/2006/main" w="8382">
            <a:solidFill>
              <a:srgbClr val="63788A"/>
            </a:solidFill>
          </a:ln>
        </p:spPr>
        <p:style>
          <a:lnRef xmlns:a="http://schemas.openxmlformats.org/drawingml/2006/main" idx="0"/>
          <a:fillRef xmlns:a="http://schemas.openxmlformats.org/drawingml/2006/main" idx="0"/>
          <a:effectRef xmlns:a="http://schemas.openxmlformats.org/drawingml/2006/main" idx="11"/>
          <a:fontRef xmlns:a="http://schemas.openxmlformats.org/drawingml/2006/main" idx="major"/>
        </p:style>
      </p:sp>
      <p:pic>
        <p:nvPicPr>
          <p:cNvPr id="855" name=""/>
          <p:cNvPicPr>
            <a:picLocks xmlns:a="http://schemas.openxmlformats.org/drawingml/2006/main" noChangeAspect="1"/>
          </p:cNvPicPr>
          <p:nvPr/>
        </p:nvPicPr>
        <p:blipFill>
          <a:blip xmlns:r="http://schemas.openxmlformats.org/officeDocument/2006/relationships" xmlns:a="http://schemas.openxmlformats.org/drawingml/2006/main" r:embed="Re75a493aadea44ba">
            <a:extLst>
              <a:ext uri="{96DAC541-7B7A-43D3-8B79-37D633B846F1}">
                <asvg:svgBlip xmlns:asvg="http://schemas.microsoft.com/office/drawing/2016/SVG/main" r:embed="R6063db9881b7473e"/>
              </a:ext>
            </a:extLst>
          </a:blip>
          <a:stretch xmlns:a="http://schemas.openxmlformats.org/drawingml/2006/main"/>
        </p:blipFill>
        <p:spPr>
          <a:xfrm xmlns:a="http://schemas.openxmlformats.org/drawingml/2006/main">
            <a:off x="11619147" y="3017737"/>
            <a:ext cx="246545" cy="228166"/>
          </a:xfrm>
          <a:prstGeom xmlns:a="http://schemas.openxmlformats.org/drawingml/2006/main" prst="rect">
            <a:avLst/>
          </a:prstGeom>
        </p:spPr>
      </p:pic>
      <p:pic>
        <p:nvPicPr>
          <p:cNvPr id="856" name=""/>
          <p:cNvPicPr>
            <a:picLocks xmlns:a="http://schemas.openxmlformats.org/drawingml/2006/main" noChangeAspect="1"/>
          </p:cNvPicPr>
          <p:nvPr/>
        </p:nvPicPr>
        <p:blipFill>
          <a:blip xmlns:r="http://schemas.openxmlformats.org/officeDocument/2006/relationships" xmlns:a="http://schemas.openxmlformats.org/drawingml/2006/main" r:embed="Rddec2fc1499c4c42">
            <a:extLst>
              <a:ext uri="{96DAC541-7B7A-43D3-8B79-37D633B846F1}">
                <asvg:svgBlip xmlns:asvg="http://schemas.microsoft.com/office/drawing/2016/SVG/main" r:embed="R6ead83525eca421c"/>
              </a:ext>
            </a:extLst>
          </a:blip>
          <a:stretch xmlns:a="http://schemas.openxmlformats.org/drawingml/2006/main"/>
        </p:blipFill>
        <p:spPr>
          <a:xfrm xmlns:a="http://schemas.openxmlformats.org/drawingml/2006/main">
            <a:off x="12409785" y="2371745"/>
            <a:ext cx="1027470" cy="148550"/>
          </a:xfrm>
          <a:prstGeom xmlns:a="http://schemas.openxmlformats.org/drawingml/2006/main" prst="rect">
            <a:avLst/>
          </a:prstGeom>
        </p:spPr>
      </p:pic>
      <p:sp>
        <p:nvSpPr>
          <p:cNvPr id="382" name="valid-coordinate-w0">
            <a:extLst xmlns:a="http://schemas.openxmlformats.org/drawingml/2006/main">
              <a:ext uri="{FF2B5EF4-FFF2-40B4-BE49-F238E27FC236}">
                <a16:creationId xmlns:a16="http://schemas.microsoft.com/office/drawing/2014/main" id="{5EA3099C-A21C-4D55-99D5-F406AB272F33}"/>
              </a:ext>
            </a:extLst>
          </p:cNvPr>
          <p:cNvSpPr>
            <a:spLocks xmlns:a="http://schemas.openxmlformats.org/drawingml/2006/main" noGrp="1"/>
          </p:cNvSpPr>
          <p:nvPr/>
        </p:nvSpPr>
        <p:spPr>
          <a:xfrm xmlns:a="http://schemas.openxmlformats.org/drawingml/2006/main">
            <a:off x="12291060" y="2628900"/>
            <a:ext cx="129540" cy="106680"/>
          </a:xfrm>
          <a:prstGeom xmlns:a="http://schemas.openxmlformats.org/drawingml/2006/main" prst="roundRect">
            <a:avLst>
              <a:gd name="adj" fmla="val 7143"/>
            </a:avLst>
          </a:prstGeom>
          <a:solidFill xmlns:a="http://schemas.openxmlformats.org/drawingml/2006/main">
            <a:srgbClr val="4E718D"/>
          </a:solidFill>
          <a:ln xmlns:a="http://schemas.openxmlformats.org/drawingml/2006/main" w="5334">
            <a:solidFill>
              <a:srgbClr val="4E718D"/>
            </a:solidFill>
          </a:ln>
        </p:spPr>
      </p:sp>
      <p:sp>
        <p:nvSpPr>
          <p:cNvPr id="383" name="valid-coordinate-w1">
            <a:extLst xmlns:a="http://schemas.openxmlformats.org/drawingml/2006/main">
              <a:ext uri="{FF2B5EF4-FFF2-40B4-BE49-F238E27FC236}">
                <a16:creationId xmlns:a16="http://schemas.microsoft.com/office/drawing/2014/main" id="{C62AB075-BC0B-46A4-B46F-2024F0451393}"/>
              </a:ext>
            </a:extLst>
          </p:cNvPr>
          <p:cNvSpPr>
            <a:spLocks xmlns:a="http://schemas.openxmlformats.org/drawingml/2006/main" noGrp="1"/>
          </p:cNvSpPr>
          <p:nvPr/>
        </p:nvSpPr>
        <p:spPr>
          <a:xfrm xmlns:a="http://schemas.openxmlformats.org/drawingml/2006/main">
            <a:off x="12458700" y="2628900"/>
            <a:ext cx="129540" cy="106680"/>
          </a:xfrm>
          <a:prstGeom xmlns:a="http://schemas.openxmlformats.org/drawingml/2006/main" prst="roundRect">
            <a:avLst>
              <a:gd name="adj" fmla="val 7143"/>
            </a:avLst>
          </a:prstGeom>
          <a:solidFill xmlns:a="http://schemas.openxmlformats.org/drawingml/2006/main">
            <a:srgbClr val="4E718D"/>
          </a:solidFill>
          <a:ln xmlns:a="http://schemas.openxmlformats.org/drawingml/2006/main" w="5334">
            <a:solidFill>
              <a:srgbClr val="4E718D"/>
            </a:solidFill>
          </a:ln>
        </p:spPr>
      </p:sp>
      <p:sp>
        <p:nvSpPr>
          <p:cNvPr id="384" name="valid-coordinate-w2">
            <a:extLst xmlns:a="http://schemas.openxmlformats.org/drawingml/2006/main">
              <a:ext uri="{FF2B5EF4-FFF2-40B4-BE49-F238E27FC236}">
                <a16:creationId xmlns:a16="http://schemas.microsoft.com/office/drawing/2014/main" id="{030CF344-3EE3-4B7F-91ED-F8CCE2A3DF87}"/>
              </a:ext>
            </a:extLst>
          </p:cNvPr>
          <p:cNvSpPr>
            <a:spLocks xmlns:a="http://schemas.openxmlformats.org/drawingml/2006/main" noGrp="1"/>
          </p:cNvSpPr>
          <p:nvPr/>
        </p:nvSpPr>
        <p:spPr>
          <a:xfrm xmlns:a="http://schemas.openxmlformats.org/drawingml/2006/main">
            <a:off x="12626340" y="2628900"/>
            <a:ext cx="129540" cy="106680"/>
          </a:xfrm>
          <a:prstGeom xmlns:a="http://schemas.openxmlformats.org/drawingml/2006/main" prst="roundRect">
            <a:avLst>
              <a:gd name="adj" fmla="val 7143"/>
            </a:avLst>
          </a:prstGeom>
          <a:solidFill xmlns:a="http://schemas.openxmlformats.org/drawingml/2006/main">
            <a:srgbClr val="4E718D"/>
          </a:solidFill>
          <a:ln xmlns:a="http://schemas.openxmlformats.org/drawingml/2006/main" w="5334">
            <a:solidFill>
              <a:srgbClr val="4E718D"/>
            </a:solidFill>
          </a:ln>
        </p:spPr>
      </p:sp>
      <p:sp>
        <p:nvSpPr>
          <p:cNvPr id="385" name="valid-coordinate-w3">
            <a:extLst xmlns:a="http://schemas.openxmlformats.org/drawingml/2006/main">
              <a:ext uri="{FF2B5EF4-FFF2-40B4-BE49-F238E27FC236}">
                <a16:creationId xmlns:a16="http://schemas.microsoft.com/office/drawing/2014/main" id="{09EC1649-E571-4C67-B7B2-450CDC610992}"/>
              </a:ext>
            </a:extLst>
          </p:cNvPr>
          <p:cNvSpPr>
            <a:spLocks xmlns:a="http://schemas.openxmlformats.org/drawingml/2006/main" noGrp="1"/>
          </p:cNvSpPr>
          <p:nvPr/>
        </p:nvSpPr>
        <p:spPr>
          <a:xfrm xmlns:a="http://schemas.openxmlformats.org/drawingml/2006/main">
            <a:off x="12793980" y="2628900"/>
            <a:ext cx="129540" cy="106680"/>
          </a:xfrm>
          <a:prstGeom xmlns:a="http://schemas.openxmlformats.org/drawingml/2006/main" prst="roundRect">
            <a:avLst>
              <a:gd name="adj" fmla="val 7143"/>
            </a:avLst>
          </a:prstGeom>
          <a:solidFill xmlns:a="http://schemas.openxmlformats.org/drawingml/2006/main">
            <a:srgbClr val="F4F5F6"/>
          </a:solidFill>
          <a:ln xmlns:a="http://schemas.openxmlformats.org/drawingml/2006/main" w="5334">
            <a:solidFill>
              <a:srgbClr val="CBD1D5"/>
            </a:solidFill>
          </a:ln>
        </p:spPr>
      </p:sp>
      <p:sp>
        <p:nvSpPr>
          <p:cNvPr id="386" name="masked-coordinate-w">
            <a:extLst xmlns:a="http://schemas.openxmlformats.org/drawingml/2006/main">
              <a:ext uri="{FF2B5EF4-FFF2-40B4-BE49-F238E27FC236}">
                <a16:creationId xmlns:a16="http://schemas.microsoft.com/office/drawing/2014/main" id="{5AB9C181-91B8-461E-8390-32018778A9E8}"/>
              </a:ext>
            </a:extLst>
          </p:cNvPr>
          <p:cNvSpPr>
            <a:spLocks xmlns:a="http://schemas.openxmlformats.org/drawingml/2006/main" noGrp="1"/>
          </p:cNvSpPr>
          <p:nvPr/>
        </p:nvSpPr>
        <p:spPr>
          <a:xfrm xmlns:a="http://schemas.openxmlformats.org/drawingml/2006/main" flipH="0" flipV="1">
            <a:off x="12816840" y="2651760"/>
            <a:ext cx="76200" cy="53340"/>
          </a:xfrm>
          <a:prstGeom xmlns:a="http://schemas.openxmlformats.org/drawingml/2006/main" prst="line">
            <a:avLst/>
          </a:prstGeom>
          <a:noFill xmlns:a="http://schemas.openxmlformats.org/drawingml/2006/main"/>
          <a:ln xmlns:a="http://schemas.openxmlformats.org/drawingml/2006/main" w="6096">
            <a:solidFill>
              <a:srgbClr val="BEC6CC"/>
            </a:solidFill>
          </a:ln>
        </p:spPr>
      </p:sp>
      <p:sp>
        <p:nvSpPr>
          <p:cNvPr id="387" name="valid-coordinate-w4">
            <a:extLst xmlns:a="http://schemas.openxmlformats.org/drawingml/2006/main">
              <a:ext uri="{FF2B5EF4-FFF2-40B4-BE49-F238E27FC236}">
                <a16:creationId xmlns:a16="http://schemas.microsoft.com/office/drawing/2014/main" id="{163C346C-5F64-4629-81E3-BC19D9C1BBC5}"/>
              </a:ext>
            </a:extLst>
          </p:cNvPr>
          <p:cNvSpPr>
            <a:spLocks xmlns:a="http://schemas.openxmlformats.org/drawingml/2006/main" noGrp="1"/>
          </p:cNvSpPr>
          <p:nvPr/>
        </p:nvSpPr>
        <p:spPr>
          <a:xfrm xmlns:a="http://schemas.openxmlformats.org/drawingml/2006/main">
            <a:off x="12961620" y="2628900"/>
            <a:ext cx="129540" cy="106680"/>
          </a:xfrm>
          <a:prstGeom xmlns:a="http://schemas.openxmlformats.org/drawingml/2006/main" prst="roundRect">
            <a:avLst>
              <a:gd name="adj" fmla="val 7143"/>
            </a:avLst>
          </a:prstGeom>
          <a:solidFill xmlns:a="http://schemas.openxmlformats.org/drawingml/2006/main">
            <a:srgbClr val="4E718D"/>
          </a:solidFill>
          <a:ln xmlns:a="http://schemas.openxmlformats.org/drawingml/2006/main" w="5334">
            <a:solidFill>
              <a:srgbClr val="4E718D"/>
            </a:solidFill>
          </a:ln>
        </p:spPr>
      </p:sp>
      <p:pic>
        <p:nvPicPr>
          <p:cNvPr id="863" name=""/>
          <p:cNvPicPr>
            <a:picLocks xmlns:a="http://schemas.openxmlformats.org/drawingml/2006/main" noChangeAspect="1"/>
          </p:cNvPicPr>
          <p:nvPr/>
        </p:nvPicPr>
        <p:blipFill>
          <a:blip xmlns:r="http://schemas.openxmlformats.org/officeDocument/2006/relationships" xmlns:a="http://schemas.openxmlformats.org/drawingml/2006/main" r:embed="R9ae94358aaa74485">
            <a:extLst>
              <a:ext uri="{96DAC541-7B7A-43D3-8B79-37D633B846F1}">
                <asvg:svgBlip xmlns:asvg="http://schemas.microsoft.com/office/drawing/2016/SVG/main" r:embed="Rb18764aac2024a2a"/>
              </a:ext>
            </a:extLst>
          </a:blip>
          <a:stretch xmlns:a="http://schemas.openxmlformats.org/drawingml/2006/main"/>
        </p:blipFill>
        <p:spPr>
          <a:xfrm xmlns:a="http://schemas.openxmlformats.org/drawingml/2006/main">
            <a:off x="13306916" y="2604391"/>
            <a:ext cx="254287" cy="170938"/>
          </a:xfrm>
          <a:prstGeom xmlns:a="http://schemas.openxmlformats.org/drawingml/2006/main" prst="rect">
            <a:avLst/>
          </a:prstGeom>
        </p:spPr>
      </p:pic>
      <p:sp>
        <p:nvSpPr>
          <p:cNvPr id="389" name="Local block arrow 21">
            <a:extLst xmlns:a="http://schemas.openxmlformats.org/drawingml/2006/main">
              <a:ext uri="{FF2B5EF4-FFF2-40B4-BE49-F238E27FC236}">
                <a16:creationId xmlns:a16="http://schemas.microsoft.com/office/drawing/2014/main" id="{AD97990D-C8F6-430A-A86D-7BF078962CD6}"/>
              </a:ext>
            </a:extLst>
          </p:cNvPr>
          <p:cNvSpPr>
            <a:spLocks xmlns:a="http://schemas.openxmlformats.org/drawingml/2006/main" noGrp="1"/>
          </p:cNvSpPr>
          <p:nvPr/>
        </p:nvSpPr>
        <p:spPr>
          <a:xfrm xmlns:a="http://schemas.openxmlformats.org/drawingml/2006/main">
            <a:off x="12268200" y="2834640"/>
            <a:ext cx="106680" cy="213360"/>
          </a:xfrm>
          <a:prstGeom xmlns:a="http://schemas.openxmlformats.org/drawingml/2006/main" prst="up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sp>
        <p:nvSpPr>
          <p:cNvPr id="390" name="euler-w">
            <a:extLst xmlns:a="http://schemas.openxmlformats.org/drawingml/2006/main">
              <a:ext uri="{FF2B5EF4-FFF2-40B4-BE49-F238E27FC236}">
                <a16:creationId xmlns:a16="http://schemas.microsoft.com/office/drawing/2014/main" id="{F54E81D4-9DB9-4FE7-BC2E-955CA8065EC3}"/>
              </a:ext>
            </a:extLst>
          </p:cNvPr>
          <p:cNvSpPr>
            <a:spLocks xmlns:a="http://schemas.openxmlformats.org/drawingml/2006/main" noGrp="1"/>
          </p:cNvSpPr>
          <p:nvPr/>
        </p:nvSpPr>
        <p:spPr>
          <a:xfrm xmlns:a="http://schemas.openxmlformats.org/drawingml/2006/main">
            <a:off x="12496800" y="2941320"/>
            <a:ext cx="853440" cy="365760"/>
          </a:xfrm>
          <a:prstGeom xmlns:a="http://schemas.openxmlformats.org/drawingml/2006/main" prst="roundRect">
            <a:avLst>
              <a:gd name="adj" fmla="val 6250"/>
            </a:avLst>
          </a:prstGeom>
          <a:solidFill xmlns:a="http://schemas.openxmlformats.org/drawingml/2006/main">
            <a:srgbClr val="F4F6F7"/>
          </a:solidFill>
          <a:ln xmlns:a="http://schemas.openxmlformats.org/drawingml/2006/main" w="6858">
            <a:solidFill>
              <a:srgbClr val="A6B5BF"/>
            </a:solidFill>
          </a:ln>
        </p:spPr>
      </p:sp>
      <p:sp>
        <p:nvSpPr>
          <p:cNvPr id="391" name="euler-w-label">
            <a:extLst xmlns:a="http://schemas.openxmlformats.org/drawingml/2006/main">
              <a:ext uri="{FF2B5EF4-FFF2-40B4-BE49-F238E27FC236}">
                <a16:creationId xmlns:a16="http://schemas.microsoft.com/office/drawing/2014/main" id="{47EC444F-64FC-407D-AD6E-18DF5C54A504}"/>
              </a:ext>
            </a:extLst>
          </p:cNvPr>
          <p:cNvSpPr>
            <a:spLocks xmlns:a="http://schemas.openxmlformats.org/drawingml/2006/main" noGrp="1"/>
          </p:cNvSpPr>
          <p:nvPr/>
        </p:nvSpPr>
        <p:spPr>
          <a:xfrm xmlns:a="http://schemas.openxmlformats.org/drawingml/2006/main">
            <a:off x="12527280" y="2987040"/>
            <a:ext cx="79248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i="0">
                <a:solidFill>
                  <a:srgbClr val="657580"/>
                </a:solidFill>
                <a:latin typeface="Toppan Bunkyu Mincho"/>
                <a:ea typeface="Toppan Bunkyu Mincho"/>
                <a:cs typeface="Toppan Bunkyu Mincho"/>
              </a:defRPr>
            </a:pPr>
            <a:r>
              <a:rPr sz="1200" i="0">
                <a:solidFill>
                  <a:srgbClr val="657580"/>
                </a:solidFill>
                <a:latin typeface="Toppan Bunkyu Mincho"/>
                <a:ea typeface="Toppan Bunkyu Mincho"/>
                <a:cs typeface="Toppan Bunkyu Mincho"/>
              </a:rPr>
              <a:t>Euler step</a:t>
            </a:r>
          </a:p>
        </p:txBody>
      </p:sp>
      <p:sp>
        <p:nvSpPr>
          <p:cNvPr id="392" name="Local block arrow 22">
            <a:extLst xmlns:a="http://schemas.openxmlformats.org/drawingml/2006/main">
              <a:ext uri="{FF2B5EF4-FFF2-40B4-BE49-F238E27FC236}">
                <a16:creationId xmlns:a16="http://schemas.microsoft.com/office/drawing/2014/main" id="{584BDC6D-7E44-46DD-B892-CCC3DA4846BE}"/>
              </a:ext>
            </a:extLst>
          </p:cNvPr>
          <p:cNvSpPr>
            <a:spLocks xmlns:a="http://schemas.openxmlformats.org/drawingml/2006/main" noGrp="1"/>
          </p:cNvSpPr>
          <p:nvPr/>
        </p:nvSpPr>
        <p:spPr>
          <a:xfrm xmlns:a="http://schemas.openxmlformats.org/drawingml/2006/main">
            <a:off x="12207240" y="3070860"/>
            <a:ext cx="259080" cy="106680"/>
          </a:xfrm>
          <a:prstGeom xmlns:a="http://schemas.openxmlformats.org/drawingml/2006/main" prst="right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sp>
        <p:nvSpPr>
          <p:cNvPr id="393" name="Local block arrow 23">
            <a:extLst xmlns:a="http://schemas.openxmlformats.org/drawingml/2006/main">
              <a:ext uri="{FF2B5EF4-FFF2-40B4-BE49-F238E27FC236}">
                <a16:creationId xmlns:a16="http://schemas.microsoft.com/office/drawing/2014/main" id="{81BB7B9B-7367-4C96-B6F4-E2C16FA34D7C}"/>
              </a:ext>
            </a:extLst>
          </p:cNvPr>
          <p:cNvSpPr>
            <a:spLocks xmlns:a="http://schemas.openxmlformats.org/drawingml/2006/main" noGrp="1"/>
          </p:cNvSpPr>
          <p:nvPr/>
        </p:nvSpPr>
        <p:spPr>
          <a:xfrm xmlns:a="http://schemas.openxmlformats.org/drawingml/2006/main">
            <a:off x="13426440" y="3070860"/>
            <a:ext cx="358140" cy="106680"/>
          </a:xfrm>
          <a:prstGeom xmlns:a="http://schemas.openxmlformats.org/drawingml/2006/main" prst="right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sp>
        <p:nvSpPr>
          <p:cNvPr id="394" name="future-video-label">
            <a:extLst xmlns:a="http://schemas.openxmlformats.org/drawingml/2006/main">
              <a:ext uri="{FF2B5EF4-FFF2-40B4-BE49-F238E27FC236}">
                <a16:creationId xmlns:a16="http://schemas.microsoft.com/office/drawing/2014/main" id="{56532D92-BF9B-4BEC-ABDC-AB4A8180DDAC}"/>
              </a:ext>
            </a:extLst>
          </p:cNvPr>
          <p:cNvSpPr>
            <a:spLocks xmlns:a="http://schemas.openxmlformats.org/drawingml/2006/main" noGrp="1"/>
          </p:cNvSpPr>
          <p:nvPr/>
        </p:nvSpPr>
        <p:spPr>
          <a:xfrm xmlns:a="http://schemas.openxmlformats.org/drawingml/2006/main">
            <a:off x="13830300" y="2034540"/>
            <a:ext cx="18669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i="0">
                <a:solidFill>
                  <a:srgbClr val="202B33"/>
                </a:solidFill>
                <a:latin typeface="Toppan Bunkyu Mincho"/>
                <a:ea typeface="Toppan Bunkyu Mincho"/>
                <a:cs typeface="Toppan Bunkyu Mincho"/>
              </a:defRPr>
            </a:pPr>
            <a:r>
              <a:rPr sz="1500" i="0">
                <a:solidFill>
                  <a:srgbClr val="202B33"/>
                </a:solidFill>
                <a:latin typeface="Toppan Bunkyu Mincho"/>
                <a:ea typeface="Toppan Bunkyu Mincho"/>
                <a:cs typeface="Toppan Bunkyu Mincho"/>
              </a:rPr>
              <a:t>Future video</a:t>
            </a:r>
          </a:p>
        </p:txBody>
      </p:sp>
      <p:pic>
        <p:nvPicPr>
          <p:cNvPr id="870" name=""/>
          <p:cNvPicPr>
            <a:picLocks xmlns:a="http://schemas.openxmlformats.org/drawingml/2006/main" noChangeAspect="1"/>
          </p:cNvPicPr>
          <p:nvPr/>
        </p:nvPicPr>
        <p:blipFill>
          <a:blip xmlns:r="http://schemas.openxmlformats.org/officeDocument/2006/relationships" xmlns:a="http://schemas.openxmlformats.org/drawingml/2006/main" r:embed="R0a399c5f3745464d"/>
          <a:stretch xmlns:a="http://schemas.openxmlformats.org/drawingml/2006/main"/>
        </p:blipFill>
        <p:spPr>
          <a:xfrm xmlns:a="http://schemas.openxmlformats.org/drawingml/2006/main">
            <a:off x="13830300" y="2255533"/>
            <a:ext cx="1866900" cy="622300"/>
          </a:xfrm>
          <a:prstGeom xmlns:a="http://schemas.openxmlformats.org/drawingml/2006/main" prst="rect">
            <a:avLst/>
          </a:prstGeom>
        </p:spPr>
      </p:pic>
      <p:sp>
        <p:nvSpPr>
          <p:cNvPr id="396" name="future-video-frame">
            <a:extLst xmlns:a="http://schemas.openxmlformats.org/drawingml/2006/main">
              <a:ext uri="{FF2B5EF4-FFF2-40B4-BE49-F238E27FC236}">
                <a16:creationId xmlns:a16="http://schemas.microsoft.com/office/drawing/2014/main" id="{979BBE61-6A47-49E5-9767-FA7E1C2E921D}"/>
              </a:ext>
            </a:extLst>
          </p:cNvPr>
          <p:cNvSpPr>
            <a:spLocks xmlns:a="http://schemas.openxmlformats.org/drawingml/2006/main" noGrp="1"/>
          </p:cNvSpPr>
          <p:nvPr/>
        </p:nvSpPr>
        <p:spPr>
          <a:xfrm xmlns:a="http://schemas.openxmlformats.org/drawingml/2006/main">
            <a:off x="13830300" y="2255520"/>
            <a:ext cx="1866900" cy="622325"/>
          </a:xfrm>
          <a:prstGeom xmlns:a="http://schemas.openxmlformats.org/drawingml/2006/main" prst="rect">
            <a:avLst/>
          </a:prstGeom>
          <a:noFill xmlns:a="http://schemas.openxmlformats.org/drawingml/2006/main"/>
          <a:ln xmlns:a="http://schemas.openxmlformats.org/drawingml/2006/main" w="6096">
            <a:solidFill>
              <a:srgbClr val="788D9C"/>
            </a:solidFill>
          </a:ln>
        </p:spPr>
      </p:sp>
      <p:sp>
        <p:nvSpPr>
          <p:cNvPr id="397" name="Local block arrow 24">
            <a:extLst xmlns:a="http://schemas.openxmlformats.org/drawingml/2006/main">
              <a:ext uri="{FF2B5EF4-FFF2-40B4-BE49-F238E27FC236}">
                <a16:creationId xmlns:a16="http://schemas.microsoft.com/office/drawing/2014/main" id="{B6E73198-8E78-4C37-A7BE-6986BA73698A}"/>
              </a:ext>
            </a:extLst>
          </p:cNvPr>
          <p:cNvSpPr>
            <a:spLocks xmlns:a="http://schemas.openxmlformats.org/drawingml/2006/main" noGrp="1"/>
          </p:cNvSpPr>
          <p:nvPr/>
        </p:nvSpPr>
        <p:spPr>
          <a:xfrm xmlns:a="http://schemas.openxmlformats.org/drawingml/2006/main">
            <a:off x="14710410" y="2887980"/>
            <a:ext cx="106680" cy="45720"/>
          </a:xfrm>
          <a:prstGeom xmlns:a="http://schemas.openxmlformats.org/drawingml/2006/main" prst="up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sp>
        <p:nvSpPr>
          <p:cNvPr id="398" name="video-decoding">
            <a:extLst xmlns:a="http://schemas.openxmlformats.org/drawingml/2006/main">
              <a:ext uri="{FF2B5EF4-FFF2-40B4-BE49-F238E27FC236}">
                <a16:creationId xmlns:a16="http://schemas.microsoft.com/office/drawing/2014/main" id="{C7DA5305-8D5D-4220-8B14-2D2124A1E935}"/>
              </a:ext>
            </a:extLst>
          </p:cNvPr>
          <p:cNvSpPr>
            <a:spLocks xmlns:a="http://schemas.openxmlformats.org/drawingml/2006/main" noGrp="1"/>
          </p:cNvSpPr>
          <p:nvPr/>
        </p:nvSpPr>
        <p:spPr>
          <a:xfrm xmlns:a="http://schemas.openxmlformats.org/drawingml/2006/main">
            <a:off x="13830300" y="2941320"/>
            <a:ext cx="1866900" cy="365760"/>
          </a:xfrm>
          <a:prstGeom xmlns:a="http://schemas.openxmlformats.org/drawingml/2006/main" prst="roundRect">
            <a:avLst>
              <a:gd name="adj" fmla="val 8333"/>
            </a:avLst>
          </a:prstGeom>
          <a:solidFill xmlns:a="http://schemas.openxmlformats.org/drawingml/2006/main">
            <a:srgbClr val="DDE4E8"/>
          </a:solidFill>
          <a:ln xmlns:a="http://schemas.openxmlformats.org/drawingml/2006/main" w="8382">
            <a:solidFill>
              <a:srgbClr val="788D9C"/>
            </a:solidFill>
          </a:ln>
        </p:spPr>
      </p:sp>
      <p:sp>
        <p:nvSpPr>
          <p:cNvPr id="399" name="video-decoding-title">
            <a:extLst xmlns:a="http://schemas.openxmlformats.org/drawingml/2006/main">
              <a:ext uri="{FF2B5EF4-FFF2-40B4-BE49-F238E27FC236}">
                <a16:creationId xmlns:a16="http://schemas.microsoft.com/office/drawing/2014/main" id="{E79711C6-073A-4233-A213-8F382FEE655F}"/>
              </a:ext>
            </a:extLst>
          </p:cNvPr>
          <p:cNvSpPr>
            <a:spLocks xmlns:a="http://schemas.openxmlformats.org/drawingml/2006/main" noGrp="1"/>
          </p:cNvSpPr>
          <p:nvPr/>
        </p:nvSpPr>
        <p:spPr>
          <a:xfrm xmlns:a="http://schemas.openxmlformats.org/drawingml/2006/main">
            <a:off x="13856970" y="2994660"/>
            <a:ext cx="181356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40" i="0">
                <a:solidFill>
                  <a:srgbClr val="202B33"/>
                </a:solidFill>
                <a:latin typeface="Toppan Bunkyu Mincho"/>
                <a:ea typeface="Toppan Bunkyu Mincho"/>
                <a:cs typeface="Toppan Bunkyu Mincho"/>
              </a:defRPr>
            </a:pPr>
            <a:r>
              <a:rPr sz="1440" i="0">
                <a:solidFill>
                  <a:srgbClr val="202B33"/>
                </a:solidFill>
                <a:latin typeface="Toppan Bunkyu Mincho"/>
                <a:ea typeface="Toppan Bunkyu Mincho"/>
                <a:cs typeface="Toppan Bunkyu Mincho"/>
              </a:rPr>
              <a:t>VAE Decoder</a:t>
            </a:r>
          </a:p>
        </p:txBody>
      </p:sp>
      <p:sp>
        <p:nvSpPr>
          <p:cNvPr id="400" name="decoder-frozen">
            <a:extLst xmlns:a="http://schemas.openxmlformats.org/drawingml/2006/main">
              <a:ext uri="{FF2B5EF4-FFF2-40B4-BE49-F238E27FC236}">
                <a16:creationId xmlns:a16="http://schemas.microsoft.com/office/drawing/2014/main" id="{52059764-579F-47FB-ADEA-A248FC09FE4A}"/>
              </a:ext>
            </a:extLst>
          </p:cNvPr>
          <p:cNvSpPr>
            <a:spLocks xmlns:a="http://schemas.openxmlformats.org/drawingml/2006/main" noGrp="1"/>
          </p:cNvSpPr>
          <p:nvPr/>
        </p:nvSpPr>
        <p:spPr>
          <a:xfrm xmlns:a="http://schemas.openxmlformats.org/drawingml/2006/main">
            <a:off x="13830300" y="3352800"/>
            <a:ext cx="18669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80" i="0">
                <a:solidFill>
                  <a:srgbClr val="657580"/>
                </a:solidFill>
                <a:latin typeface="Toppan Bunkyu Mincho"/>
                <a:ea typeface="Toppan Bunkyu Mincho"/>
                <a:cs typeface="Toppan Bunkyu Mincho"/>
              </a:defRPr>
            </a:pPr>
            <a:r>
              <a:rPr sz="1080" i="0">
                <a:solidFill>
                  <a:srgbClr val="657580"/>
                </a:solidFill>
                <a:latin typeface="Toppan Bunkyu Mincho"/>
                <a:ea typeface="Toppan Bunkyu Mincho"/>
                <a:cs typeface="Toppan Bunkyu Mincho"/>
              </a:rPr>
              <a:t>Frozen</a:t>
            </a:r>
          </a:p>
        </p:txBody>
      </p:sp>
      <p:pic>
        <p:nvPicPr>
          <p:cNvPr id="876" name=""/>
          <p:cNvPicPr>
            <a:picLocks xmlns:a="http://schemas.openxmlformats.org/drawingml/2006/main" noChangeAspect="1"/>
          </p:cNvPicPr>
          <p:nvPr/>
        </p:nvPicPr>
        <p:blipFill>
          <a:blip xmlns:r="http://schemas.openxmlformats.org/officeDocument/2006/relationships" xmlns:a="http://schemas.openxmlformats.org/drawingml/2006/main" r:embed="R38cd5bd272064921">
            <a:extLst>
              <a:ext uri="{96DAC541-7B7A-43D3-8B79-37D633B846F1}">
                <asvg:svgBlip xmlns:asvg="http://schemas.microsoft.com/office/drawing/2016/SVG/main" r:embed="R745d4f80a9334b6f"/>
              </a:ext>
            </a:extLst>
          </a:blip>
          <a:stretch xmlns:a="http://schemas.openxmlformats.org/drawingml/2006/main"/>
        </p:blipFill>
        <p:spPr>
          <a:xfrm xmlns:a="http://schemas.openxmlformats.org/drawingml/2006/main">
            <a:off x="13561485" y="2872104"/>
            <a:ext cx="95669" cy="168913"/>
          </a:xfrm>
          <a:prstGeom xmlns:a="http://schemas.openxmlformats.org/drawingml/2006/main" prst="rect">
            <a:avLst/>
          </a:prstGeom>
        </p:spPr>
      </p:pic>
      <p:sp>
        <p:nvSpPr>
          <p:cNvPr id="402" name="action-stream-readouts-top">
            <a:extLst xmlns:a="http://schemas.openxmlformats.org/drawingml/2006/main">
              <a:ext uri="{FF2B5EF4-FFF2-40B4-BE49-F238E27FC236}">
                <a16:creationId xmlns:a16="http://schemas.microsoft.com/office/drawing/2014/main" id="{1C5D6654-0FBE-4499-8CEE-24C4C9730A75}"/>
              </a:ext>
            </a:extLst>
          </p:cNvPr>
          <p:cNvSpPr>
            <a:spLocks xmlns:a="http://schemas.openxmlformats.org/drawingml/2006/main" noGrp="1"/>
          </p:cNvSpPr>
          <p:nvPr/>
        </p:nvSpPr>
        <p:spPr>
          <a:xfrm xmlns:a="http://schemas.openxmlformats.org/drawingml/2006/main">
            <a:off x="11338560" y="4038600"/>
            <a:ext cx="861060" cy="53340"/>
          </a:xfrm>
          <a:custGeom xmlns:a="http://schemas.openxmlformats.org/drawingml/2006/main">
            <a:pathLst>
              <a:path w="1076325" h="66675">
                <a:moveTo>
                  <a:pt x="0" y="66675"/>
                </a:moveTo>
                <a:lnTo>
                  <a:pt x="66675" y="0"/>
                </a:lnTo>
                <a:lnTo>
                  <a:pt x="1076325" y="0"/>
                </a:lnTo>
                <a:lnTo>
                  <a:pt x="1009650" y="66675"/>
                </a:lnTo>
                <a:close/>
              </a:path>
            </a:pathLst>
          </a:custGeom>
          <a:solidFill xmlns:a="http://schemas.openxmlformats.org/drawingml/2006/main">
            <a:srgbClr val="F9FAFD"/>
          </a:solidFill>
          <a:ln xmlns:a="http://schemas.openxmlformats.org/drawingml/2006/main" w="11430">
            <a:solidFill>
              <a:srgbClr val="63788A"/>
            </a:solidFill>
          </a:ln>
        </p:spPr>
      </p:sp>
      <p:sp>
        <p:nvSpPr>
          <p:cNvPr id="403" name="action-stream-readouts-side">
            <a:extLst xmlns:a="http://schemas.openxmlformats.org/drawingml/2006/main">
              <a:ext uri="{FF2B5EF4-FFF2-40B4-BE49-F238E27FC236}">
                <a16:creationId xmlns:a16="http://schemas.microsoft.com/office/drawing/2014/main" id="{AB472BB2-65ED-4150-AEA1-30E86C1A7C84}"/>
              </a:ext>
            </a:extLst>
          </p:cNvPr>
          <p:cNvSpPr>
            <a:spLocks xmlns:a="http://schemas.openxmlformats.org/drawingml/2006/main" noGrp="1"/>
          </p:cNvSpPr>
          <p:nvPr/>
        </p:nvSpPr>
        <p:spPr>
          <a:xfrm xmlns:a="http://schemas.openxmlformats.org/drawingml/2006/main">
            <a:off x="12146280" y="4038600"/>
            <a:ext cx="53340" cy="1645920"/>
          </a:xfrm>
          <a:custGeom xmlns:a="http://schemas.openxmlformats.org/drawingml/2006/main">
            <a:pathLst>
              <a:path w="66675" h="2057400">
                <a:moveTo>
                  <a:pt x="0" y="66675"/>
                </a:moveTo>
                <a:lnTo>
                  <a:pt x="66675" y="0"/>
                </a:lnTo>
                <a:lnTo>
                  <a:pt x="66675" y="1990725"/>
                </a:lnTo>
                <a:lnTo>
                  <a:pt x="0" y="2057400"/>
                </a:lnTo>
                <a:close/>
              </a:path>
            </a:pathLst>
          </a:custGeom>
          <a:solidFill xmlns:a="http://schemas.openxmlformats.org/drawingml/2006/main">
            <a:srgbClr val="C0D0C8"/>
          </a:solidFill>
          <a:ln xmlns:a="http://schemas.openxmlformats.org/drawingml/2006/main" w="11430">
            <a:solidFill>
              <a:srgbClr val="63788A"/>
            </a:solidFill>
          </a:ln>
        </p:spPr>
      </p:sp>
      <p:sp>
        <p:nvSpPr>
          <p:cNvPr id="404" name="action-stream-readouts-front">
            <a:extLst xmlns:a="http://schemas.openxmlformats.org/drawingml/2006/main">
              <a:ext uri="{FF2B5EF4-FFF2-40B4-BE49-F238E27FC236}">
                <a16:creationId xmlns:a16="http://schemas.microsoft.com/office/drawing/2014/main" id="{9E71FF75-3A2A-4965-BDB7-21E301305F49}"/>
              </a:ext>
            </a:extLst>
          </p:cNvPr>
          <p:cNvSpPr>
            <a:spLocks xmlns:a="http://schemas.openxmlformats.org/drawingml/2006/main" noGrp="1"/>
          </p:cNvSpPr>
          <p:nvPr/>
        </p:nvSpPr>
        <p:spPr>
          <a:xfrm xmlns:a="http://schemas.openxmlformats.org/drawingml/2006/main">
            <a:off x="11338560" y="4091940"/>
            <a:ext cx="807720" cy="1592580"/>
          </a:xfrm>
          <a:prstGeom xmlns:a="http://schemas.openxmlformats.org/drawingml/2006/main" prst="rect">
            <a:avLst/>
          </a:prstGeom>
          <a:solidFill xmlns:a="http://schemas.openxmlformats.org/drawingml/2006/main">
            <a:srgbClr val="EFF4F1"/>
          </a:solidFill>
          <a:ln xmlns:a="http://schemas.openxmlformats.org/drawingml/2006/main" w="8382">
            <a:solidFill>
              <a:srgbClr val="63788A"/>
            </a:solidFill>
          </a:ln>
        </p:spPr>
        <p:style>
          <a:lnRef xmlns:a="http://schemas.openxmlformats.org/drawingml/2006/main" idx="0"/>
          <a:fillRef xmlns:a="http://schemas.openxmlformats.org/drawingml/2006/main" idx="0"/>
          <a:effectRef xmlns:a="http://schemas.openxmlformats.org/drawingml/2006/main" idx="11"/>
          <a:fontRef xmlns:a="http://schemas.openxmlformats.org/drawingml/2006/main" idx="major"/>
        </p:style>
      </p:sp>
      <p:pic>
        <p:nvPicPr>
          <p:cNvPr id="880" name=""/>
          <p:cNvPicPr>
            <a:picLocks xmlns:a="http://schemas.openxmlformats.org/drawingml/2006/main" noChangeAspect="1"/>
          </p:cNvPicPr>
          <p:nvPr/>
        </p:nvPicPr>
        <p:blipFill>
          <a:blip xmlns:r="http://schemas.openxmlformats.org/officeDocument/2006/relationships" xmlns:a="http://schemas.openxmlformats.org/drawingml/2006/main" r:embed="R3ac2d14e0b86433c">
            <a:extLst>
              <a:ext uri="{96DAC541-7B7A-43D3-8B79-37D633B846F1}">
                <asvg:svgBlip xmlns:asvg="http://schemas.microsoft.com/office/drawing/2016/SVG/main" r:embed="Rbc3638df59584b13"/>
              </a:ext>
            </a:extLst>
          </a:blip>
          <a:stretch xmlns:a="http://schemas.openxmlformats.org/drawingml/2006/main"/>
        </p:blipFill>
        <p:spPr>
          <a:xfrm xmlns:a="http://schemas.openxmlformats.org/drawingml/2006/main">
            <a:off x="11637081" y="4231756"/>
            <a:ext cx="210678" cy="230909"/>
          </a:xfrm>
          <a:prstGeom xmlns:a="http://schemas.openxmlformats.org/drawingml/2006/main" prst="rect">
            <a:avLst/>
          </a:prstGeom>
        </p:spPr>
      </p:pic>
      <p:sp>
        <p:nvSpPr>
          <p:cNvPr id="406" name="typed-head-divider">
            <a:extLst xmlns:a="http://schemas.openxmlformats.org/drawingml/2006/main">
              <a:ext uri="{FF2B5EF4-FFF2-40B4-BE49-F238E27FC236}">
                <a16:creationId xmlns:a16="http://schemas.microsoft.com/office/drawing/2014/main" id="{AE1FCDC7-8EAD-4819-BD75-4CB16BDE98F1}"/>
              </a:ext>
            </a:extLst>
          </p:cNvPr>
          <p:cNvSpPr>
            <a:spLocks xmlns:a="http://schemas.openxmlformats.org/drawingml/2006/main" noGrp="1"/>
          </p:cNvSpPr>
          <p:nvPr/>
        </p:nvSpPr>
        <p:spPr>
          <a:xfrm xmlns:a="http://schemas.openxmlformats.org/drawingml/2006/main" flipH="0" flipV="0">
            <a:off x="11422380" y="4853940"/>
            <a:ext cx="647700" cy="0"/>
          </a:xfrm>
          <a:prstGeom xmlns:a="http://schemas.openxmlformats.org/drawingml/2006/main" prst="line">
            <a:avLst/>
          </a:prstGeom>
          <a:noFill xmlns:a="http://schemas.openxmlformats.org/drawingml/2006/main"/>
          <a:ln xmlns:a="http://schemas.openxmlformats.org/drawingml/2006/main" w="6096">
            <a:solidFill>
              <a:srgbClr val="BECAC5"/>
            </a:solidFill>
          </a:ln>
        </p:spPr>
      </p:sp>
      <p:pic>
        <p:nvPicPr>
          <p:cNvPr id="882" name=""/>
          <p:cNvPicPr>
            <a:picLocks xmlns:a="http://schemas.openxmlformats.org/drawingml/2006/main" noChangeAspect="1"/>
          </p:cNvPicPr>
          <p:nvPr/>
        </p:nvPicPr>
        <p:blipFill>
          <a:blip xmlns:r="http://schemas.openxmlformats.org/officeDocument/2006/relationships" xmlns:a="http://schemas.openxmlformats.org/drawingml/2006/main" r:embed="R5acf12e11bbd4668">
            <a:extLst>
              <a:ext uri="{96DAC541-7B7A-43D3-8B79-37D633B846F1}">
                <asvg:svgBlip xmlns:asvg="http://schemas.microsoft.com/office/drawing/2016/SVG/main" r:embed="R84d2425867b548ee"/>
              </a:ext>
            </a:extLst>
          </a:blip>
          <a:stretch xmlns:a="http://schemas.openxmlformats.org/drawingml/2006/main"/>
        </p:blipFill>
        <p:spPr>
          <a:xfrm xmlns:a="http://schemas.openxmlformats.org/drawingml/2006/main">
            <a:off x="11639596" y="5298556"/>
            <a:ext cx="205649" cy="230909"/>
          </a:xfrm>
          <a:prstGeom xmlns:a="http://schemas.openxmlformats.org/drawingml/2006/main" prst="rect">
            <a:avLst/>
          </a:prstGeom>
        </p:spPr>
      </p:pic>
      <p:sp>
        <p:nvSpPr>
          <p:cNvPr id="408" name="action-readout-type">
            <a:extLst xmlns:a="http://schemas.openxmlformats.org/drawingml/2006/main">
              <a:ext uri="{FF2B5EF4-FFF2-40B4-BE49-F238E27FC236}">
                <a16:creationId xmlns:a16="http://schemas.microsoft.com/office/drawing/2014/main" id="{5183C0B9-0BCD-43F8-900B-FE19EDFB4F44}"/>
              </a:ext>
            </a:extLst>
          </p:cNvPr>
          <p:cNvSpPr>
            <a:spLocks xmlns:a="http://schemas.openxmlformats.org/drawingml/2006/main" noGrp="1"/>
          </p:cNvSpPr>
          <p:nvPr/>
        </p:nvSpPr>
        <p:spPr>
          <a:xfrm xmlns:a="http://schemas.openxmlformats.org/drawingml/2006/main">
            <a:off x="11353800" y="4572000"/>
            <a:ext cx="77724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20" i="0">
                <a:solidFill>
                  <a:srgbClr val="657580"/>
                </a:solidFill>
                <a:latin typeface="Toppan Bunkyu Mincho"/>
                <a:ea typeface="Toppan Bunkyu Mincho"/>
                <a:cs typeface="Toppan Bunkyu Mincho"/>
              </a:defRPr>
            </a:pPr>
            <a:r>
              <a:rPr sz="1020" i="0">
                <a:solidFill>
                  <a:srgbClr val="657580"/>
                </a:solidFill>
                <a:latin typeface="Toppan Bunkyu Mincho"/>
                <a:ea typeface="Toppan Bunkyu Mincho"/>
                <a:cs typeface="Toppan Bunkyu Mincho"/>
              </a:rPr>
              <a:t>Action</a:t>
            </a:r>
          </a:p>
        </p:txBody>
      </p:sp>
      <p:sp>
        <p:nvSpPr>
          <p:cNvPr id="409" name="consequence-readout-type">
            <a:extLst xmlns:a="http://schemas.openxmlformats.org/drawingml/2006/main">
              <a:ext uri="{FF2B5EF4-FFF2-40B4-BE49-F238E27FC236}">
                <a16:creationId xmlns:a16="http://schemas.microsoft.com/office/drawing/2014/main" id="{937F3676-F556-4437-BEC9-AD3950273935}"/>
              </a:ext>
            </a:extLst>
          </p:cNvPr>
          <p:cNvSpPr>
            <a:spLocks xmlns:a="http://schemas.openxmlformats.org/drawingml/2006/main" noGrp="1"/>
          </p:cNvSpPr>
          <p:nvPr/>
        </p:nvSpPr>
        <p:spPr>
          <a:xfrm xmlns:a="http://schemas.openxmlformats.org/drawingml/2006/main">
            <a:off x="11353800" y="4960620"/>
            <a:ext cx="77724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i="0">
                <a:solidFill>
                  <a:srgbClr val="657580"/>
                </a:solidFill>
                <a:latin typeface="Toppan Bunkyu Mincho"/>
                <a:ea typeface="Toppan Bunkyu Mincho"/>
                <a:cs typeface="Toppan Bunkyu Mincho"/>
              </a:defRPr>
            </a:pPr>
            <a:r>
              <a:rPr sz="900" i="0">
                <a:solidFill>
                  <a:srgbClr val="657580"/>
                </a:solidFill>
                <a:latin typeface="Toppan Bunkyu Mincho"/>
                <a:ea typeface="Toppan Bunkyu Mincho"/>
                <a:cs typeface="Toppan Bunkyu Mincho"/>
              </a:rPr>
              <a:t>Consequence</a:t>
            </a:r>
          </a:p>
        </p:txBody>
      </p:sp>
      <p:pic>
        <p:nvPicPr>
          <p:cNvPr id="885" name=""/>
          <p:cNvPicPr>
            <a:picLocks xmlns:a="http://schemas.openxmlformats.org/drawingml/2006/main" noChangeAspect="1"/>
          </p:cNvPicPr>
          <p:nvPr/>
        </p:nvPicPr>
        <p:blipFill>
          <a:blip xmlns:r="http://schemas.openxmlformats.org/officeDocument/2006/relationships" xmlns:a="http://schemas.openxmlformats.org/drawingml/2006/main" r:embed="R6ed759673a4f4f0f">
            <a:extLst>
              <a:ext uri="{96DAC541-7B7A-43D3-8B79-37D633B846F1}">
                <asvg:svgBlip xmlns:asvg="http://schemas.microsoft.com/office/drawing/2016/SVG/main" r:embed="Rdb97ba735bae4ddf"/>
              </a:ext>
            </a:extLst>
          </a:blip>
          <a:stretch xmlns:a="http://schemas.openxmlformats.org/drawingml/2006/main"/>
        </p:blipFill>
        <p:spPr>
          <a:xfrm xmlns:a="http://schemas.openxmlformats.org/drawingml/2006/main">
            <a:off x="12434550" y="3620236"/>
            <a:ext cx="977940" cy="150928"/>
          </a:xfrm>
          <a:prstGeom xmlns:a="http://schemas.openxmlformats.org/drawingml/2006/main" prst="rect">
            <a:avLst/>
          </a:prstGeom>
        </p:spPr>
      </p:pic>
      <p:sp>
        <p:nvSpPr>
          <p:cNvPr id="411" name="valid-coordinate-a0">
            <a:extLst xmlns:a="http://schemas.openxmlformats.org/drawingml/2006/main">
              <a:ext uri="{FF2B5EF4-FFF2-40B4-BE49-F238E27FC236}">
                <a16:creationId xmlns:a16="http://schemas.microsoft.com/office/drawing/2014/main" id="{12F39A47-4681-4378-B2DD-1BFC8D7B863D}"/>
              </a:ext>
            </a:extLst>
          </p:cNvPr>
          <p:cNvSpPr>
            <a:spLocks xmlns:a="http://schemas.openxmlformats.org/drawingml/2006/main" noGrp="1"/>
          </p:cNvSpPr>
          <p:nvPr/>
        </p:nvSpPr>
        <p:spPr>
          <a:xfrm xmlns:a="http://schemas.openxmlformats.org/drawingml/2006/main">
            <a:off x="12291060" y="3878580"/>
            <a:ext cx="129540" cy="106680"/>
          </a:xfrm>
          <a:prstGeom xmlns:a="http://schemas.openxmlformats.org/drawingml/2006/main" prst="roundRect">
            <a:avLst>
              <a:gd name="adj" fmla="val 7143"/>
            </a:avLst>
          </a:prstGeom>
          <a:solidFill xmlns:a="http://schemas.openxmlformats.org/drawingml/2006/main">
            <a:srgbClr val="4E718D"/>
          </a:solidFill>
          <a:ln xmlns:a="http://schemas.openxmlformats.org/drawingml/2006/main" w="5334">
            <a:solidFill>
              <a:srgbClr val="4E718D"/>
            </a:solidFill>
          </a:ln>
        </p:spPr>
      </p:sp>
      <p:sp>
        <p:nvSpPr>
          <p:cNvPr id="412" name="valid-coordinate-a1">
            <a:extLst xmlns:a="http://schemas.openxmlformats.org/drawingml/2006/main">
              <a:ext uri="{FF2B5EF4-FFF2-40B4-BE49-F238E27FC236}">
                <a16:creationId xmlns:a16="http://schemas.microsoft.com/office/drawing/2014/main" id="{9B958537-2C9A-43B7-BAA4-B4009C16A8B7}"/>
              </a:ext>
            </a:extLst>
          </p:cNvPr>
          <p:cNvSpPr>
            <a:spLocks xmlns:a="http://schemas.openxmlformats.org/drawingml/2006/main" noGrp="1"/>
          </p:cNvSpPr>
          <p:nvPr/>
        </p:nvSpPr>
        <p:spPr>
          <a:xfrm xmlns:a="http://schemas.openxmlformats.org/drawingml/2006/main">
            <a:off x="12458700" y="3878580"/>
            <a:ext cx="129540" cy="106680"/>
          </a:xfrm>
          <a:prstGeom xmlns:a="http://schemas.openxmlformats.org/drawingml/2006/main" prst="roundRect">
            <a:avLst>
              <a:gd name="adj" fmla="val 7143"/>
            </a:avLst>
          </a:prstGeom>
          <a:solidFill xmlns:a="http://schemas.openxmlformats.org/drawingml/2006/main">
            <a:srgbClr val="4E718D"/>
          </a:solidFill>
          <a:ln xmlns:a="http://schemas.openxmlformats.org/drawingml/2006/main" w="5334">
            <a:solidFill>
              <a:srgbClr val="4E718D"/>
            </a:solidFill>
          </a:ln>
        </p:spPr>
      </p:sp>
      <p:sp>
        <p:nvSpPr>
          <p:cNvPr id="413" name="valid-coordinate-a2">
            <a:extLst xmlns:a="http://schemas.openxmlformats.org/drawingml/2006/main">
              <a:ext uri="{FF2B5EF4-FFF2-40B4-BE49-F238E27FC236}">
                <a16:creationId xmlns:a16="http://schemas.microsoft.com/office/drawing/2014/main" id="{7D7D6D63-194D-4125-873D-63BF1DF2E12E}"/>
              </a:ext>
            </a:extLst>
          </p:cNvPr>
          <p:cNvSpPr>
            <a:spLocks xmlns:a="http://schemas.openxmlformats.org/drawingml/2006/main" noGrp="1"/>
          </p:cNvSpPr>
          <p:nvPr/>
        </p:nvSpPr>
        <p:spPr>
          <a:xfrm xmlns:a="http://schemas.openxmlformats.org/drawingml/2006/main">
            <a:off x="12626340" y="3878580"/>
            <a:ext cx="129540" cy="106680"/>
          </a:xfrm>
          <a:prstGeom xmlns:a="http://schemas.openxmlformats.org/drawingml/2006/main" prst="roundRect">
            <a:avLst>
              <a:gd name="adj" fmla="val 7143"/>
            </a:avLst>
          </a:prstGeom>
          <a:solidFill xmlns:a="http://schemas.openxmlformats.org/drawingml/2006/main">
            <a:srgbClr val="4E718D"/>
          </a:solidFill>
          <a:ln xmlns:a="http://schemas.openxmlformats.org/drawingml/2006/main" w="5334">
            <a:solidFill>
              <a:srgbClr val="4E718D"/>
            </a:solidFill>
          </a:ln>
        </p:spPr>
      </p:sp>
      <p:sp>
        <p:nvSpPr>
          <p:cNvPr id="414" name="valid-coordinate-a3">
            <a:extLst xmlns:a="http://schemas.openxmlformats.org/drawingml/2006/main">
              <a:ext uri="{FF2B5EF4-FFF2-40B4-BE49-F238E27FC236}">
                <a16:creationId xmlns:a16="http://schemas.microsoft.com/office/drawing/2014/main" id="{AC966054-6CEF-42FA-AFD9-0836FAFC440C}"/>
              </a:ext>
            </a:extLst>
          </p:cNvPr>
          <p:cNvSpPr>
            <a:spLocks xmlns:a="http://schemas.openxmlformats.org/drawingml/2006/main" noGrp="1"/>
          </p:cNvSpPr>
          <p:nvPr/>
        </p:nvSpPr>
        <p:spPr>
          <a:xfrm xmlns:a="http://schemas.openxmlformats.org/drawingml/2006/main">
            <a:off x="12793980" y="3878580"/>
            <a:ext cx="129540" cy="106680"/>
          </a:xfrm>
          <a:prstGeom xmlns:a="http://schemas.openxmlformats.org/drawingml/2006/main" prst="roundRect">
            <a:avLst>
              <a:gd name="adj" fmla="val 7143"/>
            </a:avLst>
          </a:prstGeom>
          <a:solidFill xmlns:a="http://schemas.openxmlformats.org/drawingml/2006/main">
            <a:srgbClr val="F4F5F6"/>
          </a:solidFill>
          <a:ln xmlns:a="http://schemas.openxmlformats.org/drawingml/2006/main" w="5334">
            <a:solidFill>
              <a:srgbClr val="CBD1D5"/>
            </a:solidFill>
          </a:ln>
        </p:spPr>
      </p:sp>
      <p:sp>
        <p:nvSpPr>
          <p:cNvPr id="415" name="masked-coordinate-a">
            <a:extLst xmlns:a="http://schemas.openxmlformats.org/drawingml/2006/main">
              <a:ext uri="{FF2B5EF4-FFF2-40B4-BE49-F238E27FC236}">
                <a16:creationId xmlns:a16="http://schemas.microsoft.com/office/drawing/2014/main" id="{CE5DCCEE-0E26-4C24-9544-6741B35B8395}"/>
              </a:ext>
            </a:extLst>
          </p:cNvPr>
          <p:cNvSpPr>
            <a:spLocks xmlns:a="http://schemas.openxmlformats.org/drawingml/2006/main" noGrp="1"/>
          </p:cNvSpPr>
          <p:nvPr/>
        </p:nvSpPr>
        <p:spPr>
          <a:xfrm xmlns:a="http://schemas.openxmlformats.org/drawingml/2006/main" flipH="0" flipV="1">
            <a:off x="12816840" y="3901440"/>
            <a:ext cx="76200" cy="53340"/>
          </a:xfrm>
          <a:prstGeom xmlns:a="http://schemas.openxmlformats.org/drawingml/2006/main" prst="line">
            <a:avLst/>
          </a:prstGeom>
          <a:noFill xmlns:a="http://schemas.openxmlformats.org/drawingml/2006/main"/>
          <a:ln xmlns:a="http://schemas.openxmlformats.org/drawingml/2006/main" w="6096">
            <a:solidFill>
              <a:srgbClr val="BEC6CC"/>
            </a:solidFill>
          </a:ln>
        </p:spPr>
      </p:sp>
      <p:sp>
        <p:nvSpPr>
          <p:cNvPr id="416" name="valid-coordinate-a4">
            <a:extLst xmlns:a="http://schemas.openxmlformats.org/drawingml/2006/main">
              <a:ext uri="{FF2B5EF4-FFF2-40B4-BE49-F238E27FC236}">
                <a16:creationId xmlns:a16="http://schemas.microsoft.com/office/drawing/2014/main" id="{BAD80C5A-E054-4B10-BAB3-09477688F355}"/>
              </a:ext>
            </a:extLst>
          </p:cNvPr>
          <p:cNvSpPr>
            <a:spLocks xmlns:a="http://schemas.openxmlformats.org/drawingml/2006/main" noGrp="1"/>
          </p:cNvSpPr>
          <p:nvPr/>
        </p:nvSpPr>
        <p:spPr>
          <a:xfrm xmlns:a="http://schemas.openxmlformats.org/drawingml/2006/main">
            <a:off x="12961620" y="3878580"/>
            <a:ext cx="129540" cy="106680"/>
          </a:xfrm>
          <a:prstGeom xmlns:a="http://schemas.openxmlformats.org/drawingml/2006/main" prst="roundRect">
            <a:avLst>
              <a:gd name="adj" fmla="val 7143"/>
            </a:avLst>
          </a:prstGeom>
          <a:solidFill xmlns:a="http://schemas.openxmlformats.org/drawingml/2006/main">
            <a:srgbClr val="4E718D"/>
          </a:solidFill>
          <a:ln xmlns:a="http://schemas.openxmlformats.org/drawingml/2006/main" w="5334">
            <a:solidFill>
              <a:srgbClr val="4E718D"/>
            </a:solidFill>
          </a:ln>
        </p:spPr>
      </p:sp>
      <p:pic>
        <p:nvPicPr>
          <p:cNvPr id="892" name=""/>
          <p:cNvPicPr>
            <a:picLocks xmlns:a="http://schemas.openxmlformats.org/drawingml/2006/main" noChangeAspect="1"/>
          </p:cNvPicPr>
          <p:nvPr/>
        </p:nvPicPr>
        <p:blipFill>
          <a:blip xmlns:r="http://schemas.openxmlformats.org/officeDocument/2006/relationships" xmlns:a="http://schemas.openxmlformats.org/drawingml/2006/main" r:embed="Rce5019a4cf8346f0">
            <a:extLst>
              <a:ext uri="{96DAC541-7B7A-43D3-8B79-37D633B846F1}">
                <asvg:svgBlip xmlns:asvg="http://schemas.microsoft.com/office/drawing/2016/SVG/main" r:embed="R5e0555c35f404efd"/>
              </a:ext>
            </a:extLst>
          </a:blip>
          <a:stretch xmlns:a="http://schemas.openxmlformats.org/drawingml/2006/main"/>
        </p:blipFill>
        <p:spPr>
          <a:xfrm xmlns:a="http://schemas.openxmlformats.org/drawingml/2006/main">
            <a:off x="13322459" y="3854071"/>
            <a:ext cx="223202" cy="170938"/>
          </a:xfrm>
          <a:prstGeom xmlns:a="http://schemas.openxmlformats.org/drawingml/2006/main" prst="rect">
            <a:avLst/>
          </a:prstGeom>
        </p:spPr>
      </p:pic>
      <p:sp>
        <p:nvSpPr>
          <p:cNvPr id="418" name="Local block arrow 25">
            <a:extLst xmlns:a="http://schemas.openxmlformats.org/drawingml/2006/main">
              <a:ext uri="{FF2B5EF4-FFF2-40B4-BE49-F238E27FC236}">
                <a16:creationId xmlns:a16="http://schemas.microsoft.com/office/drawing/2014/main" id="{C621C927-1907-4A98-B64C-643E848FF875}"/>
              </a:ext>
            </a:extLst>
          </p:cNvPr>
          <p:cNvSpPr>
            <a:spLocks xmlns:a="http://schemas.openxmlformats.org/drawingml/2006/main" noGrp="1"/>
          </p:cNvSpPr>
          <p:nvPr/>
        </p:nvSpPr>
        <p:spPr>
          <a:xfrm xmlns:a="http://schemas.openxmlformats.org/drawingml/2006/main">
            <a:off x="12268200" y="4084320"/>
            <a:ext cx="106680" cy="182880"/>
          </a:xfrm>
          <a:prstGeom xmlns:a="http://schemas.openxmlformats.org/drawingml/2006/main" prst="up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sp>
        <p:nvSpPr>
          <p:cNvPr id="419" name="euler-a">
            <a:extLst xmlns:a="http://schemas.openxmlformats.org/drawingml/2006/main">
              <a:ext uri="{FF2B5EF4-FFF2-40B4-BE49-F238E27FC236}">
                <a16:creationId xmlns:a16="http://schemas.microsoft.com/office/drawing/2014/main" id="{CD22A940-68EB-4B2A-99FC-F6A865FE2BA1}"/>
              </a:ext>
            </a:extLst>
          </p:cNvPr>
          <p:cNvSpPr>
            <a:spLocks xmlns:a="http://schemas.openxmlformats.org/drawingml/2006/main" noGrp="1"/>
          </p:cNvSpPr>
          <p:nvPr/>
        </p:nvSpPr>
        <p:spPr>
          <a:xfrm xmlns:a="http://schemas.openxmlformats.org/drawingml/2006/main">
            <a:off x="12496800" y="4160520"/>
            <a:ext cx="853440" cy="365760"/>
          </a:xfrm>
          <a:prstGeom xmlns:a="http://schemas.openxmlformats.org/drawingml/2006/main" prst="roundRect">
            <a:avLst>
              <a:gd name="adj" fmla="val 6250"/>
            </a:avLst>
          </a:prstGeom>
          <a:solidFill xmlns:a="http://schemas.openxmlformats.org/drawingml/2006/main">
            <a:srgbClr val="F4F6F7"/>
          </a:solidFill>
          <a:ln xmlns:a="http://schemas.openxmlformats.org/drawingml/2006/main" w="6858">
            <a:solidFill>
              <a:srgbClr val="A6B5BF"/>
            </a:solidFill>
          </a:ln>
        </p:spPr>
      </p:sp>
      <p:sp>
        <p:nvSpPr>
          <p:cNvPr id="420" name="euler-a-label">
            <a:extLst xmlns:a="http://schemas.openxmlformats.org/drawingml/2006/main">
              <a:ext uri="{FF2B5EF4-FFF2-40B4-BE49-F238E27FC236}">
                <a16:creationId xmlns:a16="http://schemas.microsoft.com/office/drawing/2014/main" id="{93005D3F-282B-4E3D-B184-3F26BD95679E}"/>
              </a:ext>
            </a:extLst>
          </p:cNvPr>
          <p:cNvSpPr>
            <a:spLocks xmlns:a="http://schemas.openxmlformats.org/drawingml/2006/main" noGrp="1"/>
          </p:cNvSpPr>
          <p:nvPr/>
        </p:nvSpPr>
        <p:spPr>
          <a:xfrm xmlns:a="http://schemas.openxmlformats.org/drawingml/2006/main">
            <a:off x="12527280" y="4206240"/>
            <a:ext cx="79248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i="0">
                <a:solidFill>
                  <a:srgbClr val="657580"/>
                </a:solidFill>
                <a:latin typeface="Toppan Bunkyu Mincho"/>
                <a:ea typeface="Toppan Bunkyu Mincho"/>
                <a:cs typeface="Toppan Bunkyu Mincho"/>
              </a:defRPr>
            </a:pPr>
            <a:r>
              <a:rPr sz="1200" i="0">
                <a:solidFill>
                  <a:srgbClr val="657580"/>
                </a:solidFill>
                <a:latin typeface="Toppan Bunkyu Mincho"/>
                <a:ea typeface="Toppan Bunkyu Mincho"/>
                <a:cs typeface="Toppan Bunkyu Mincho"/>
              </a:rPr>
              <a:t>Euler step</a:t>
            </a:r>
          </a:p>
        </p:txBody>
      </p:sp>
      <p:sp>
        <p:nvSpPr>
          <p:cNvPr id="421" name="Local block arrow 26">
            <a:extLst xmlns:a="http://schemas.openxmlformats.org/drawingml/2006/main">
              <a:ext uri="{FF2B5EF4-FFF2-40B4-BE49-F238E27FC236}">
                <a16:creationId xmlns:a16="http://schemas.microsoft.com/office/drawing/2014/main" id="{B2CF3735-C177-4B91-A702-2F58EAA2E64E}"/>
              </a:ext>
            </a:extLst>
          </p:cNvPr>
          <p:cNvSpPr>
            <a:spLocks xmlns:a="http://schemas.openxmlformats.org/drawingml/2006/main" noGrp="1"/>
          </p:cNvSpPr>
          <p:nvPr/>
        </p:nvSpPr>
        <p:spPr>
          <a:xfrm xmlns:a="http://schemas.openxmlformats.org/drawingml/2006/main">
            <a:off x="12207240" y="4290060"/>
            <a:ext cx="259080" cy="106680"/>
          </a:xfrm>
          <a:prstGeom xmlns:a="http://schemas.openxmlformats.org/drawingml/2006/main" prst="right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sp>
        <p:nvSpPr>
          <p:cNvPr id="422" name="Local block arrow 27">
            <a:extLst xmlns:a="http://schemas.openxmlformats.org/drawingml/2006/main">
              <a:ext uri="{FF2B5EF4-FFF2-40B4-BE49-F238E27FC236}">
                <a16:creationId xmlns:a16="http://schemas.microsoft.com/office/drawing/2014/main" id="{3AC0B5A2-AEEA-46EA-B5B8-A5E5049A814A}"/>
              </a:ext>
            </a:extLst>
          </p:cNvPr>
          <p:cNvSpPr>
            <a:spLocks xmlns:a="http://schemas.openxmlformats.org/drawingml/2006/main" noGrp="1"/>
          </p:cNvSpPr>
          <p:nvPr/>
        </p:nvSpPr>
        <p:spPr>
          <a:xfrm xmlns:a="http://schemas.openxmlformats.org/drawingml/2006/main">
            <a:off x="13426440" y="4290060"/>
            <a:ext cx="358140" cy="106680"/>
          </a:xfrm>
          <a:prstGeom xmlns:a="http://schemas.openxmlformats.org/drawingml/2006/main" prst="right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pic>
        <p:nvPicPr>
          <p:cNvPr id="898" name=""/>
          <p:cNvPicPr>
            <a:picLocks xmlns:a="http://schemas.openxmlformats.org/drawingml/2006/main" noChangeAspect="1"/>
          </p:cNvPicPr>
          <p:nvPr/>
        </p:nvPicPr>
        <p:blipFill>
          <a:blip xmlns:r="http://schemas.openxmlformats.org/officeDocument/2006/relationships" xmlns:a="http://schemas.openxmlformats.org/drawingml/2006/main" r:embed="Rc1fe15578ff84309">
            <a:extLst>
              <a:ext uri="{96DAC541-7B7A-43D3-8B79-37D633B846F1}">
                <asvg:svgBlip xmlns:asvg="http://schemas.microsoft.com/office/drawing/2016/SVG/main" r:embed="Rc96de7ee10e643d3"/>
              </a:ext>
            </a:extLst>
          </a:blip>
          <a:stretch xmlns:a="http://schemas.openxmlformats.org/drawingml/2006/main"/>
        </p:blipFill>
        <p:spPr>
          <a:xfrm xmlns:a="http://schemas.openxmlformats.org/drawingml/2006/main">
            <a:off x="12451905" y="4687036"/>
            <a:ext cx="943230" cy="150928"/>
          </a:xfrm>
          <a:prstGeom xmlns:a="http://schemas.openxmlformats.org/drawingml/2006/main" prst="rect">
            <a:avLst/>
          </a:prstGeom>
        </p:spPr>
      </p:pic>
      <p:sp>
        <p:nvSpPr>
          <p:cNvPr id="424" name="valid-coordinate-c0">
            <a:extLst xmlns:a="http://schemas.openxmlformats.org/drawingml/2006/main">
              <a:ext uri="{FF2B5EF4-FFF2-40B4-BE49-F238E27FC236}">
                <a16:creationId xmlns:a16="http://schemas.microsoft.com/office/drawing/2014/main" id="{8FDEFD42-D26A-4C67-B503-C31C6F3F182B}"/>
              </a:ext>
            </a:extLst>
          </p:cNvPr>
          <p:cNvSpPr>
            <a:spLocks xmlns:a="http://schemas.openxmlformats.org/drawingml/2006/main" noGrp="1"/>
          </p:cNvSpPr>
          <p:nvPr/>
        </p:nvSpPr>
        <p:spPr>
          <a:xfrm xmlns:a="http://schemas.openxmlformats.org/drawingml/2006/main">
            <a:off x="12291060" y="4945380"/>
            <a:ext cx="129540" cy="106680"/>
          </a:xfrm>
          <a:prstGeom xmlns:a="http://schemas.openxmlformats.org/drawingml/2006/main" prst="roundRect">
            <a:avLst>
              <a:gd name="adj" fmla="val 7143"/>
            </a:avLst>
          </a:prstGeom>
          <a:solidFill xmlns:a="http://schemas.openxmlformats.org/drawingml/2006/main">
            <a:srgbClr val="668B80"/>
          </a:solidFill>
          <a:ln xmlns:a="http://schemas.openxmlformats.org/drawingml/2006/main" w="5334">
            <a:solidFill>
              <a:srgbClr val="668B80"/>
            </a:solidFill>
          </a:ln>
        </p:spPr>
      </p:sp>
      <p:sp>
        <p:nvSpPr>
          <p:cNvPr id="425" name="valid-coordinate-c1">
            <a:extLst xmlns:a="http://schemas.openxmlformats.org/drawingml/2006/main">
              <a:ext uri="{FF2B5EF4-FFF2-40B4-BE49-F238E27FC236}">
                <a16:creationId xmlns:a16="http://schemas.microsoft.com/office/drawing/2014/main" id="{D3730D33-51CD-4295-8836-0B8FDA9826D5}"/>
              </a:ext>
            </a:extLst>
          </p:cNvPr>
          <p:cNvSpPr>
            <a:spLocks xmlns:a="http://schemas.openxmlformats.org/drawingml/2006/main" noGrp="1"/>
          </p:cNvSpPr>
          <p:nvPr/>
        </p:nvSpPr>
        <p:spPr>
          <a:xfrm xmlns:a="http://schemas.openxmlformats.org/drawingml/2006/main">
            <a:off x="12458700" y="4945380"/>
            <a:ext cx="129540" cy="106680"/>
          </a:xfrm>
          <a:prstGeom xmlns:a="http://schemas.openxmlformats.org/drawingml/2006/main" prst="roundRect">
            <a:avLst>
              <a:gd name="adj" fmla="val 7143"/>
            </a:avLst>
          </a:prstGeom>
          <a:solidFill xmlns:a="http://schemas.openxmlformats.org/drawingml/2006/main">
            <a:srgbClr val="668B80"/>
          </a:solidFill>
          <a:ln xmlns:a="http://schemas.openxmlformats.org/drawingml/2006/main" w="5334">
            <a:solidFill>
              <a:srgbClr val="668B80"/>
            </a:solidFill>
          </a:ln>
        </p:spPr>
      </p:sp>
      <p:sp>
        <p:nvSpPr>
          <p:cNvPr id="426" name="valid-coordinate-c2">
            <a:extLst xmlns:a="http://schemas.openxmlformats.org/drawingml/2006/main">
              <a:ext uri="{FF2B5EF4-FFF2-40B4-BE49-F238E27FC236}">
                <a16:creationId xmlns:a16="http://schemas.microsoft.com/office/drawing/2014/main" id="{1783AE38-2B77-46C7-B638-D031D59BC842}"/>
              </a:ext>
            </a:extLst>
          </p:cNvPr>
          <p:cNvSpPr>
            <a:spLocks xmlns:a="http://schemas.openxmlformats.org/drawingml/2006/main" noGrp="1"/>
          </p:cNvSpPr>
          <p:nvPr/>
        </p:nvSpPr>
        <p:spPr>
          <a:xfrm xmlns:a="http://schemas.openxmlformats.org/drawingml/2006/main">
            <a:off x="12626340" y="4945380"/>
            <a:ext cx="129540" cy="106680"/>
          </a:xfrm>
          <a:prstGeom xmlns:a="http://schemas.openxmlformats.org/drawingml/2006/main" prst="roundRect">
            <a:avLst>
              <a:gd name="adj" fmla="val 7143"/>
            </a:avLst>
          </a:prstGeom>
          <a:solidFill xmlns:a="http://schemas.openxmlformats.org/drawingml/2006/main">
            <a:srgbClr val="668B80"/>
          </a:solidFill>
          <a:ln xmlns:a="http://schemas.openxmlformats.org/drawingml/2006/main" w="5334">
            <a:solidFill>
              <a:srgbClr val="668B80"/>
            </a:solidFill>
          </a:ln>
        </p:spPr>
      </p:sp>
      <p:sp>
        <p:nvSpPr>
          <p:cNvPr id="427" name="valid-coordinate-c3">
            <a:extLst xmlns:a="http://schemas.openxmlformats.org/drawingml/2006/main">
              <a:ext uri="{FF2B5EF4-FFF2-40B4-BE49-F238E27FC236}">
                <a16:creationId xmlns:a16="http://schemas.microsoft.com/office/drawing/2014/main" id="{B310D53F-B2D2-432E-A468-533A3153666E}"/>
              </a:ext>
            </a:extLst>
          </p:cNvPr>
          <p:cNvSpPr>
            <a:spLocks xmlns:a="http://schemas.openxmlformats.org/drawingml/2006/main" noGrp="1"/>
          </p:cNvSpPr>
          <p:nvPr/>
        </p:nvSpPr>
        <p:spPr>
          <a:xfrm xmlns:a="http://schemas.openxmlformats.org/drawingml/2006/main">
            <a:off x="12793980" y="4945380"/>
            <a:ext cx="129540" cy="106680"/>
          </a:xfrm>
          <a:prstGeom xmlns:a="http://schemas.openxmlformats.org/drawingml/2006/main" prst="roundRect">
            <a:avLst>
              <a:gd name="adj" fmla="val 7143"/>
            </a:avLst>
          </a:prstGeom>
          <a:solidFill xmlns:a="http://schemas.openxmlformats.org/drawingml/2006/main">
            <a:srgbClr val="F4F5F6"/>
          </a:solidFill>
          <a:ln xmlns:a="http://schemas.openxmlformats.org/drawingml/2006/main" w="5334">
            <a:solidFill>
              <a:srgbClr val="CBD1D5"/>
            </a:solidFill>
          </a:ln>
        </p:spPr>
      </p:sp>
      <p:sp>
        <p:nvSpPr>
          <p:cNvPr id="428" name="masked-coordinate-c">
            <a:extLst xmlns:a="http://schemas.openxmlformats.org/drawingml/2006/main">
              <a:ext uri="{FF2B5EF4-FFF2-40B4-BE49-F238E27FC236}">
                <a16:creationId xmlns:a16="http://schemas.microsoft.com/office/drawing/2014/main" id="{E2B9A916-64F7-4CAC-A6A4-3BD127734652}"/>
              </a:ext>
            </a:extLst>
          </p:cNvPr>
          <p:cNvSpPr>
            <a:spLocks xmlns:a="http://schemas.openxmlformats.org/drawingml/2006/main" noGrp="1"/>
          </p:cNvSpPr>
          <p:nvPr/>
        </p:nvSpPr>
        <p:spPr>
          <a:xfrm xmlns:a="http://schemas.openxmlformats.org/drawingml/2006/main" flipH="0" flipV="1">
            <a:off x="12816840" y="4968240"/>
            <a:ext cx="76200" cy="53340"/>
          </a:xfrm>
          <a:prstGeom xmlns:a="http://schemas.openxmlformats.org/drawingml/2006/main" prst="line">
            <a:avLst/>
          </a:prstGeom>
          <a:noFill xmlns:a="http://schemas.openxmlformats.org/drawingml/2006/main"/>
          <a:ln xmlns:a="http://schemas.openxmlformats.org/drawingml/2006/main" w="6096">
            <a:solidFill>
              <a:srgbClr val="BEC6CC"/>
            </a:solidFill>
          </a:ln>
        </p:spPr>
      </p:sp>
      <p:sp>
        <p:nvSpPr>
          <p:cNvPr id="429" name="valid-coordinate-c4">
            <a:extLst xmlns:a="http://schemas.openxmlformats.org/drawingml/2006/main">
              <a:ext uri="{FF2B5EF4-FFF2-40B4-BE49-F238E27FC236}">
                <a16:creationId xmlns:a16="http://schemas.microsoft.com/office/drawing/2014/main" id="{CE46C3F0-3C9C-4036-8F9E-E48BDCAF8525}"/>
              </a:ext>
            </a:extLst>
          </p:cNvPr>
          <p:cNvSpPr>
            <a:spLocks xmlns:a="http://schemas.openxmlformats.org/drawingml/2006/main" noGrp="1"/>
          </p:cNvSpPr>
          <p:nvPr/>
        </p:nvSpPr>
        <p:spPr>
          <a:xfrm xmlns:a="http://schemas.openxmlformats.org/drawingml/2006/main">
            <a:off x="12961620" y="4945380"/>
            <a:ext cx="129540" cy="106680"/>
          </a:xfrm>
          <a:prstGeom xmlns:a="http://schemas.openxmlformats.org/drawingml/2006/main" prst="roundRect">
            <a:avLst>
              <a:gd name="adj" fmla="val 7143"/>
            </a:avLst>
          </a:prstGeom>
          <a:solidFill xmlns:a="http://schemas.openxmlformats.org/drawingml/2006/main">
            <a:srgbClr val="668B80"/>
          </a:solidFill>
          <a:ln xmlns:a="http://schemas.openxmlformats.org/drawingml/2006/main" w="5334">
            <a:solidFill>
              <a:srgbClr val="668B80"/>
            </a:solidFill>
          </a:ln>
        </p:spPr>
      </p:sp>
      <p:pic>
        <p:nvPicPr>
          <p:cNvPr id="905" name=""/>
          <p:cNvPicPr>
            <a:picLocks xmlns:a="http://schemas.openxmlformats.org/drawingml/2006/main" noChangeAspect="1"/>
          </p:cNvPicPr>
          <p:nvPr/>
        </p:nvPicPr>
        <p:blipFill>
          <a:blip xmlns:r="http://schemas.openxmlformats.org/officeDocument/2006/relationships" xmlns:a="http://schemas.openxmlformats.org/drawingml/2006/main" r:embed="Rf220430ebe0f4d4e">
            <a:extLst>
              <a:ext uri="{96DAC541-7B7A-43D3-8B79-37D633B846F1}">
                <asvg:svgBlip xmlns:asvg="http://schemas.microsoft.com/office/drawing/2016/SVG/main" r:embed="R7e5716c65b244362"/>
              </a:ext>
            </a:extLst>
          </a:blip>
          <a:stretch xmlns:a="http://schemas.openxmlformats.org/drawingml/2006/main"/>
        </p:blipFill>
        <p:spPr>
          <a:xfrm xmlns:a="http://schemas.openxmlformats.org/drawingml/2006/main">
            <a:off x="13326382" y="4920871"/>
            <a:ext cx="215356" cy="170938"/>
          </a:xfrm>
          <a:prstGeom xmlns:a="http://schemas.openxmlformats.org/drawingml/2006/main" prst="rect">
            <a:avLst/>
          </a:prstGeom>
        </p:spPr>
      </p:pic>
      <p:sp>
        <p:nvSpPr>
          <p:cNvPr id="431" name="Local block arrow 28">
            <a:extLst xmlns:a="http://schemas.openxmlformats.org/drawingml/2006/main">
              <a:ext uri="{FF2B5EF4-FFF2-40B4-BE49-F238E27FC236}">
                <a16:creationId xmlns:a16="http://schemas.microsoft.com/office/drawing/2014/main" id="{8AB46FBF-46BD-4584-9EF3-507A3AC0911A}"/>
              </a:ext>
            </a:extLst>
          </p:cNvPr>
          <p:cNvSpPr>
            <a:spLocks xmlns:a="http://schemas.openxmlformats.org/drawingml/2006/main" noGrp="1"/>
          </p:cNvSpPr>
          <p:nvPr/>
        </p:nvSpPr>
        <p:spPr>
          <a:xfrm xmlns:a="http://schemas.openxmlformats.org/drawingml/2006/main">
            <a:off x="12268200" y="5151120"/>
            <a:ext cx="106680" cy="182880"/>
          </a:xfrm>
          <a:prstGeom xmlns:a="http://schemas.openxmlformats.org/drawingml/2006/main" prst="up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sp>
        <p:nvSpPr>
          <p:cNvPr id="432" name="euler-c">
            <a:extLst xmlns:a="http://schemas.openxmlformats.org/drawingml/2006/main">
              <a:ext uri="{FF2B5EF4-FFF2-40B4-BE49-F238E27FC236}">
                <a16:creationId xmlns:a16="http://schemas.microsoft.com/office/drawing/2014/main" id="{D58BBD28-7126-40ED-84AD-EFA7E39B69AB}"/>
              </a:ext>
            </a:extLst>
          </p:cNvPr>
          <p:cNvSpPr>
            <a:spLocks xmlns:a="http://schemas.openxmlformats.org/drawingml/2006/main" noGrp="1"/>
          </p:cNvSpPr>
          <p:nvPr/>
        </p:nvSpPr>
        <p:spPr>
          <a:xfrm xmlns:a="http://schemas.openxmlformats.org/drawingml/2006/main">
            <a:off x="12496800" y="5227320"/>
            <a:ext cx="853440" cy="365760"/>
          </a:xfrm>
          <a:prstGeom xmlns:a="http://schemas.openxmlformats.org/drawingml/2006/main" prst="roundRect">
            <a:avLst>
              <a:gd name="adj" fmla="val 6250"/>
            </a:avLst>
          </a:prstGeom>
          <a:solidFill xmlns:a="http://schemas.openxmlformats.org/drawingml/2006/main">
            <a:srgbClr val="F4F6F7"/>
          </a:solidFill>
          <a:ln xmlns:a="http://schemas.openxmlformats.org/drawingml/2006/main" w="6858">
            <a:solidFill>
              <a:srgbClr val="A6B5BF"/>
            </a:solidFill>
          </a:ln>
        </p:spPr>
      </p:sp>
      <p:sp>
        <p:nvSpPr>
          <p:cNvPr id="433" name="euler-c-label">
            <a:extLst xmlns:a="http://schemas.openxmlformats.org/drawingml/2006/main">
              <a:ext uri="{FF2B5EF4-FFF2-40B4-BE49-F238E27FC236}">
                <a16:creationId xmlns:a16="http://schemas.microsoft.com/office/drawing/2014/main" id="{1F6900A7-3D99-4389-80A5-AD6DD8C899F6}"/>
              </a:ext>
            </a:extLst>
          </p:cNvPr>
          <p:cNvSpPr>
            <a:spLocks xmlns:a="http://schemas.openxmlformats.org/drawingml/2006/main" noGrp="1"/>
          </p:cNvSpPr>
          <p:nvPr/>
        </p:nvSpPr>
        <p:spPr>
          <a:xfrm xmlns:a="http://schemas.openxmlformats.org/drawingml/2006/main">
            <a:off x="12527280" y="5273040"/>
            <a:ext cx="79248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i="0">
                <a:solidFill>
                  <a:srgbClr val="657580"/>
                </a:solidFill>
                <a:latin typeface="Toppan Bunkyu Mincho"/>
                <a:ea typeface="Toppan Bunkyu Mincho"/>
                <a:cs typeface="Toppan Bunkyu Mincho"/>
              </a:defRPr>
            </a:pPr>
            <a:r>
              <a:rPr sz="1200" i="0">
                <a:solidFill>
                  <a:srgbClr val="657580"/>
                </a:solidFill>
                <a:latin typeface="Toppan Bunkyu Mincho"/>
                <a:ea typeface="Toppan Bunkyu Mincho"/>
                <a:cs typeface="Toppan Bunkyu Mincho"/>
              </a:rPr>
              <a:t>Euler step</a:t>
            </a:r>
          </a:p>
        </p:txBody>
      </p:sp>
      <p:sp>
        <p:nvSpPr>
          <p:cNvPr id="434" name="Local block arrow 29">
            <a:extLst xmlns:a="http://schemas.openxmlformats.org/drawingml/2006/main">
              <a:ext uri="{FF2B5EF4-FFF2-40B4-BE49-F238E27FC236}">
                <a16:creationId xmlns:a16="http://schemas.microsoft.com/office/drawing/2014/main" id="{2CED90B8-C099-4CFF-8EC4-0DE54A663456}"/>
              </a:ext>
            </a:extLst>
          </p:cNvPr>
          <p:cNvSpPr>
            <a:spLocks xmlns:a="http://schemas.openxmlformats.org/drawingml/2006/main" noGrp="1"/>
          </p:cNvSpPr>
          <p:nvPr/>
        </p:nvSpPr>
        <p:spPr>
          <a:xfrm xmlns:a="http://schemas.openxmlformats.org/drawingml/2006/main">
            <a:off x="12207240" y="5356860"/>
            <a:ext cx="259080" cy="106680"/>
          </a:xfrm>
          <a:prstGeom xmlns:a="http://schemas.openxmlformats.org/drawingml/2006/main" prst="right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sp>
        <p:nvSpPr>
          <p:cNvPr id="435" name="Local block arrow 30">
            <a:extLst xmlns:a="http://schemas.openxmlformats.org/drawingml/2006/main">
              <a:ext uri="{FF2B5EF4-FFF2-40B4-BE49-F238E27FC236}">
                <a16:creationId xmlns:a16="http://schemas.microsoft.com/office/drawing/2014/main" id="{0FEBE921-9C98-4A55-9D46-3DB69B64287B}"/>
              </a:ext>
            </a:extLst>
          </p:cNvPr>
          <p:cNvSpPr>
            <a:spLocks xmlns:a="http://schemas.openxmlformats.org/drawingml/2006/main" noGrp="1"/>
          </p:cNvSpPr>
          <p:nvPr/>
        </p:nvSpPr>
        <p:spPr>
          <a:xfrm xmlns:a="http://schemas.openxmlformats.org/drawingml/2006/main">
            <a:off x="13426440" y="5356860"/>
            <a:ext cx="358140" cy="106680"/>
          </a:xfrm>
          <a:prstGeom xmlns:a="http://schemas.openxmlformats.org/drawingml/2006/main" prst="rightArrow">
            <a:avLst>
              <a:gd name="adj1" fmla="val 30000"/>
              <a:gd name="adj2" fmla="val 48000"/>
            </a:avLst>
          </a:prstGeom>
          <a:solidFill xmlns:a="http://schemas.openxmlformats.org/drawingml/2006/main">
            <a:srgbClr val="838B93"/>
          </a:solidFill>
          <a:ln xmlns:a="http://schemas.openxmlformats.org/drawingml/2006/main" w="4953">
            <a:solidFill>
              <a:srgbClr val="747D86"/>
            </a:solidFill>
          </a:ln>
        </p:spPr>
      </p:sp>
      <p:sp>
        <p:nvSpPr>
          <p:cNvPr id="436" name="output-separator-1">
            <a:extLst xmlns:a="http://schemas.openxmlformats.org/drawingml/2006/main">
              <a:ext uri="{FF2B5EF4-FFF2-40B4-BE49-F238E27FC236}">
                <a16:creationId xmlns:a16="http://schemas.microsoft.com/office/drawing/2014/main" id="{DA39D660-FA05-459B-B54A-30B14C33C772}"/>
              </a:ext>
            </a:extLst>
          </p:cNvPr>
          <p:cNvSpPr>
            <a:spLocks xmlns:a="http://schemas.openxmlformats.org/drawingml/2006/main" noGrp="1"/>
          </p:cNvSpPr>
          <p:nvPr/>
        </p:nvSpPr>
        <p:spPr>
          <a:xfrm xmlns:a="http://schemas.openxmlformats.org/drawingml/2006/main" flipH="0" flipV="0">
            <a:off x="13830300" y="3710940"/>
            <a:ext cx="1866900" cy="0"/>
          </a:xfrm>
          <a:prstGeom xmlns:a="http://schemas.openxmlformats.org/drawingml/2006/main" prst="line">
            <a:avLst/>
          </a:prstGeom>
          <a:noFill xmlns:a="http://schemas.openxmlformats.org/drawingml/2006/main"/>
          <a:ln xmlns:a="http://schemas.openxmlformats.org/drawingml/2006/main" w="6096">
            <a:solidFill>
              <a:srgbClr val="CCD5DB"/>
            </a:solidFill>
          </a:ln>
        </p:spPr>
      </p:sp>
      <p:sp>
        <p:nvSpPr>
          <p:cNvPr id="437" name="action-output-label">
            <a:extLst xmlns:a="http://schemas.openxmlformats.org/drawingml/2006/main">
              <a:ext uri="{FF2B5EF4-FFF2-40B4-BE49-F238E27FC236}">
                <a16:creationId xmlns:a16="http://schemas.microsoft.com/office/drawing/2014/main" id="{8B6F7739-FB16-40C1-BF58-4A33FC65D97E}"/>
              </a:ext>
            </a:extLst>
          </p:cNvPr>
          <p:cNvSpPr>
            <a:spLocks xmlns:a="http://schemas.openxmlformats.org/drawingml/2006/main" noGrp="1"/>
          </p:cNvSpPr>
          <p:nvPr/>
        </p:nvSpPr>
        <p:spPr>
          <a:xfrm xmlns:a="http://schemas.openxmlformats.org/drawingml/2006/main">
            <a:off x="13830300" y="3817620"/>
            <a:ext cx="1866900" cy="236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i="0">
                <a:solidFill>
                  <a:srgbClr val="202B33"/>
                </a:solidFill>
                <a:latin typeface="Toppan Bunkyu Mincho"/>
                <a:ea typeface="Toppan Bunkyu Mincho"/>
                <a:cs typeface="Toppan Bunkyu Mincho"/>
              </a:defRPr>
            </a:pPr>
            <a:r>
              <a:rPr sz="1500" i="0">
                <a:solidFill>
                  <a:srgbClr val="202B33"/>
                </a:solidFill>
                <a:latin typeface="Toppan Bunkyu Mincho"/>
                <a:ea typeface="Toppan Bunkyu Mincho"/>
                <a:cs typeface="Toppan Bunkyu Mincho"/>
              </a:rPr>
              <a:t>Action chunk</a:t>
            </a:r>
          </a:p>
        </p:txBody>
      </p:sp>
      <p:sp>
        <p:nvSpPr>
          <p:cNvPr id="438" name="motor-command-sequence-top">
            <a:extLst xmlns:a="http://schemas.openxmlformats.org/drawingml/2006/main">
              <a:ext uri="{FF2B5EF4-FFF2-40B4-BE49-F238E27FC236}">
                <a16:creationId xmlns:a16="http://schemas.microsoft.com/office/drawing/2014/main" id="{41E7006E-49D5-4F72-B5E1-FF6429F74CEF}"/>
              </a:ext>
            </a:extLst>
          </p:cNvPr>
          <p:cNvSpPr>
            <a:spLocks xmlns:a="http://schemas.openxmlformats.org/drawingml/2006/main" noGrp="1"/>
          </p:cNvSpPr>
          <p:nvPr/>
        </p:nvSpPr>
        <p:spPr>
          <a:xfrm xmlns:a="http://schemas.openxmlformats.org/drawingml/2006/main">
            <a:off x="13830300" y="4099560"/>
            <a:ext cx="1851660" cy="45720"/>
          </a:xfrm>
          <a:custGeom xmlns:a="http://schemas.openxmlformats.org/drawingml/2006/main">
            <a:pathLst>
              <a:path w="2314575" h="57150">
                <a:moveTo>
                  <a:pt x="0" y="57150"/>
                </a:moveTo>
                <a:lnTo>
                  <a:pt x="57150" y="0"/>
                </a:lnTo>
                <a:lnTo>
                  <a:pt x="2314575" y="0"/>
                </a:lnTo>
                <a:lnTo>
                  <a:pt x="2257425" y="57150"/>
                </a:lnTo>
                <a:close/>
              </a:path>
            </a:pathLst>
          </a:custGeom>
          <a:solidFill xmlns:a="http://schemas.openxmlformats.org/drawingml/2006/main">
            <a:srgbClr val="F9FAFD"/>
          </a:solidFill>
          <a:ln xmlns:a="http://schemas.openxmlformats.org/drawingml/2006/main" w="11430">
            <a:solidFill>
              <a:srgbClr val="63788A"/>
            </a:solidFill>
          </a:ln>
        </p:spPr>
      </p:sp>
      <p:sp>
        <p:nvSpPr>
          <p:cNvPr id="439" name="motor-command-sequence-side">
            <a:extLst xmlns:a="http://schemas.openxmlformats.org/drawingml/2006/main">
              <a:ext uri="{FF2B5EF4-FFF2-40B4-BE49-F238E27FC236}">
                <a16:creationId xmlns:a16="http://schemas.microsoft.com/office/drawing/2014/main" id="{11C72291-4DFC-40EE-8C54-AE637B26E620}"/>
              </a:ext>
            </a:extLst>
          </p:cNvPr>
          <p:cNvSpPr>
            <a:spLocks xmlns:a="http://schemas.openxmlformats.org/drawingml/2006/main" noGrp="1"/>
          </p:cNvSpPr>
          <p:nvPr/>
        </p:nvSpPr>
        <p:spPr>
          <a:xfrm xmlns:a="http://schemas.openxmlformats.org/drawingml/2006/main">
            <a:off x="15636240" y="4099560"/>
            <a:ext cx="45720" cy="434340"/>
          </a:xfrm>
          <a:custGeom xmlns:a="http://schemas.openxmlformats.org/drawingml/2006/main">
            <a:pathLst>
              <a:path w="57150" h="542925">
                <a:moveTo>
                  <a:pt x="0" y="57150"/>
                </a:moveTo>
                <a:lnTo>
                  <a:pt x="57150" y="0"/>
                </a:lnTo>
                <a:lnTo>
                  <a:pt x="57150" y="485775"/>
                </a:lnTo>
                <a:lnTo>
                  <a:pt x="0" y="542925"/>
                </a:lnTo>
                <a:close/>
              </a:path>
            </a:pathLst>
          </a:custGeom>
          <a:solidFill xmlns:a="http://schemas.openxmlformats.org/drawingml/2006/main">
            <a:srgbClr val="BDCAD5"/>
          </a:solidFill>
          <a:ln xmlns:a="http://schemas.openxmlformats.org/drawingml/2006/main" w="11430">
            <a:solidFill>
              <a:srgbClr val="63788A"/>
            </a:solidFill>
          </a:ln>
        </p:spPr>
      </p:sp>
      <p:sp>
        <p:nvSpPr>
          <p:cNvPr id="440" name="motor-command-sequence-front">
            <a:extLst xmlns:a="http://schemas.openxmlformats.org/drawingml/2006/main">
              <a:ext uri="{FF2B5EF4-FFF2-40B4-BE49-F238E27FC236}">
                <a16:creationId xmlns:a16="http://schemas.microsoft.com/office/drawing/2014/main" id="{C22BBC2C-B2DE-4AFB-AD90-BD468BE139BF}"/>
              </a:ext>
            </a:extLst>
          </p:cNvPr>
          <p:cNvSpPr>
            <a:spLocks xmlns:a="http://schemas.openxmlformats.org/drawingml/2006/main" noGrp="1"/>
          </p:cNvSpPr>
          <p:nvPr/>
        </p:nvSpPr>
        <p:spPr>
          <a:xfrm xmlns:a="http://schemas.openxmlformats.org/drawingml/2006/main">
            <a:off x="13830300" y="4145280"/>
            <a:ext cx="1805940" cy="388620"/>
          </a:xfrm>
          <a:prstGeom xmlns:a="http://schemas.openxmlformats.org/drawingml/2006/main" prst="rect">
            <a:avLst/>
          </a:prstGeom>
          <a:solidFill xmlns:a="http://schemas.openxmlformats.org/drawingml/2006/main">
            <a:srgbClr val="EEF2F5"/>
          </a:solidFill>
          <a:ln xmlns:a="http://schemas.openxmlformats.org/drawingml/2006/main" w="8382">
            <a:solidFill>
              <a:srgbClr val="63788A"/>
            </a:solidFill>
          </a:ln>
        </p:spPr>
        <p:style>
          <a:lnRef xmlns:a="http://schemas.openxmlformats.org/drawingml/2006/main" idx="0"/>
          <a:fillRef xmlns:a="http://schemas.openxmlformats.org/drawingml/2006/main" idx="0"/>
          <a:effectRef xmlns:a="http://schemas.openxmlformats.org/drawingml/2006/main" idx="11"/>
          <a:fontRef xmlns:a="http://schemas.openxmlformats.org/drawingml/2006/main" idx="major"/>
        </p:style>
      </p:sp>
      <p:sp>
        <p:nvSpPr>
          <p:cNvPr id="441" name="action-coordinate-0-0">
            <a:extLst xmlns:a="http://schemas.openxmlformats.org/drawingml/2006/main">
              <a:ext uri="{FF2B5EF4-FFF2-40B4-BE49-F238E27FC236}">
                <a16:creationId xmlns:a16="http://schemas.microsoft.com/office/drawing/2014/main" id="{812862E8-DA78-4B50-AAC2-7ACB28DD5A9A}"/>
              </a:ext>
            </a:extLst>
          </p:cNvPr>
          <p:cNvSpPr>
            <a:spLocks xmlns:a="http://schemas.openxmlformats.org/drawingml/2006/main" noGrp="1"/>
          </p:cNvSpPr>
          <p:nvPr/>
        </p:nvSpPr>
        <p:spPr>
          <a:xfrm xmlns:a="http://schemas.openxmlformats.org/drawingml/2006/main">
            <a:off x="13891260" y="4198620"/>
            <a:ext cx="167640" cy="60960"/>
          </a:xfrm>
          <a:prstGeom xmlns:a="http://schemas.openxmlformats.org/drawingml/2006/main" prst="rect">
            <a:avLst/>
          </a:prstGeom>
          <a:solidFill xmlns:a="http://schemas.openxmlformats.org/drawingml/2006/main">
            <a:srgbClr val="698CA8"/>
          </a:solidFill>
          <a:ln xmlns:a="http://schemas.openxmlformats.org/drawingml/2006/main" w="0">
            <a:noFill/>
          </a:ln>
        </p:spPr>
      </p:sp>
      <p:sp>
        <p:nvSpPr>
          <p:cNvPr id="442" name="action-coordinate-0-1">
            <a:extLst xmlns:a="http://schemas.openxmlformats.org/drawingml/2006/main">
              <a:ext uri="{FF2B5EF4-FFF2-40B4-BE49-F238E27FC236}">
                <a16:creationId xmlns:a16="http://schemas.microsoft.com/office/drawing/2014/main" id="{DE0D1BD8-B0D7-4133-AA6F-F31C5250B469}"/>
              </a:ext>
            </a:extLst>
          </p:cNvPr>
          <p:cNvSpPr>
            <a:spLocks xmlns:a="http://schemas.openxmlformats.org/drawingml/2006/main" noGrp="1"/>
          </p:cNvSpPr>
          <p:nvPr/>
        </p:nvSpPr>
        <p:spPr>
          <a:xfrm xmlns:a="http://schemas.openxmlformats.org/drawingml/2006/main">
            <a:off x="13891260" y="4290060"/>
            <a:ext cx="167640" cy="60960"/>
          </a:xfrm>
          <a:prstGeom xmlns:a="http://schemas.openxmlformats.org/drawingml/2006/main" prst="rect">
            <a:avLst/>
          </a:prstGeom>
          <a:solidFill xmlns:a="http://schemas.openxmlformats.org/drawingml/2006/main">
            <a:srgbClr val="94AEC2"/>
          </a:solidFill>
          <a:ln xmlns:a="http://schemas.openxmlformats.org/drawingml/2006/main" w="0">
            <a:noFill/>
          </a:ln>
        </p:spPr>
      </p:sp>
      <p:sp>
        <p:nvSpPr>
          <p:cNvPr id="443" name="action-coordinate-0-2">
            <a:extLst xmlns:a="http://schemas.openxmlformats.org/drawingml/2006/main">
              <a:ext uri="{FF2B5EF4-FFF2-40B4-BE49-F238E27FC236}">
                <a16:creationId xmlns:a16="http://schemas.microsoft.com/office/drawing/2014/main" id="{ACD22DE2-BD35-407E-BEA2-6945EC50BBC8}"/>
              </a:ext>
            </a:extLst>
          </p:cNvPr>
          <p:cNvSpPr>
            <a:spLocks xmlns:a="http://schemas.openxmlformats.org/drawingml/2006/main" noGrp="1"/>
          </p:cNvSpPr>
          <p:nvPr/>
        </p:nvSpPr>
        <p:spPr>
          <a:xfrm xmlns:a="http://schemas.openxmlformats.org/drawingml/2006/main">
            <a:off x="13891260" y="4381500"/>
            <a:ext cx="167640" cy="60960"/>
          </a:xfrm>
          <a:prstGeom xmlns:a="http://schemas.openxmlformats.org/drawingml/2006/main" prst="rect">
            <a:avLst/>
          </a:prstGeom>
          <a:solidFill xmlns:a="http://schemas.openxmlformats.org/drawingml/2006/main">
            <a:srgbClr val="BBCBD8"/>
          </a:solidFill>
          <a:ln xmlns:a="http://schemas.openxmlformats.org/drawingml/2006/main" w="0">
            <a:noFill/>
          </a:ln>
        </p:spPr>
      </p:sp>
      <p:sp>
        <p:nvSpPr>
          <p:cNvPr id="444" name="action-coordinate-1-0">
            <a:extLst xmlns:a="http://schemas.openxmlformats.org/drawingml/2006/main">
              <a:ext uri="{FF2B5EF4-FFF2-40B4-BE49-F238E27FC236}">
                <a16:creationId xmlns:a16="http://schemas.microsoft.com/office/drawing/2014/main" id="{4EF8D356-5955-48D5-B7C2-B0C5EDB818A7}"/>
              </a:ext>
            </a:extLst>
          </p:cNvPr>
          <p:cNvSpPr>
            <a:spLocks xmlns:a="http://schemas.openxmlformats.org/drawingml/2006/main" noGrp="1"/>
          </p:cNvSpPr>
          <p:nvPr/>
        </p:nvSpPr>
        <p:spPr>
          <a:xfrm xmlns:a="http://schemas.openxmlformats.org/drawingml/2006/main">
            <a:off x="14104620" y="4198620"/>
            <a:ext cx="167640" cy="60960"/>
          </a:xfrm>
          <a:prstGeom xmlns:a="http://schemas.openxmlformats.org/drawingml/2006/main" prst="rect">
            <a:avLst/>
          </a:prstGeom>
          <a:solidFill xmlns:a="http://schemas.openxmlformats.org/drawingml/2006/main">
            <a:srgbClr val="698CA8"/>
          </a:solidFill>
          <a:ln xmlns:a="http://schemas.openxmlformats.org/drawingml/2006/main" w="0">
            <a:noFill/>
          </a:ln>
        </p:spPr>
      </p:sp>
      <p:sp>
        <p:nvSpPr>
          <p:cNvPr id="445" name="action-coordinate-1-1">
            <a:extLst xmlns:a="http://schemas.openxmlformats.org/drawingml/2006/main">
              <a:ext uri="{FF2B5EF4-FFF2-40B4-BE49-F238E27FC236}">
                <a16:creationId xmlns:a16="http://schemas.microsoft.com/office/drawing/2014/main" id="{691F8C33-16E3-42DC-BED2-4ED36AB4B2B6}"/>
              </a:ext>
            </a:extLst>
          </p:cNvPr>
          <p:cNvSpPr>
            <a:spLocks xmlns:a="http://schemas.openxmlformats.org/drawingml/2006/main" noGrp="1"/>
          </p:cNvSpPr>
          <p:nvPr/>
        </p:nvSpPr>
        <p:spPr>
          <a:xfrm xmlns:a="http://schemas.openxmlformats.org/drawingml/2006/main">
            <a:off x="14104620" y="4290060"/>
            <a:ext cx="167640" cy="60960"/>
          </a:xfrm>
          <a:prstGeom xmlns:a="http://schemas.openxmlformats.org/drawingml/2006/main" prst="rect">
            <a:avLst/>
          </a:prstGeom>
          <a:solidFill xmlns:a="http://schemas.openxmlformats.org/drawingml/2006/main">
            <a:srgbClr val="94AEC2"/>
          </a:solidFill>
          <a:ln xmlns:a="http://schemas.openxmlformats.org/drawingml/2006/main" w="0">
            <a:noFill/>
          </a:ln>
        </p:spPr>
      </p:sp>
      <p:sp>
        <p:nvSpPr>
          <p:cNvPr id="446" name="action-coordinate-1-2">
            <a:extLst xmlns:a="http://schemas.openxmlformats.org/drawingml/2006/main">
              <a:ext uri="{FF2B5EF4-FFF2-40B4-BE49-F238E27FC236}">
                <a16:creationId xmlns:a16="http://schemas.microsoft.com/office/drawing/2014/main" id="{3A4E7A08-3365-437A-8D89-84A3698A63D3}"/>
              </a:ext>
            </a:extLst>
          </p:cNvPr>
          <p:cNvSpPr>
            <a:spLocks xmlns:a="http://schemas.openxmlformats.org/drawingml/2006/main" noGrp="1"/>
          </p:cNvSpPr>
          <p:nvPr/>
        </p:nvSpPr>
        <p:spPr>
          <a:xfrm xmlns:a="http://schemas.openxmlformats.org/drawingml/2006/main">
            <a:off x="14104620" y="4381500"/>
            <a:ext cx="167640" cy="60960"/>
          </a:xfrm>
          <a:prstGeom xmlns:a="http://schemas.openxmlformats.org/drawingml/2006/main" prst="rect">
            <a:avLst/>
          </a:prstGeom>
          <a:solidFill xmlns:a="http://schemas.openxmlformats.org/drawingml/2006/main">
            <a:srgbClr val="BBCBD8"/>
          </a:solidFill>
          <a:ln xmlns:a="http://schemas.openxmlformats.org/drawingml/2006/main" w="0">
            <a:noFill/>
          </a:ln>
        </p:spPr>
      </p:sp>
      <p:sp>
        <p:nvSpPr>
          <p:cNvPr id="447" name="action-coordinate-2-0">
            <a:extLst xmlns:a="http://schemas.openxmlformats.org/drawingml/2006/main">
              <a:ext uri="{FF2B5EF4-FFF2-40B4-BE49-F238E27FC236}">
                <a16:creationId xmlns:a16="http://schemas.microsoft.com/office/drawing/2014/main" id="{91104D03-FF9D-4780-AE50-F5B2172F738E}"/>
              </a:ext>
            </a:extLst>
          </p:cNvPr>
          <p:cNvSpPr>
            <a:spLocks xmlns:a="http://schemas.openxmlformats.org/drawingml/2006/main" noGrp="1"/>
          </p:cNvSpPr>
          <p:nvPr/>
        </p:nvSpPr>
        <p:spPr>
          <a:xfrm xmlns:a="http://schemas.openxmlformats.org/drawingml/2006/main">
            <a:off x="14317980" y="4198620"/>
            <a:ext cx="167640" cy="60960"/>
          </a:xfrm>
          <a:prstGeom xmlns:a="http://schemas.openxmlformats.org/drawingml/2006/main" prst="rect">
            <a:avLst/>
          </a:prstGeom>
          <a:solidFill xmlns:a="http://schemas.openxmlformats.org/drawingml/2006/main">
            <a:srgbClr val="698CA8"/>
          </a:solidFill>
          <a:ln xmlns:a="http://schemas.openxmlformats.org/drawingml/2006/main" w="0">
            <a:noFill/>
          </a:ln>
        </p:spPr>
      </p:sp>
      <p:sp>
        <p:nvSpPr>
          <p:cNvPr id="448" name="action-coordinate-2-1">
            <a:extLst xmlns:a="http://schemas.openxmlformats.org/drawingml/2006/main">
              <a:ext uri="{FF2B5EF4-FFF2-40B4-BE49-F238E27FC236}">
                <a16:creationId xmlns:a16="http://schemas.microsoft.com/office/drawing/2014/main" id="{72CA1664-AE0C-488A-B28E-4AE95F1D84A7}"/>
              </a:ext>
            </a:extLst>
          </p:cNvPr>
          <p:cNvSpPr>
            <a:spLocks xmlns:a="http://schemas.openxmlformats.org/drawingml/2006/main" noGrp="1"/>
          </p:cNvSpPr>
          <p:nvPr/>
        </p:nvSpPr>
        <p:spPr>
          <a:xfrm xmlns:a="http://schemas.openxmlformats.org/drawingml/2006/main">
            <a:off x="14317980" y="4290060"/>
            <a:ext cx="167640" cy="60960"/>
          </a:xfrm>
          <a:prstGeom xmlns:a="http://schemas.openxmlformats.org/drawingml/2006/main" prst="rect">
            <a:avLst/>
          </a:prstGeom>
          <a:solidFill xmlns:a="http://schemas.openxmlformats.org/drawingml/2006/main">
            <a:srgbClr val="94AEC2"/>
          </a:solidFill>
          <a:ln xmlns:a="http://schemas.openxmlformats.org/drawingml/2006/main" w="0">
            <a:noFill/>
          </a:ln>
        </p:spPr>
      </p:sp>
      <p:sp>
        <p:nvSpPr>
          <p:cNvPr id="449" name="action-coordinate-2-2">
            <a:extLst xmlns:a="http://schemas.openxmlformats.org/drawingml/2006/main">
              <a:ext uri="{FF2B5EF4-FFF2-40B4-BE49-F238E27FC236}">
                <a16:creationId xmlns:a16="http://schemas.microsoft.com/office/drawing/2014/main" id="{A7F3E6FA-B942-49AC-A24C-047A20B99BA9}"/>
              </a:ext>
            </a:extLst>
          </p:cNvPr>
          <p:cNvSpPr>
            <a:spLocks xmlns:a="http://schemas.openxmlformats.org/drawingml/2006/main" noGrp="1"/>
          </p:cNvSpPr>
          <p:nvPr/>
        </p:nvSpPr>
        <p:spPr>
          <a:xfrm xmlns:a="http://schemas.openxmlformats.org/drawingml/2006/main">
            <a:off x="14317980" y="4381500"/>
            <a:ext cx="167640" cy="60960"/>
          </a:xfrm>
          <a:prstGeom xmlns:a="http://schemas.openxmlformats.org/drawingml/2006/main" prst="rect">
            <a:avLst/>
          </a:prstGeom>
          <a:solidFill xmlns:a="http://schemas.openxmlformats.org/drawingml/2006/main">
            <a:srgbClr val="BBCBD8"/>
          </a:solidFill>
          <a:ln xmlns:a="http://schemas.openxmlformats.org/drawingml/2006/main" w="0">
            <a:noFill/>
          </a:ln>
        </p:spPr>
      </p:sp>
      <p:sp>
        <p:nvSpPr>
          <p:cNvPr id="450" name="action-coordinate-3-0">
            <a:extLst xmlns:a="http://schemas.openxmlformats.org/drawingml/2006/main">
              <a:ext uri="{FF2B5EF4-FFF2-40B4-BE49-F238E27FC236}">
                <a16:creationId xmlns:a16="http://schemas.microsoft.com/office/drawing/2014/main" id="{FAA0A58B-82A4-4BD4-80DF-0E9DEAE510CF}"/>
              </a:ext>
            </a:extLst>
          </p:cNvPr>
          <p:cNvSpPr>
            <a:spLocks xmlns:a="http://schemas.openxmlformats.org/drawingml/2006/main" noGrp="1"/>
          </p:cNvSpPr>
          <p:nvPr/>
        </p:nvSpPr>
        <p:spPr>
          <a:xfrm xmlns:a="http://schemas.openxmlformats.org/drawingml/2006/main">
            <a:off x="14531340" y="4198620"/>
            <a:ext cx="167640" cy="60960"/>
          </a:xfrm>
          <a:prstGeom xmlns:a="http://schemas.openxmlformats.org/drawingml/2006/main" prst="rect">
            <a:avLst/>
          </a:prstGeom>
          <a:solidFill xmlns:a="http://schemas.openxmlformats.org/drawingml/2006/main">
            <a:srgbClr val="C3D0DA"/>
          </a:solidFill>
          <a:ln xmlns:a="http://schemas.openxmlformats.org/drawingml/2006/main" w="0">
            <a:noFill/>
          </a:ln>
        </p:spPr>
      </p:sp>
      <p:sp>
        <p:nvSpPr>
          <p:cNvPr id="451" name="action-coordinate-3-1">
            <a:extLst xmlns:a="http://schemas.openxmlformats.org/drawingml/2006/main">
              <a:ext uri="{FF2B5EF4-FFF2-40B4-BE49-F238E27FC236}">
                <a16:creationId xmlns:a16="http://schemas.microsoft.com/office/drawing/2014/main" id="{AC977B6F-1DB5-4CDD-B259-6FBDECDD5E42}"/>
              </a:ext>
            </a:extLst>
          </p:cNvPr>
          <p:cNvSpPr>
            <a:spLocks xmlns:a="http://schemas.openxmlformats.org/drawingml/2006/main" noGrp="1"/>
          </p:cNvSpPr>
          <p:nvPr/>
        </p:nvSpPr>
        <p:spPr>
          <a:xfrm xmlns:a="http://schemas.openxmlformats.org/drawingml/2006/main">
            <a:off x="14531340" y="4290060"/>
            <a:ext cx="167640" cy="60960"/>
          </a:xfrm>
          <a:prstGeom xmlns:a="http://schemas.openxmlformats.org/drawingml/2006/main" prst="rect">
            <a:avLst/>
          </a:prstGeom>
          <a:solidFill xmlns:a="http://schemas.openxmlformats.org/drawingml/2006/main">
            <a:srgbClr val="DEE5EB"/>
          </a:solidFill>
          <a:ln xmlns:a="http://schemas.openxmlformats.org/drawingml/2006/main" w="0">
            <a:noFill/>
          </a:ln>
        </p:spPr>
      </p:sp>
      <p:sp>
        <p:nvSpPr>
          <p:cNvPr id="452" name="action-coordinate-3-2">
            <a:extLst xmlns:a="http://schemas.openxmlformats.org/drawingml/2006/main">
              <a:ext uri="{FF2B5EF4-FFF2-40B4-BE49-F238E27FC236}">
                <a16:creationId xmlns:a16="http://schemas.microsoft.com/office/drawing/2014/main" id="{FA3C72B0-C07A-4FEA-9E58-6951A086FFB5}"/>
              </a:ext>
            </a:extLst>
          </p:cNvPr>
          <p:cNvSpPr>
            <a:spLocks xmlns:a="http://schemas.openxmlformats.org/drawingml/2006/main" noGrp="1"/>
          </p:cNvSpPr>
          <p:nvPr/>
        </p:nvSpPr>
        <p:spPr>
          <a:xfrm xmlns:a="http://schemas.openxmlformats.org/drawingml/2006/main">
            <a:off x="14531340" y="4381500"/>
            <a:ext cx="167640" cy="60960"/>
          </a:xfrm>
          <a:prstGeom xmlns:a="http://schemas.openxmlformats.org/drawingml/2006/main" prst="rect">
            <a:avLst/>
          </a:prstGeom>
          <a:solidFill xmlns:a="http://schemas.openxmlformats.org/drawingml/2006/main">
            <a:srgbClr val="B8C8D4"/>
          </a:solidFill>
          <a:ln xmlns:a="http://schemas.openxmlformats.org/drawingml/2006/main" w="0">
            <a:noFill/>
          </a:ln>
        </p:spPr>
      </p:sp>
      <p:sp>
        <p:nvSpPr>
          <p:cNvPr id="453" name="action-coordinate-4-0">
            <a:extLst xmlns:a="http://schemas.openxmlformats.org/drawingml/2006/main">
              <a:ext uri="{FF2B5EF4-FFF2-40B4-BE49-F238E27FC236}">
                <a16:creationId xmlns:a16="http://schemas.microsoft.com/office/drawing/2014/main" id="{E943AA28-A9D3-45A0-A408-2CD1D1526F1B}"/>
              </a:ext>
            </a:extLst>
          </p:cNvPr>
          <p:cNvSpPr>
            <a:spLocks xmlns:a="http://schemas.openxmlformats.org/drawingml/2006/main" noGrp="1"/>
          </p:cNvSpPr>
          <p:nvPr/>
        </p:nvSpPr>
        <p:spPr>
          <a:xfrm xmlns:a="http://schemas.openxmlformats.org/drawingml/2006/main">
            <a:off x="14744700" y="4198620"/>
            <a:ext cx="167640" cy="60960"/>
          </a:xfrm>
          <a:prstGeom xmlns:a="http://schemas.openxmlformats.org/drawingml/2006/main" prst="rect">
            <a:avLst/>
          </a:prstGeom>
          <a:solidFill xmlns:a="http://schemas.openxmlformats.org/drawingml/2006/main">
            <a:srgbClr val="DEE5EB"/>
          </a:solidFill>
          <a:ln xmlns:a="http://schemas.openxmlformats.org/drawingml/2006/main" w="0">
            <a:noFill/>
          </a:ln>
        </p:spPr>
      </p:sp>
      <p:sp>
        <p:nvSpPr>
          <p:cNvPr id="454" name="action-coordinate-4-1">
            <a:extLst xmlns:a="http://schemas.openxmlformats.org/drawingml/2006/main">
              <a:ext uri="{FF2B5EF4-FFF2-40B4-BE49-F238E27FC236}">
                <a16:creationId xmlns:a16="http://schemas.microsoft.com/office/drawing/2014/main" id="{BA1C16CD-E2B1-4759-B45A-E158D306EC7E}"/>
              </a:ext>
            </a:extLst>
          </p:cNvPr>
          <p:cNvSpPr>
            <a:spLocks xmlns:a="http://schemas.openxmlformats.org/drawingml/2006/main" noGrp="1"/>
          </p:cNvSpPr>
          <p:nvPr/>
        </p:nvSpPr>
        <p:spPr>
          <a:xfrm xmlns:a="http://schemas.openxmlformats.org/drawingml/2006/main">
            <a:off x="14744700" y="4290060"/>
            <a:ext cx="167640" cy="60960"/>
          </a:xfrm>
          <a:prstGeom xmlns:a="http://schemas.openxmlformats.org/drawingml/2006/main" prst="rect">
            <a:avLst/>
          </a:prstGeom>
          <a:solidFill xmlns:a="http://schemas.openxmlformats.org/drawingml/2006/main">
            <a:srgbClr val="B8C8D4"/>
          </a:solidFill>
          <a:ln xmlns:a="http://schemas.openxmlformats.org/drawingml/2006/main" w="0">
            <a:noFill/>
          </a:ln>
        </p:spPr>
      </p:sp>
      <p:sp>
        <p:nvSpPr>
          <p:cNvPr id="455" name="action-coordinate-4-2">
            <a:extLst xmlns:a="http://schemas.openxmlformats.org/drawingml/2006/main">
              <a:ext uri="{FF2B5EF4-FFF2-40B4-BE49-F238E27FC236}">
                <a16:creationId xmlns:a16="http://schemas.microsoft.com/office/drawing/2014/main" id="{605A6ED3-4189-4EC3-B4A8-5621B0A19F07}"/>
              </a:ext>
            </a:extLst>
          </p:cNvPr>
          <p:cNvSpPr>
            <a:spLocks xmlns:a="http://schemas.openxmlformats.org/drawingml/2006/main" noGrp="1"/>
          </p:cNvSpPr>
          <p:nvPr/>
        </p:nvSpPr>
        <p:spPr>
          <a:xfrm xmlns:a="http://schemas.openxmlformats.org/drawingml/2006/main">
            <a:off x="14744700" y="4381500"/>
            <a:ext cx="167640" cy="60960"/>
          </a:xfrm>
          <a:prstGeom xmlns:a="http://schemas.openxmlformats.org/drawingml/2006/main" prst="rect">
            <a:avLst/>
          </a:prstGeom>
          <a:solidFill xmlns:a="http://schemas.openxmlformats.org/drawingml/2006/main">
            <a:srgbClr val="C3D0DA"/>
          </a:solidFill>
          <a:ln xmlns:a="http://schemas.openxmlformats.org/drawingml/2006/main" w="0">
            <a:noFill/>
          </a:ln>
        </p:spPr>
      </p:sp>
      <p:sp>
        <p:nvSpPr>
          <p:cNvPr id="456" name="action-coordinate-5-0">
            <a:extLst xmlns:a="http://schemas.openxmlformats.org/drawingml/2006/main">
              <a:ext uri="{FF2B5EF4-FFF2-40B4-BE49-F238E27FC236}">
                <a16:creationId xmlns:a16="http://schemas.microsoft.com/office/drawing/2014/main" id="{52136939-EDF4-423A-BBF0-0FB4C1B760F7}"/>
              </a:ext>
            </a:extLst>
          </p:cNvPr>
          <p:cNvSpPr>
            <a:spLocks xmlns:a="http://schemas.openxmlformats.org/drawingml/2006/main" noGrp="1"/>
          </p:cNvSpPr>
          <p:nvPr/>
        </p:nvSpPr>
        <p:spPr>
          <a:xfrm xmlns:a="http://schemas.openxmlformats.org/drawingml/2006/main">
            <a:off x="14958060" y="4198620"/>
            <a:ext cx="167640" cy="60960"/>
          </a:xfrm>
          <a:prstGeom xmlns:a="http://schemas.openxmlformats.org/drawingml/2006/main" prst="rect">
            <a:avLst/>
          </a:prstGeom>
          <a:solidFill xmlns:a="http://schemas.openxmlformats.org/drawingml/2006/main">
            <a:srgbClr val="B8C8D4"/>
          </a:solidFill>
          <a:ln xmlns:a="http://schemas.openxmlformats.org/drawingml/2006/main" w="0">
            <a:noFill/>
          </a:ln>
        </p:spPr>
      </p:sp>
      <p:sp>
        <p:nvSpPr>
          <p:cNvPr id="457" name="action-coordinate-5-1">
            <a:extLst xmlns:a="http://schemas.openxmlformats.org/drawingml/2006/main">
              <a:ext uri="{FF2B5EF4-FFF2-40B4-BE49-F238E27FC236}">
                <a16:creationId xmlns:a16="http://schemas.microsoft.com/office/drawing/2014/main" id="{95BA9852-80B5-474F-97F3-3502CD0B8298}"/>
              </a:ext>
            </a:extLst>
          </p:cNvPr>
          <p:cNvSpPr>
            <a:spLocks xmlns:a="http://schemas.openxmlformats.org/drawingml/2006/main" noGrp="1"/>
          </p:cNvSpPr>
          <p:nvPr/>
        </p:nvSpPr>
        <p:spPr>
          <a:xfrm xmlns:a="http://schemas.openxmlformats.org/drawingml/2006/main">
            <a:off x="14958060" y="4290060"/>
            <a:ext cx="167640" cy="60960"/>
          </a:xfrm>
          <a:prstGeom xmlns:a="http://schemas.openxmlformats.org/drawingml/2006/main" prst="rect">
            <a:avLst/>
          </a:prstGeom>
          <a:solidFill xmlns:a="http://schemas.openxmlformats.org/drawingml/2006/main">
            <a:srgbClr val="C3D0DA"/>
          </a:solidFill>
          <a:ln xmlns:a="http://schemas.openxmlformats.org/drawingml/2006/main" w="0">
            <a:noFill/>
          </a:ln>
        </p:spPr>
      </p:sp>
      <p:sp>
        <p:nvSpPr>
          <p:cNvPr id="458" name="action-coordinate-5-2">
            <a:extLst xmlns:a="http://schemas.openxmlformats.org/drawingml/2006/main">
              <a:ext uri="{FF2B5EF4-FFF2-40B4-BE49-F238E27FC236}">
                <a16:creationId xmlns:a16="http://schemas.microsoft.com/office/drawing/2014/main" id="{DAC73DEA-198C-46F6-A765-7B91DEE6C670}"/>
              </a:ext>
            </a:extLst>
          </p:cNvPr>
          <p:cNvSpPr>
            <a:spLocks xmlns:a="http://schemas.openxmlformats.org/drawingml/2006/main" noGrp="1"/>
          </p:cNvSpPr>
          <p:nvPr/>
        </p:nvSpPr>
        <p:spPr>
          <a:xfrm xmlns:a="http://schemas.openxmlformats.org/drawingml/2006/main">
            <a:off x="14958060" y="4381500"/>
            <a:ext cx="167640" cy="60960"/>
          </a:xfrm>
          <a:prstGeom xmlns:a="http://schemas.openxmlformats.org/drawingml/2006/main" prst="rect">
            <a:avLst/>
          </a:prstGeom>
          <a:solidFill xmlns:a="http://schemas.openxmlformats.org/drawingml/2006/main">
            <a:srgbClr val="DEE5EB"/>
          </a:solidFill>
          <a:ln xmlns:a="http://schemas.openxmlformats.org/drawingml/2006/main" w="0">
            <a:noFill/>
          </a:ln>
        </p:spPr>
      </p:sp>
      <p:sp>
        <p:nvSpPr>
          <p:cNvPr id="459" name="action-coordinate-6-0">
            <a:extLst xmlns:a="http://schemas.openxmlformats.org/drawingml/2006/main">
              <a:ext uri="{FF2B5EF4-FFF2-40B4-BE49-F238E27FC236}">
                <a16:creationId xmlns:a16="http://schemas.microsoft.com/office/drawing/2014/main" id="{DCE7A098-0DDB-42B2-8E57-69C8475BE382}"/>
              </a:ext>
            </a:extLst>
          </p:cNvPr>
          <p:cNvSpPr>
            <a:spLocks xmlns:a="http://schemas.openxmlformats.org/drawingml/2006/main" noGrp="1"/>
          </p:cNvSpPr>
          <p:nvPr/>
        </p:nvSpPr>
        <p:spPr>
          <a:xfrm xmlns:a="http://schemas.openxmlformats.org/drawingml/2006/main">
            <a:off x="15171420" y="4198620"/>
            <a:ext cx="167640" cy="60960"/>
          </a:xfrm>
          <a:prstGeom xmlns:a="http://schemas.openxmlformats.org/drawingml/2006/main" prst="rect">
            <a:avLst/>
          </a:prstGeom>
          <a:solidFill xmlns:a="http://schemas.openxmlformats.org/drawingml/2006/main">
            <a:srgbClr val="C3D0DA"/>
          </a:solidFill>
          <a:ln xmlns:a="http://schemas.openxmlformats.org/drawingml/2006/main" w="0">
            <a:noFill/>
          </a:ln>
        </p:spPr>
      </p:sp>
      <p:sp>
        <p:nvSpPr>
          <p:cNvPr id="460" name="action-coordinate-6-1">
            <a:extLst xmlns:a="http://schemas.openxmlformats.org/drawingml/2006/main">
              <a:ext uri="{FF2B5EF4-FFF2-40B4-BE49-F238E27FC236}">
                <a16:creationId xmlns:a16="http://schemas.microsoft.com/office/drawing/2014/main" id="{6433293A-ADE8-4694-B84D-387250CB3BED}"/>
              </a:ext>
            </a:extLst>
          </p:cNvPr>
          <p:cNvSpPr>
            <a:spLocks xmlns:a="http://schemas.openxmlformats.org/drawingml/2006/main" noGrp="1"/>
          </p:cNvSpPr>
          <p:nvPr/>
        </p:nvSpPr>
        <p:spPr>
          <a:xfrm xmlns:a="http://schemas.openxmlformats.org/drawingml/2006/main">
            <a:off x="15171420" y="4290060"/>
            <a:ext cx="167640" cy="60960"/>
          </a:xfrm>
          <a:prstGeom xmlns:a="http://schemas.openxmlformats.org/drawingml/2006/main" prst="rect">
            <a:avLst/>
          </a:prstGeom>
          <a:solidFill xmlns:a="http://schemas.openxmlformats.org/drawingml/2006/main">
            <a:srgbClr val="DEE5EB"/>
          </a:solidFill>
          <a:ln xmlns:a="http://schemas.openxmlformats.org/drawingml/2006/main" w="0">
            <a:noFill/>
          </a:ln>
        </p:spPr>
      </p:sp>
      <p:sp>
        <p:nvSpPr>
          <p:cNvPr id="461" name="action-coordinate-6-2">
            <a:extLst xmlns:a="http://schemas.openxmlformats.org/drawingml/2006/main">
              <a:ext uri="{FF2B5EF4-FFF2-40B4-BE49-F238E27FC236}">
                <a16:creationId xmlns:a16="http://schemas.microsoft.com/office/drawing/2014/main" id="{E284A733-E9A0-4481-BE5C-277F0EF390B7}"/>
              </a:ext>
            </a:extLst>
          </p:cNvPr>
          <p:cNvSpPr>
            <a:spLocks xmlns:a="http://schemas.openxmlformats.org/drawingml/2006/main" noGrp="1"/>
          </p:cNvSpPr>
          <p:nvPr/>
        </p:nvSpPr>
        <p:spPr>
          <a:xfrm xmlns:a="http://schemas.openxmlformats.org/drawingml/2006/main">
            <a:off x="15171420" y="4381500"/>
            <a:ext cx="167640" cy="60960"/>
          </a:xfrm>
          <a:prstGeom xmlns:a="http://schemas.openxmlformats.org/drawingml/2006/main" prst="rect">
            <a:avLst/>
          </a:prstGeom>
          <a:solidFill xmlns:a="http://schemas.openxmlformats.org/drawingml/2006/main">
            <a:srgbClr val="B8C8D4"/>
          </a:solidFill>
          <a:ln xmlns:a="http://schemas.openxmlformats.org/drawingml/2006/main" w="0">
            <a:noFill/>
          </a:ln>
        </p:spPr>
      </p:sp>
      <p:sp>
        <p:nvSpPr>
          <p:cNvPr id="462" name="action-coordinate-7-0">
            <a:extLst xmlns:a="http://schemas.openxmlformats.org/drawingml/2006/main">
              <a:ext uri="{FF2B5EF4-FFF2-40B4-BE49-F238E27FC236}">
                <a16:creationId xmlns:a16="http://schemas.microsoft.com/office/drawing/2014/main" id="{00818BC1-E511-453F-89A1-4ED69C6A9527}"/>
              </a:ext>
            </a:extLst>
          </p:cNvPr>
          <p:cNvSpPr>
            <a:spLocks xmlns:a="http://schemas.openxmlformats.org/drawingml/2006/main" noGrp="1"/>
          </p:cNvSpPr>
          <p:nvPr/>
        </p:nvSpPr>
        <p:spPr>
          <a:xfrm xmlns:a="http://schemas.openxmlformats.org/drawingml/2006/main">
            <a:off x="15384780" y="4198620"/>
            <a:ext cx="167640" cy="60960"/>
          </a:xfrm>
          <a:prstGeom xmlns:a="http://schemas.openxmlformats.org/drawingml/2006/main" prst="rect">
            <a:avLst/>
          </a:prstGeom>
          <a:solidFill xmlns:a="http://schemas.openxmlformats.org/drawingml/2006/main">
            <a:srgbClr val="DEE5EB"/>
          </a:solidFill>
          <a:ln xmlns:a="http://schemas.openxmlformats.org/drawingml/2006/main" w="0">
            <a:noFill/>
          </a:ln>
        </p:spPr>
      </p:sp>
      <p:sp>
        <p:nvSpPr>
          <p:cNvPr id="463" name="action-coordinate-7-1">
            <a:extLst xmlns:a="http://schemas.openxmlformats.org/drawingml/2006/main">
              <a:ext uri="{FF2B5EF4-FFF2-40B4-BE49-F238E27FC236}">
                <a16:creationId xmlns:a16="http://schemas.microsoft.com/office/drawing/2014/main" id="{A875D659-D191-4BA6-A32C-525E0D9F1957}"/>
              </a:ext>
            </a:extLst>
          </p:cNvPr>
          <p:cNvSpPr>
            <a:spLocks xmlns:a="http://schemas.openxmlformats.org/drawingml/2006/main" noGrp="1"/>
          </p:cNvSpPr>
          <p:nvPr/>
        </p:nvSpPr>
        <p:spPr>
          <a:xfrm xmlns:a="http://schemas.openxmlformats.org/drawingml/2006/main">
            <a:off x="15384780" y="4290060"/>
            <a:ext cx="167640" cy="60960"/>
          </a:xfrm>
          <a:prstGeom xmlns:a="http://schemas.openxmlformats.org/drawingml/2006/main" prst="rect">
            <a:avLst/>
          </a:prstGeom>
          <a:solidFill xmlns:a="http://schemas.openxmlformats.org/drawingml/2006/main">
            <a:srgbClr val="B8C8D4"/>
          </a:solidFill>
          <a:ln xmlns:a="http://schemas.openxmlformats.org/drawingml/2006/main" w="0">
            <a:noFill/>
          </a:ln>
        </p:spPr>
      </p:sp>
      <p:sp>
        <p:nvSpPr>
          <p:cNvPr id="464" name="action-coordinate-7-2">
            <a:extLst xmlns:a="http://schemas.openxmlformats.org/drawingml/2006/main">
              <a:ext uri="{FF2B5EF4-FFF2-40B4-BE49-F238E27FC236}">
                <a16:creationId xmlns:a16="http://schemas.microsoft.com/office/drawing/2014/main" id="{DA9B37C2-042B-4EAA-9C3C-76688C36E7E4}"/>
              </a:ext>
            </a:extLst>
          </p:cNvPr>
          <p:cNvSpPr>
            <a:spLocks xmlns:a="http://schemas.openxmlformats.org/drawingml/2006/main" noGrp="1"/>
          </p:cNvSpPr>
          <p:nvPr/>
        </p:nvSpPr>
        <p:spPr>
          <a:xfrm xmlns:a="http://schemas.openxmlformats.org/drawingml/2006/main">
            <a:off x="15384780" y="4381500"/>
            <a:ext cx="167640" cy="60960"/>
          </a:xfrm>
          <a:prstGeom xmlns:a="http://schemas.openxmlformats.org/drawingml/2006/main" prst="rect">
            <a:avLst/>
          </a:prstGeom>
          <a:solidFill xmlns:a="http://schemas.openxmlformats.org/drawingml/2006/main">
            <a:srgbClr val="C3D0DA"/>
          </a:solidFill>
          <a:ln xmlns:a="http://schemas.openxmlformats.org/drawingml/2006/main" w="0">
            <a:noFill/>
          </a:ln>
        </p:spPr>
      </p:sp>
      <p:sp>
        <p:nvSpPr>
          <p:cNvPr id="465" name="executed-prefix-bracket">
            <a:extLst xmlns:a="http://schemas.openxmlformats.org/drawingml/2006/main">
              <a:ext uri="{FF2B5EF4-FFF2-40B4-BE49-F238E27FC236}">
                <a16:creationId xmlns:a16="http://schemas.microsoft.com/office/drawing/2014/main" id="{ACF1E65B-6867-4738-BB12-5265D546489F}"/>
              </a:ext>
            </a:extLst>
          </p:cNvPr>
          <p:cNvSpPr>
            <a:spLocks xmlns:a="http://schemas.openxmlformats.org/drawingml/2006/main" noGrp="1"/>
          </p:cNvSpPr>
          <p:nvPr/>
        </p:nvSpPr>
        <p:spPr>
          <a:xfrm xmlns:a="http://schemas.openxmlformats.org/drawingml/2006/main" flipH="0" flipV="0">
            <a:off x="13891260" y="4640580"/>
            <a:ext cx="594360" cy="0"/>
          </a:xfrm>
          <a:prstGeom xmlns:a="http://schemas.openxmlformats.org/drawingml/2006/main" prst="line">
            <a:avLst/>
          </a:prstGeom>
          <a:noFill xmlns:a="http://schemas.openxmlformats.org/drawingml/2006/main"/>
          <a:ln xmlns:a="http://schemas.openxmlformats.org/drawingml/2006/main" w="17526">
            <a:solidFill>
              <a:srgbClr val="862B36"/>
            </a:solidFill>
          </a:ln>
        </p:spPr>
      </p:sp>
      <p:sp>
        <p:nvSpPr>
          <p:cNvPr id="466" name="executed-prefix-left">
            <a:extLst xmlns:a="http://schemas.openxmlformats.org/drawingml/2006/main">
              <a:ext uri="{FF2B5EF4-FFF2-40B4-BE49-F238E27FC236}">
                <a16:creationId xmlns:a16="http://schemas.microsoft.com/office/drawing/2014/main" id="{90601643-3113-4B73-82B2-6DE94B361E7A}"/>
              </a:ext>
            </a:extLst>
          </p:cNvPr>
          <p:cNvSpPr>
            <a:spLocks xmlns:a="http://schemas.openxmlformats.org/drawingml/2006/main" noGrp="1"/>
          </p:cNvSpPr>
          <p:nvPr/>
        </p:nvSpPr>
        <p:spPr>
          <a:xfrm xmlns:a="http://schemas.openxmlformats.org/drawingml/2006/main" flipH="0" flipV="0">
            <a:off x="13891260" y="4579620"/>
            <a:ext cx="0" cy="60960"/>
          </a:xfrm>
          <a:prstGeom xmlns:a="http://schemas.openxmlformats.org/drawingml/2006/main" prst="line">
            <a:avLst/>
          </a:prstGeom>
          <a:noFill xmlns:a="http://schemas.openxmlformats.org/drawingml/2006/main"/>
          <a:ln xmlns:a="http://schemas.openxmlformats.org/drawingml/2006/main" w="17526">
            <a:solidFill>
              <a:srgbClr val="862B36"/>
            </a:solidFill>
          </a:ln>
        </p:spPr>
      </p:sp>
      <p:sp>
        <p:nvSpPr>
          <p:cNvPr id="467" name="executed-prefix-right">
            <a:extLst xmlns:a="http://schemas.openxmlformats.org/drawingml/2006/main">
              <a:ext uri="{FF2B5EF4-FFF2-40B4-BE49-F238E27FC236}">
                <a16:creationId xmlns:a16="http://schemas.microsoft.com/office/drawing/2014/main" id="{D2B1C749-0AEA-45D6-B292-9BD331BF1688}"/>
              </a:ext>
            </a:extLst>
          </p:cNvPr>
          <p:cNvSpPr>
            <a:spLocks xmlns:a="http://schemas.openxmlformats.org/drawingml/2006/main" noGrp="1"/>
          </p:cNvSpPr>
          <p:nvPr/>
        </p:nvSpPr>
        <p:spPr>
          <a:xfrm xmlns:a="http://schemas.openxmlformats.org/drawingml/2006/main" flipH="0" flipV="0">
            <a:off x="14485620" y="4579620"/>
            <a:ext cx="0" cy="60960"/>
          </a:xfrm>
          <a:prstGeom xmlns:a="http://schemas.openxmlformats.org/drawingml/2006/main" prst="line">
            <a:avLst/>
          </a:prstGeom>
          <a:noFill xmlns:a="http://schemas.openxmlformats.org/drawingml/2006/main"/>
          <a:ln xmlns:a="http://schemas.openxmlformats.org/drawingml/2006/main" w="17526">
            <a:solidFill>
              <a:srgbClr val="862B36"/>
            </a:solidFill>
          </a:ln>
        </p:spPr>
      </p:sp>
      <p:sp>
        <p:nvSpPr>
          <p:cNvPr id="468" name="action-execution">
            <a:extLst xmlns:a="http://schemas.openxmlformats.org/drawingml/2006/main">
              <a:ext uri="{FF2B5EF4-FFF2-40B4-BE49-F238E27FC236}">
                <a16:creationId xmlns:a16="http://schemas.microsoft.com/office/drawing/2014/main" id="{E7B273EC-7302-4AA3-B645-57D3A386060F}"/>
              </a:ext>
            </a:extLst>
          </p:cNvPr>
          <p:cNvSpPr>
            <a:spLocks xmlns:a="http://schemas.openxmlformats.org/drawingml/2006/main" noGrp="1"/>
          </p:cNvSpPr>
          <p:nvPr/>
        </p:nvSpPr>
        <p:spPr>
          <a:xfrm xmlns:a="http://schemas.openxmlformats.org/drawingml/2006/main">
            <a:off x="13830300" y="4678680"/>
            <a:ext cx="115062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40" i="0">
                <a:solidFill>
                  <a:srgbClr val="657580"/>
                </a:solidFill>
                <a:latin typeface="Toppan Bunkyu Mincho"/>
                <a:ea typeface="Toppan Bunkyu Mincho"/>
                <a:cs typeface="Toppan Bunkyu Mincho"/>
              </a:defRPr>
            </a:pPr>
            <a:r>
              <a:rPr sz="1140" i="0">
                <a:solidFill>
                  <a:srgbClr val="657580"/>
                </a:solidFill>
                <a:latin typeface="Toppan Bunkyu Mincho"/>
                <a:ea typeface="Toppan Bunkyu Mincho"/>
                <a:cs typeface="Toppan Bunkyu Mincho"/>
              </a:rPr>
              <a:t>Execute prefix</a:t>
            </a:r>
          </a:p>
        </p:txBody>
      </p:sp>
      <p:pic>
        <p:nvPicPr>
          <p:cNvPr id="944" name=""/>
          <p:cNvPicPr>
            <a:picLocks xmlns:a="http://schemas.openxmlformats.org/drawingml/2006/main" noChangeAspect="1"/>
          </p:cNvPicPr>
          <p:nvPr/>
        </p:nvPicPr>
        <p:blipFill>
          <a:blip xmlns:r="http://schemas.openxmlformats.org/officeDocument/2006/relationships" xmlns:a="http://schemas.openxmlformats.org/drawingml/2006/main" r:embed="R30d562d8963846d3">
            <a:extLst>
              <a:ext uri="{96DAC541-7B7A-43D3-8B79-37D633B846F1}">
                <asvg:svgBlip xmlns:asvg="http://schemas.microsoft.com/office/drawing/2016/SVG/main" r:embed="R7c4f2142a8a24fb2"/>
              </a:ext>
            </a:extLst>
          </a:blip>
          <a:stretch xmlns:a="http://schemas.openxmlformats.org/drawingml/2006/main"/>
        </p:blipFill>
        <p:spPr>
          <a:xfrm xmlns:a="http://schemas.openxmlformats.org/drawingml/2006/main">
            <a:off x="15211273" y="4617872"/>
            <a:ext cx="354635" cy="190195"/>
          </a:xfrm>
          <a:prstGeom xmlns:a="http://schemas.openxmlformats.org/drawingml/2006/main" prst="rect">
            <a:avLst/>
          </a:prstGeom>
        </p:spPr>
      </p:pic>
      <p:sp>
        <p:nvSpPr>
          <p:cNvPr id="470" name="output-separator-2">
            <a:extLst xmlns:a="http://schemas.openxmlformats.org/drawingml/2006/main">
              <a:ext uri="{FF2B5EF4-FFF2-40B4-BE49-F238E27FC236}">
                <a16:creationId xmlns:a16="http://schemas.microsoft.com/office/drawing/2014/main" id="{C4BEE1D3-1D20-4A72-B667-4E700D2112DD}"/>
              </a:ext>
            </a:extLst>
          </p:cNvPr>
          <p:cNvSpPr>
            <a:spLocks xmlns:a="http://schemas.openxmlformats.org/drawingml/2006/main" noGrp="1"/>
          </p:cNvSpPr>
          <p:nvPr/>
        </p:nvSpPr>
        <p:spPr>
          <a:xfrm xmlns:a="http://schemas.openxmlformats.org/drawingml/2006/main" flipH="0" flipV="0">
            <a:off x="13830300" y="4930140"/>
            <a:ext cx="1866900" cy="0"/>
          </a:xfrm>
          <a:prstGeom xmlns:a="http://schemas.openxmlformats.org/drawingml/2006/main" prst="line">
            <a:avLst/>
          </a:prstGeom>
          <a:noFill xmlns:a="http://schemas.openxmlformats.org/drawingml/2006/main"/>
          <a:ln xmlns:a="http://schemas.openxmlformats.org/drawingml/2006/main" w="6096">
            <a:solidFill>
              <a:srgbClr val="CCD5DB"/>
            </a:solidFill>
          </a:ln>
        </p:spPr>
      </p:sp>
      <p:sp>
        <p:nvSpPr>
          <p:cNvPr id="471" name="consequence-label">
            <a:extLst xmlns:a="http://schemas.openxmlformats.org/drawingml/2006/main">
              <a:ext uri="{FF2B5EF4-FFF2-40B4-BE49-F238E27FC236}">
                <a16:creationId xmlns:a16="http://schemas.microsoft.com/office/drawing/2014/main" id="{73A83E1D-031B-4E4E-8732-A3DA3F59C59E}"/>
              </a:ext>
            </a:extLst>
          </p:cNvPr>
          <p:cNvSpPr>
            <a:spLocks xmlns:a="http://schemas.openxmlformats.org/drawingml/2006/main" noGrp="1"/>
          </p:cNvSpPr>
          <p:nvPr/>
        </p:nvSpPr>
        <p:spPr>
          <a:xfrm xmlns:a="http://schemas.openxmlformats.org/drawingml/2006/main">
            <a:off x="13830300" y="5006340"/>
            <a:ext cx="1866900" cy="236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40" i="0">
                <a:solidFill>
                  <a:srgbClr val="202B33"/>
                </a:solidFill>
                <a:latin typeface="Toppan Bunkyu Mincho"/>
                <a:ea typeface="Toppan Bunkyu Mincho"/>
                <a:cs typeface="Toppan Bunkyu Mincho"/>
              </a:defRPr>
            </a:pPr>
            <a:r>
              <a:rPr sz="1440" i="0">
                <a:solidFill>
                  <a:srgbClr val="202B33"/>
                </a:solidFill>
                <a:latin typeface="Toppan Bunkyu Mincho"/>
                <a:ea typeface="Toppan Bunkyu Mincho"/>
                <a:cs typeface="Toppan Bunkyu Mincho"/>
              </a:rPr>
              <a:t>Visual consequence</a:t>
            </a:r>
          </a:p>
        </p:txBody>
      </p:sp>
      <p:pic>
        <p:nvPicPr>
          <p:cNvPr id="947" name=""/>
          <p:cNvPicPr>
            <a:picLocks xmlns:a="http://schemas.openxmlformats.org/drawingml/2006/main" noChangeAspect="1"/>
          </p:cNvPicPr>
          <p:nvPr/>
        </p:nvPicPr>
        <p:blipFill>
          <a:blip xmlns:r="http://schemas.openxmlformats.org/officeDocument/2006/relationships" xmlns:a="http://schemas.openxmlformats.org/drawingml/2006/main" r:embed="R0e21779638fa45df"/>
          <a:stretch xmlns:a="http://schemas.openxmlformats.org/drawingml/2006/main"/>
        </p:blipFill>
        <p:spPr>
          <a:xfrm xmlns:a="http://schemas.openxmlformats.org/drawingml/2006/main">
            <a:off x="14077950" y="5280660"/>
            <a:ext cx="1371600" cy="914400"/>
          </a:xfrm>
          <a:prstGeom xmlns:a="http://schemas.openxmlformats.org/drawingml/2006/main" prst="rect">
            <a:avLst/>
          </a:prstGeom>
        </p:spPr>
      </p:pic>
      <p:pic>
        <p:nvPicPr>
          <p:cNvPr id="948" name=""/>
          <p:cNvPicPr>
            <a:picLocks xmlns:a="http://schemas.openxmlformats.org/drawingml/2006/main" noChangeAspect="1"/>
          </p:cNvPicPr>
          <p:nvPr/>
        </p:nvPicPr>
        <p:blipFill>
          <a:blip xmlns:r="http://schemas.openxmlformats.org/officeDocument/2006/relationships" xmlns:a="http://schemas.openxmlformats.org/drawingml/2006/main" r:embed="R3d907bf0e0664ba4">
            <a:extLst>
              <a:ext uri="{96DAC541-7B7A-43D3-8B79-37D633B846F1}">
                <asvg:svgBlip xmlns:asvg="http://schemas.microsoft.com/office/drawing/2016/SVG/main" r:embed="R7289909b5f5a45dd"/>
              </a:ext>
            </a:extLst>
          </a:blip>
          <a:stretch xmlns:a="http://schemas.openxmlformats.org/drawingml/2006/main"/>
        </p:blipFill>
        <p:spPr>
          <a:xfrm xmlns:a="http://schemas.openxmlformats.org/drawingml/2006/main">
            <a:off x="14164131" y="6164580"/>
            <a:ext cx="1214478" cy="205740"/>
          </a:xfrm>
          <a:prstGeom xmlns:a="http://schemas.openxmlformats.org/drawingml/2006/main" prst="rect">
            <a:avLst/>
          </a:prstGeom>
        </p:spPr>
      </p:pic>
      <p:pic>
        <p:nvPicPr>
          <p:cNvPr id="949" name=""/>
          <p:cNvPicPr>
            <a:picLocks xmlns:a="http://schemas.openxmlformats.org/drawingml/2006/main" noChangeAspect="1"/>
          </p:cNvPicPr>
          <p:nvPr/>
        </p:nvPicPr>
        <p:blipFill>
          <a:blip xmlns:r="http://schemas.openxmlformats.org/officeDocument/2006/relationships" xmlns:a="http://schemas.openxmlformats.org/drawingml/2006/main" r:embed="R4f8b7ff6fa0a42b5">
            <a:extLst>
              <a:ext uri="{96DAC541-7B7A-43D3-8B79-37D633B846F1}">
                <asvg:svgBlip xmlns:asvg="http://schemas.microsoft.com/office/drawing/2016/SVG/main" r:embed="Re38908ef4f61445d"/>
              </a:ext>
            </a:extLst>
          </a:blip>
          <a:stretch xmlns:a="http://schemas.openxmlformats.org/drawingml/2006/main"/>
        </p:blipFill>
        <p:spPr>
          <a:xfrm xmlns:a="http://schemas.openxmlformats.org/drawingml/2006/main">
            <a:off x="12483943" y="5890687"/>
            <a:ext cx="955354" cy="136307"/>
          </a:xfrm>
          <a:prstGeom xmlns:a="http://schemas.openxmlformats.org/drawingml/2006/main" prst="rect">
            <a:avLst/>
          </a:prstGeom>
        </p:spPr>
      </p:pic>
      <p:sp>
        <p:nvSpPr>
          <p:cNvPr id="475" name="shared-sampling-schedule">
            <a:extLst xmlns:a="http://schemas.openxmlformats.org/drawingml/2006/main">
              <a:ext uri="{FF2B5EF4-FFF2-40B4-BE49-F238E27FC236}">
                <a16:creationId xmlns:a16="http://schemas.microsoft.com/office/drawing/2014/main" id="{0106A730-31BD-4C83-A8BB-A69E275A2708}"/>
              </a:ext>
            </a:extLst>
          </p:cNvPr>
          <p:cNvSpPr>
            <a:spLocks xmlns:a="http://schemas.openxmlformats.org/drawingml/2006/main" noGrp="1"/>
          </p:cNvSpPr>
          <p:nvPr/>
        </p:nvSpPr>
        <p:spPr>
          <a:xfrm xmlns:a="http://schemas.openxmlformats.org/drawingml/2006/main">
            <a:off x="12260580" y="6088380"/>
            <a:ext cx="14325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80" i="0">
                <a:solidFill>
                  <a:srgbClr val="657580"/>
                </a:solidFill>
                <a:latin typeface="Toppan Bunkyu Mincho"/>
                <a:ea typeface="Toppan Bunkyu Mincho"/>
                <a:cs typeface="Toppan Bunkyu Mincho"/>
              </a:defRPr>
            </a:pPr>
            <a:r>
              <a:rPr sz="1080" i="0">
                <a:solidFill>
                  <a:srgbClr val="657580"/>
                </a:solidFill>
                <a:latin typeface="Toppan Bunkyu Mincho"/>
                <a:ea typeface="Toppan Bunkyu Mincho"/>
                <a:cs typeface="Toppan Bunkyu Mincho"/>
              </a:rPr>
              <a:t>Shared schedule</a:t>
            </a:r>
          </a:p>
        </p:txBody>
      </p:sp>
    </p:spTree>
    <p:extLst>
      <p:ext uri="{BB962C8B-B14F-4D97-AF65-F5344CB8AC3E}">
        <p14:creationId xmlns:p14="http://schemas.microsoft.com/office/powerpoint/2010/main" val="13030657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66675" dist="42597" dir="3806097">
              <a:srgbClr val="293E65">
                <a:alpha val="10000"/>
              </a:srgbClr>
            </a:outerShdw>
          </a:effectLst>
        </a:effectStyle>
        <a:effectStyle>
          <a:effectLst>
            <a:outerShdw blurRad="38100" dist="21299" dir="3806097">
              <a:srgbClr val="293E65">
                <a:alpha val="9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2026-09-08T04:56:26.7270000Z</dcterms:created>
  <dcterms:modified xsi:type="dcterms:W3CDTF">2026-09-08T04:56:26.7270000Z</dcterms:modified>
</coreProperties>
</file>